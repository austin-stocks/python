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2" r:id="rId3"/>
    <p:sldId id="311" r:id="rId4"/>
    <p:sldId id="259" r:id="rId5"/>
    <p:sldId id="270" r:id="rId6"/>
    <p:sldId id="271" r:id="rId7"/>
    <p:sldId id="280" r:id="rId8"/>
    <p:sldId id="264" r:id="rId9"/>
    <p:sldId id="266" r:id="rId10"/>
    <p:sldId id="265" r:id="rId11"/>
    <p:sldId id="269" r:id="rId12"/>
    <p:sldId id="268" r:id="rId13"/>
    <p:sldId id="267" r:id="rId14"/>
    <p:sldId id="258" r:id="rId15"/>
    <p:sldId id="260" r:id="rId16"/>
    <p:sldId id="261" r:id="rId17"/>
    <p:sldId id="310" r:id="rId18"/>
    <p:sldId id="314" r:id="rId19"/>
    <p:sldId id="315" r:id="rId20"/>
    <p:sldId id="275" r:id="rId21"/>
    <p:sldId id="263" r:id="rId22"/>
    <p:sldId id="276" r:id="rId23"/>
    <p:sldId id="277" r:id="rId24"/>
    <p:sldId id="272" r:id="rId25"/>
    <p:sldId id="273" r:id="rId26"/>
    <p:sldId id="274" r:id="rId27"/>
    <p:sldId id="281" r:id="rId28"/>
    <p:sldId id="278" r:id="rId29"/>
    <p:sldId id="279"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8" r:id="rId44"/>
    <p:sldId id="299" r:id="rId45"/>
    <p:sldId id="295" r:id="rId46"/>
    <p:sldId id="297" r:id="rId47"/>
    <p:sldId id="296" r:id="rId48"/>
    <p:sldId id="300" r:id="rId49"/>
    <p:sldId id="301" r:id="rId50"/>
    <p:sldId id="302" r:id="rId51"/>
    <p:sldId id="303" r:id="rId52"/>
    <p:sldId id="305" r:id="rId53"/>
    <p:sldId id="304" r:id="rId54"/>
    <p:sldId id="306" r:id="rId55"/>
    <p:sldId id="307" r:id="rId56"/>
    <p:sldId id="313" r:id="rId57"/>
    <p:sldId id="309" r:id="rId58"/>
    <p:sldId id="312" r:id="rId59"/>
    <p:sldId id="308" r:id="rId60"/>
    <p:sldId id="316" r:id="rId61"/>
    <p:sldId id="318" r:id="rId62"/>
    <p:sldId id="317" r:id="rId63"/>
    <p:sldId id="322" r:id="rId64"/>
    <p:sldId id="323" r:id="rId65"/>
    <p:sldId id="324"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00FF00"/>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5" autoAdjust="0"/>
    <p:restoredTop sz="94660"/>
  </p:normalViewPr>
  <p:slideViewPr>
    <p:cSldViewPr snapToGrid="0">
      <p:cViewPr varScale="1">
        <p:scale>
          <a:sx n="101" d="100"/>
          <a:sy n="101" d="100"/>
        </p:scale>
        <p:origin x="990"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8T18:21:02.363"/>
    </inkml:context>
    <inkml:brush xml:id="br0">
      <inkml:brushProperty name="width" value="0.035" units="cm"/>
      <inkml:brushProperty name="height" value="0.035" units="cm"/>
    </inkml:brush>
  </inkml:definitions>
  <inkml:trace contextRef="#ctx0" brushRef="#br0">1 2118 24575,'159'-3'0,"247"-35"0,-388 34 0,-1 0 0,31-12 0,-2 0 0,-39 16 0,1-1 0,0 1 0,0 0 0,0 1 0,-1 0 0,1 0 0,0 0 0,-1 1 0,12 5 0,28 4 0,-3-6 0,0-2 0,81-4 0,-119 0 0,0 0 0,0-1 0,-1 0 0,1 0 0,-1 0 0,0 0 0,1-1 0,-1 0 0,0 0 0,0-1 0,-1 1 0,1-1 0,-1 0 0,0-1 0,0 1 0,0 0 0,-1-1 0,1 0 0,-1 0 0,0 0 0,2-7 0,3-5 0,0-1 0,-2 1 0,0-1 0,-1-1 0,4-25 0,-5-35 0,-5 65 0,1 0 0,0-1 0,2 1 0,-1 0 0,2 0 0,6-23 0,-8 35 0,0 0 0,0-1 0,0 1 0,0 0 0,1 0 0,-1 0 0,1 0 0,-1 0 0,1 0 0,0 0 0,0 0 0,0 0 0,0 1 0,0-1 0,0 1 0,0 0 0,0-1 0,1 1 0,-1 0 0,0 0 0,1 1 0,-1-1 0,1 0 0,-1 1 0,1-1 0,-1 1 0,1 0 0,-1 0 0,4 0 0,6 2 0,0 0 0,0 1 0,0 0 0,0 1 0,12 6 0,33 8 0,-9-11 0,0-3 0,1-2 0,-1-2 0,55-7 0,-82 3 0,0-1 0,-1 0 0,0-2 0,0 0 0,-1-1 0,24-14 0,-42 21 0,0 1 0,-1-1 0,1 1 0,0-1 0,0 1 0,0 0 0,0-1 0,0 1 0,0 0 0,0 0 0,0-1 0,0 1 0,0 0 0,0 0 0,-1 0 0,1 0 0,0 1 0,0-1 0,0 0 0,0 0 0,0 0 0,0 1 0,0-1 0,0 0 0,0 1 0,0-1 0,-1 1 0,1-1 0,0 1 0,0 0 0,-1-1 0,1 1 0,0 0 0,-1-1 0,1 1 0,0 0 0,-1 0 0,1 0 0,-1 0 0,1 1 0,13 49 0,-5-12 0,-5-35 0,-1-1 0,0 1 0,1-1 0,0 1 0,-1-1 0,1-1 0,0 1 0,1 0 0,-1-1 0,0 0 0,1 0 0,-1 0 0,1-1 0,0 0 0,0 1 0,-1-2 0,7 2 0,-2-1 0,0 2 0,-1-1 0,1 1 0,11 5 0,-8 0 0,0 0 0,-1 0 0,0 1 0,0 1 0,-1 0 0,0 0 0,0 1 0,-1 1 0,-1-1 0,0 1 0,-1 1 0,0-1 0,9 25 0,-15-33 0,1-1 0,0 1 0,-1 0 0,1-1 0,1 1 0,-1-1 0,0 0 0,1 0 0,0 0 0,-1 0 0,1 0 0,0-1 0,1 1 0,-1-1 0,0 0 0,6 3 0,-1-2 0,0-1 0,0 0 0,-1-1 0,1 0 0,0 0 0,0-1 0,12 0 0,6 0 0,0-2 0,0-1 0,0-1 0,-1-1 0,0-1 0,43-16 0,-57 17 0,0 1 0,0-2 0,-1 1 0,0-2 0,0 1 0,-1-1 0,0-1 0,0 0 0,0 0 0,-1-1 0,0 1 0,-1-2 0,0 1 0,-1-1 0,1 0 0,-2-1 0,7-15 0,8-58 0,-17 65 0,1 1 0,1 0 0,1 0 0,9-22 0,-12 35 0,0 1 0,1-1 0,-1 1 0,1 0 0,0 0 0,0 1 0,0-1 0,0 1 0,1 0 0,-1 0 0,1 0 0,0 1 0,0 0 0,5-2 0,-4 1 0,0 1 0,0-1 0,0-1 0,0 1 0,-1-1 0,0 0 0,0 0 0,0 0 0,8-9 0,-8 6 0,-2 2 0,1 0 0,-1 0 0,1 0 0,0 0 0,0 0 0,1 1 0,-1 0 0,1 0 0,0 0 0,0 1 0,1 0 0,-1 0 0,0 0 0,12-4 0,-6 3 0,-1 0 0,0 0 0,-1-1 0,1-1 0,-1 1 0,0-1 0,0-1 0,-1 0 0,12-12 0,4-7 0,31-47 0,-21 28 0,-32 42 0,0 1 0,1-1 0,0 1 0,-1 0 0,1-1 0,0 1 0,0 1 0,0-1 0,1 0 0,-1 1 0,0-1 0,1 1 0,-1 0 0,1 0 0,-1 1 0,1-1 0,-1 1 0,1-1 0,-1 1 0,1 0 0,0 1 0,-1-1 0,1 1 0,-1-1 0,6 3 0,10 2 0,-1 2 0,1 0 0,27 16 0,-7-5 0,-33-15 0,17 7 0,-1-1 0,32 7 0,-46-14 0,0-1 0,0 0 0,-1 0 0,1-1 0,0 0 0,0-1 0,0 1 0,0-1 0,-1-1 0,1 1 0,11-5 0,17-10 0,45-27 0,-56 28 0,1 1 0,0 2 0,0 0 0,35-9 0,-53 20 0,0-1 0,0 2 0,0-1 0,0 1 0,0 1 0,0-1 0,0 1 0,0 1 0,0-1 0,-1 1 0,1 1 0,0 0 0,-1 0 0,0 0 0,0 1 0,9 5 0,12 10 0,-2 1 0,42 40 0,-2-2 0,-44-42 0,1-1 0,1-1 0,0-1 0,1-2 0,51 17 0,-30-14 0,2-3 0,74 8 0,-113-18 0,0-1 0,0 0 0,1 0 0,-1-1 0,0 0 0,0-1 0,0 0 0,0 0 0,0-1 0,-1 0 0,1-1 0,-1 0 0,0 0 0,10-7 0,6-7 0,-2 0 0,0-1 0,23-27 0,-24 23 0,2 1 0,40-31 0,-44 38 0,0 0 0,-1-1 0,-1-2 0,0 1 0,-1-2 0,-1 0 0,15-26 0,-11 13 0,-2-1 0,0-1 0,-3-1 0,12-38 0,-25 70 0,0-1 0,1 1 0,-1 0 0,1-1 0,0 1 0,0 0 0,0 0 0,1 0 0,-1 1 0,0-1 0,1 0 0,0 1 0,0 0 0,0-1 0,0 1 0,0 0 0,0 1 0,0-1 0,1 0 0,-1 1 0,0 0 0,1 0 0,-1 0 0,6-1 0,7 0 0,1 1 0,-1 0 0,1 1 0,18 3 0,-15-2 0,43 9 0,-44-7 0,0 0 0,31 1 0,-45-4 0,0 0 0,0 0 0,0-1 0,0 0 0,0 0 0,0 0 0,0-1 0,0 1 0,-1-1 0,1 0 0,-1-1 0,1 1 0,-1-1 0,7-5 0,-5 4 0,0-1 0,0 1 0,1 1 0,0-1 0,0 1 0,0 0 0,0 1 0,0-1 0,1 2 0,-1-1 0,1 1 0,-1 0 0,1 0 0,-1 1 0,10 1 0,-7-1 0,1-1 0,-1 1 0,0-2 0,0 1 0,0-1 0,0-1 0,16-6 0,-7-2 0,-1 0 0,0-2 0,-1 0 0,-1-1 0,0-1 0,24-28 0,-22 24 0,1 0 0,0 0 0,39-26 0,-54 42 0,0 1 0,1 0 0,-1 0 0,1 0 0,0 1 0,-1-1 0,1 1 0,0 0 0,0 1 0,0-1 0,0 1 0,0 0 0,-1 0 0,7 1 0,6 2 0,0 1 0,29 10 0,20 5 0,-37-14 0,0-2 0,0 0 0,44-3 0,-59-2 0,-1 1 0,1-1 0,-1-1 0,1-1 0,-1 0 0,0 0 0,0-1 0,-1-1 0,20-11 0,-15 5 0,-1-1 0,0-1 0,-1 0 0,0-1 0,-1-1 0,22-31 0,60-117 0,-14 23 0,-38 79-1365,-30 41-5461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8T18:21:08.967"/>
    </inkml:context>
    <inkml:brush xml:id="br0">
      <inkml:brushProperty name="width" value="0.035" units="cm"/>
      <inkml:brushProperty name="height" value="0.035" units="cm"/>
    </inkml:brush>
  </inkml:definitions>
  <inkml:trace contextRef="#ctx0" brushRef="#br0">0 0 24575,'3'3'0,"-1"1"0,0 0 0,0-1 0,0 1 0,0 0 0,0 0 0,1 7 0,5 9 0,3 6 0,1 4 0,2-2 0,1 0 0,28 42 0,-36-62 0,-1 0 0,1-1 0,1 0 0,-1 0 0,1 0 0,0-1 0,1 0 0,-1-1 0,1 0 0,1 0 0,-1-1 0,0 0 0,1 0 0,0-1 0,13 2 0,1-1 0,0-2 0,-1-1 0,1 0 0,0-2 0,0-1 0,0 0 0,39-11 0,7-7 0,80-35 0,-126 48 0,0 2 0,1 0 0,0 1 0,0 2 0,0 1 0,0 0 0,44 6 0,18-1 0,-28-5 0,0-3 0,0-2 0,-1-3 0,73-20 0,-120 25 0,-1 1 0,-1 1 0,0 0 0,1 0 0,18 0 0,-26 1 0,-1 1 0,1 1 0,0-1 0,-1 0 0,1 0 0,0 1 0,-1-1 0,1 1 0,0-1 0,-1 1 0,1 0 0,-1-1 0,1 1 0,-1 0 0,1 0 0,-1 0 0,1 0 0,-1 0 0,0 1 0,0-1 0,0 0 0,0 1 0,0-1 0,0 0 0,0 1 0,0 0 0,0-1 0,-1 1 0,1-1 0,-1 1 0,1 0 0,-1-1 0,1 4 0,1 20 0,-1 46 0,0 9 0,1-59 0,-2-10 0,1 0 0,0 0 0,1 0 0,0 0 0,4 10 0,-5-19 0,0 0 0,0 1 0,0-1 0,0 0 0,0 0 0,0 0 0,1 0 0,-1 0 0,1 0 0,0-1 0,-1 1 0,1 0 0,0-1 0,0 1 0,0-1 0,0 0 0,0 0 0,0 0 0,1 0 0,-1 0 0,0 0 0,1 0 0,-1-1 0,0 1 0,1-1 0,-1 0 0,0 0 0,5 0 0,8-2 0,0-1 0,0 0 0,0-2 0,0 1 0,0-2 0,-1 0 0,0-1 0,0 0 0,-1-1 0,14-10 0,53-28 0,-78 45 0,0 0 0,0 0 0,0 0 0,0 0 0,0 1 0,0-1 0,0 1 0,0-1 0,0 1 0,0 0 0,0 0 0,0-1 0,0 2 0,0-1 0,0 0 0,0 0 0,0 1 0,0-1 0,0 1 0,0-1 0,0 1 0,0 0 0,0 0 0,0 0 0,0 0 0,-1 0 0,1 0 0,0 0 0,-1 1 0,1-1 0,-1 1 0,1-1 0,-1 1 0,0 0 0,1 1 0,3 6 0,-1 1 0,0 0 0,0 0 0,-1 0 0,3 19 0,-3-16 0,9 50 0,-8-37 0,1 1 0,1-1 0,1 0 0,2 0 0,0-1 0,22 40 0,-27-59 0,1-1 0,0 1 0,0-1 0,1 0 0,0 0 0,-1-1 0,2 0 0,-1 0 0,0 0 0,1-1 0,-1 1 0,1-2 0,0 1 0,0-1 0,0 0 0,1-1 0,-1 1 0,0-1 0,10 0 0,15-1 0,0 0 0,0-2 0,33-6 0,-52 6 0,23-3 0,217-24 0,-205 26 0,0 2 0,0 2 0,56 9 0,-97-9 0,0 0 0,0 1 0,0 0 0,0 0 0,-1 1 0,1 0 0,-1 0 0,0 1 0,1-1 0,-2 1 0,8 7 0,-1 0 0,-2 0 0,1 1 0,12 21 0,13 15 0,3-11 0,-35-34 0,1 0 0,-1 0 0,0 1 0,0 0 0,0-1 0,0 2 0,-1-1 0,0 0 0,0 1 0,0-1 0,0 1 0,-1 0 0,1 0 0,-1 0 0,0 0 0,-1 0 0,0 1 0,1-1 0,-1 6 0,-1 12 0,-2 0 0,0-1 0,-7 25 0,5-29 0,1-1 0,0 1 0,2 0 0,0 0 0,1 0 0,3 33 0,2-32 0,0 0 0,2-1 0,0 0 0,1 0 0,0 0 0,17 25 0,-18-33 0,-1 0 0,2-1 0,-1 1 0,1-1 0,0-1 0,1 0 0,0 0 0,0-1 0,1 0 0,0 0 0,0-1 0,12 5 0,-17-9 0,1-1 0,-1 0 0,0 0 0,1 0 0,-1 0 0,0-1 0,1 0 0,-1 0 0,1-1 0,-1 1 0,1-1 0,-1-1 0,0 1 0,0 0 0,1-1 0,-1 0 0,0-1 0,-1 1 0,10-7 0,5-4 0,-1-2 0,-1 0 0,24-26 0,0 0 0,-7 10 0,25-20 0,-3-3 0,57-72 0,-95 102 0,-11 13 0,1 1 0,0-1 0,0 2 0,1-1 0,0 1 0,1 1 0,14-10 0,-24 17 0,1 1 0,0-1 0,0 1 0,0-1 0,0 1 0,0-1 0,0 1 0,0 0 0,0-1 0,0 1 0,0 0 0,0 0 0,1 0 0,-1 0 0,0 0 0,0 0 0,0 0 0,0 0 0,0 0 0,0 1 0,0-1 0,0 0 0,0 1 0,0-1 0,0 1 0,0-1 0,0 1 0,0-1 0,0 1 0,0 0 0,-1-1 0,1 1 0,0 0 0,0 0 0,-1-1 0,1 1 0,0 0 0,-1 0 0,1 0 0,-1 0 0,1 0 0,-1 0 0,0 0 0,1 1 0,2 7 0,-1-1 0,0 1 0,0 0 0,0 12 0,-2-20 0,7 141 0,-7-100 0,1 0 0,3 0 0,1-1 0,18 69 0,-22-106 0,0 1 0,1-1 0,0 0 0,0 0 0,0 0 0,1 0 0,-1 0 0,1 0 0,0 0 0,0-1 0,0 1 0,1-1 0,-1 0 0,1 0 0,0-1 0,0 1 0,0-1 0,0 1 0,0-1 0,0 0 0,1-1 0,-1 1 0,0-1 0,9 2 0,6-2 0,-1 0 0,0-1 0,1-1 0,-1-1 0,20-4 0,37-3 0,289 10 0,-266 9 0,191 47 0,-14-2 0,-212-48 0,-42-5 0,0 0 0,0 1 0,0 1 0,32 11 0,142 72 0,6 1 0,-163-74 0,0-2 0,1-1 0,59 7 0,-49-14 0,0-2 0,57-6 0,-6 0 0,702-19 0,-788 23 0,-2-1 0,1 1 0,-1 0 0,0 1 0,14 3 0,-24-4 0,0 1 0,0-1 0,0 1 0,0-1 0,0 1 0,0 0 0,-1 0 0,1 0 0,0 0 0,0 0 0,0 0 0,-1 1 0,1-1 0,-1 1 0,1-1 0,-1 1 0,0-1 0,1 1 0,-1 0 0,0 0 0,0-1 0,0 1 0,0 0 0,-1 0 0,1 0 0,0 0 0,-1 0 0,1 0 0,-1 4 0,0 32 0,-2 0 0,-10 58 0,4-39 0,8-56 0,-2 15 0,0 0 0,-1 0 0,0-1 0,-7 16 0,10-31-27,0 0 1,0 0-1,0 0 0,0 0 0,-1-1 1,1 1-1,0 0 0,0 0 0,0 0 1,0 0-1,0 0 0,-1 0 0,1 0 0,0 0 1,0-1-1,0 1 0,0 0 0,-1 0 1,1 0-1,0 0 0,0 0 0,0 0 1,0 0-1,-1 0 0,1 0 0,0 0 0,0 0 1,0 0-1,-1 0 0,1 0 0,0 0 1,0 1-1,0-1 0,0 0 0,-1 0 1,1 0-1,0 0 0,0 0 0,0 0 0,0 0 1,0 0-1,-1 1 0,1-1 0,0 0 1,0 0-1,0 0 0,0 0 0,0 0 0,0 1 1,-1-1-1,0-11-6799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19:04:16.998"/>
    </inkml:context>
    <inkml:brush xml:id="br0">
      <inkml:brushProperty name="width" value="0.035" units="cm"/>
      <inkml:brushProperty name="height" value="0.035" units="cm"/>
    </inkml:brush>
  </inkml:definitions>
  <inkml:trace contextRef="#ctx0" brushRef="#br0">0 352 24575,'1'-1'0,"-1"0"0,1 1 0,0-1 0,0 1 0,0-1 0,0 1 0,-1-1 0,0 0 0,1 1 0,0 0 0,0-1 0,1 1 0,3-2 0,235-107 0,-2-18 0,-83 43 0,-147 80 0,-2 1 0,-1 0 0,0 0 0,2 1 0,-2 0 0,11-3 0,-15 5 0,1 0 0,-1 0 0,0 0 0,0 0 0,1 0 0,-1 0 0,1 1 0,-1-1 0,1 0 0,-1 1 0,1-1 0,-1 1 0,0-1 0,0 1 0,0 0 0,1 0 0,-1-1 0,0 1 0,0 1 0,0-2 0,0 1 0,0 0 0,0 1 0,-1-1 0,1 0 0,0 1 0,0-1 0,0 2 0,13 22 0,-5-3 0,2-1 0,1-1 0,1 0 0,0-1 0,19 19 0,-16-23 0,0 0 0,1-2 0,1 0 0,0-1 0,1-1 0,0-1 0,0-1 0,26 8 0,1-2 0,1-2 0,74 10 0,-65-16 0,114-1 0,-164-6 0,2-1 0,-1 0 0,-1 0 0,2-1 0,-2 1 0,1-2 0,0 0 0,0 1 0,10-8 0,-2 0 0,-1-1 0,22-22 0,-28 25 0,-1 0 0,0 1 0,1 0 0,11-7 0,-18 13 0,0 0 0,1 0 0,-1 0 0,0 0 0,1 1 0,-1-1 0,0 1 0,0-1 0,1 1 0,0 0 0,-1-1 0,1 1 0,-1-1 0,1 1 0,-1 0 0,0 0 0,1 1 0,0-1 0,-1 0 0,1 1 0,-1-1 0,1 0 0,-1 1 0,0-1 0,0 1 0,1 0 0,-1 0 0,1 0 0,1 0 0,3 7 0,1 0 0,-2 0 0,1 0 0,7 15 0,-10-15 0,1-1 0,1 0 0,-1 1 0,1-2 0,1 1 0,-1-1 0,1 0 0,8 7 0,-8-9 0,2 0 0,-1 0 0,0-1 0,1 1 0,-1-1 0,1-1 0,0 0 0,0-1 0,1 1 0,-2-1 0,1-1 0,1 1 0,-1-2 0,12-1 0,-5 0 0,0-1 0,1-1 0,-2 0 0,0-1 0,1-1 0,23-14 0,-17 8 0,-1-2 0,-1-1 0,30-29 0,46-59 0,-92 98 0,11-9 0,-14 14 0,0 0 0,1-1 0,-1 1 0,1 0 0,0 0 0,-1 0 0,1 0 0,0-1 0,-1 1 0,1 0 0,-1 0 0,1 0 0,0 0 0,-1 0 0,1 0 0,0 0 0,-1 0 0,1 1 0,-1-1 0,1 0 0,0 0 0,-1 0 0,0 0 0,0 1 0,1-1 0,-1 0 0,1 1 0,0-1 0,0 1 0,5 5 0,0 1 0,0 0 0,-1 1 0,8 13 0,4 4 0,-7-10 0,1-2 0,0 1 0,0-1 0,2-1 0,17 13 0,-22-19 0,1-1 0,-1 1 0,1-1 0,1-1 0,-1 0 0,0-1 0,0 0 0,1 0 0,0-1 0,15 1 0,37-1 0,0-3 0,106-17 0,-70 3 0,157-47 0,-244 59 0,-3 0 0,-2 1 0,1 0 0,8 0 0,-13 1 0,0 1 0,0 0 0,1 0 0,-1 0 0,-1 1 0,1-1 0,0 0 0,1 1 0,-1-1 0,0 1 0,-1 0 0,1 0 0,0 0 0,0 0 0,2 2 0,3 4 0,0 0 0,1 1 0,-2 0 0,9 13 0,10 11 0,-15-21 0,1-1 0,-1 0 0,1-1 0,0-1 0,1 1 0,0-2 0,23 12 0,-17-13 0,-1 1 0,1-2 0,1 0 0,-2-1 0,28 1 0,-16-4 0,1-1 0,-1-1 0,0-2 0,0-2 0,0-1 0,-1 0 0,42-17 0,6-9 0,-2-4 0,-2-4 0,78-55 0,-136 85 0,-4 3 0,1-1 0,0 2 0,0 0 0,15-7 0,-24 12 0,0 1 0,0 0 0,0-1 0,-1 1 0,0 0 0,1 0 0,0 0 0,0 0 0,0 0 0,0 0 0,0 0 0,-1 1 0,1-1 0,-1 1 0,1 0 0,0-1 0,0 1 0,-1 0 0,0 0 0,1 0 0,-1 0 0,1 0 0,-1 0 0,1 0 0,1 3 0,2 2 0,0 1 0,-1 1 0,0-1 0,6 12 0,8 14 0,-16-31 0,0 0 0,0 0 0,0 1 0,1-2 0,0 1 0,0 0 0,-1 0 0,1-1 0,0 1 0,0-1 0,0 0 0,-1 0 0,2 0 0,-1 0 0,0-1 0,-1 1 0,2-1 0,-1 0 0,1 0 0,-2 0 0,1 0 0,6-2 0,7-1 0,0-1 0,-1-2 0,19-7 0,-14 5 0,6-2 0,27-11 0,1 2 0,79-15 0,-129 33 0,-1 0 0,1 0 0,0 1 0,0-1 0,-1 1 0,1 0 0,1 1 0,-2-1 0,1 0 0,0 2 0,-1-2 0,1 1 0,0 1 0,-1-1 0,0 1 0,1 0 0,-1-1 0,0 2 0,0-1 0,5 4 0,8 10 0,21 27 0,10 10 0,-26-34 0,0-1 0,2 0 0,1-2 0,0-1 0,0-1 0,1-1 0,1-1 0,0-2 0,0 0 0,42 8 0,-31-11 0,-1-1 0,2-2 0,-1-2 0,0-1 0,1-2 0,-1-2 0,52-11 0,-70 9 0,0-1 0,-1-1 0,1 0 0,0-1 0,26-18 0,-44 25 0,1 0 0,0 1 0,-2-1 0,2 1 0,0-1 0,0 1 0,0-1 0,0 1 0,0 0 0,-1 0 0,1 0 0,-1 0 0,1 0 0,0 0 0,0 0 0,0 1 0,-1 0 0,1-1 0,-1 1 0,1-1 0,0 1 0,0 0 0,1 2 0,5 2 0,-1 1 0,1 0 0,8 12 0,3 0 0,3 1 0,2-1 0,1-2 0,0 0 0,1-1 0,0-2 0,2-1 0,-1-1 0,50 11 0,-35-12 0,1-2 0,-1-3 0,1-2 0,-1-1 0,58-6 0,-77 2 0,-2-1 0,0-1 0,1-1 0,24-11 0,-33 11 0,-1 0 0,0-1 0,0-1 0,-1-1 0,0 0 0,0 0 0,19-19 0,-26 23 0,6-8 0,1 2 0,21-18 0,-27 25 0,1 0 0,-2 0 0,1 1 0,0-1 0,1 2 0,-1-1 0,0 0 0,1 1 0,-1 0 0,1 0 0,5 1 0,22 0 0,-24 0 0,0 0 0,-1 0 0,1 0 0,0-1 0,-1 0 0,1-1 0,0 0 0,-1 0 0,13-7 0,-10 3 0,0-1 0,-1 0 0,-1-1 0,0 0 0,0-1 0,0 0 0,-1-1 0,0 0 0,11-17 0,1-8 0,28-63 0,-42 84 0,50-103 0,-55 115 0,0 0 0,1-1 0,0 2 0,0-1 0,0 0 0,0 0 0,0 1 0,-1-1 0,1 0 0,0 1 0,1 0 0,-1 0 0,0 0 0,0 0 0,1 0 0,-1 1 0,1-2 0,0 2 0,2-1 0,7 0 0,0 1 0,22 1 0,-13 0 0,3 1-455,0-2 0,47-7 0,-60 4-6371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19:04:16.998"/>
    </inkml:context>
    <inkml:brush xml:id="br0">
      <inkml:brushProperty name="width" value="0.035" units="cm"/>
      <inkml:brushProperty name="height" value="0.035" units="cm"/>
    </inkml:brush>
  </inkml:definitions>
  <inkml:trace contextRef="#ctx0" brushRef="#br0">0 352 24575,'1'-1'0,"-1"0"0,1 1 0,0-1 0,0 1 0,0-1 0,0 1 0,-1-1 0,0 0 0,1 1 0,0 0 0,0-1 0,1 1 0,3-2 0,235-107 0,-2-18 0,-83 43 0,-147 80 0,-2 1 0,-1 0 0,0 0 0,2 1 0,-2 0 0,11-3 0,-15 5 0,1 0 0,-1 0 0,0 0 0,0 0 0,1 0 0,-1 0 0,1 1 0,-1-1 0,1 0 0,-1 1 0,1-1 0,-1 1 0,0-1 0,0 1 0,0 0 0,1 0 0,-1-1 0,0 1 0,0 1 0,0-2 0,0 1 0,0 0 0,0 1 0,-1-1 0,1 0 0,0 1 0,0-1 0,0 2 0,13 22 0,-5-3 0,2-1 0,1-1 0,1 0 0,0-1 0,19 19 0,-16-23 0,0 0 0,1-2 0,1 0 0,0-1 0,1-1 0,0-1 0,0-1 0,26 8 0,1-2 0,1-2 0,74 10 0,-65-16 0,114-1 0,-164-6 0,2-1 0,-1 0 0,-1 0 0,2-1 0,-2 1 0,1-2 0,0 0 0,0 1 0,10-8 0,-2 0 0,-1-1 0,22-22 0,-28 25 0,-1 0 0,0 1 0,1 0 0,11-7 0,-18 13 0,0 0 0,1 0 0,-1 0 0,0 0 0,1 1 0,-1-1 0,0 1 0,0-1 0,1 1 0,0 0 0,-1-1 0,1 1 0,-1-1 0,1 1 0,-1 0 0,0 0 0,1 1 0,0-1 0,-1 0 0,1 1 0,-1-1 0,1 0 0,-1 1 0,0-1 0,0 1 0,1 0 0,-1 0 0,1 0 0,1 0 0,3 7 0,1 0 0,-2 0 0,1 0 0,7 15 0,-10-15 0,1-1 0,1 0 0,-1 1 0,1-2 0,1 1 0,-1-1 0,1 0 0,8 7 0,-8-9 0,2 0 0,-1 0 0,0-1 0,1 1 0,-1-1 0,1-1 0,0 0 0,0-1 0,1 1 0,-2-1 0,1-1 0,1 1 0,-1-2 0,12-1 0,-5 0 0,0-1 0,1-1 0,-2 0 0,0-1 0,1-1 0,23-14 0,-17 8 0,-1-2 0,-1-1 0,30-29 0,46-59 0,-92 98 0,11-9 0,-14 14 0,0 0 0,1-1 0,-1 1 0,1 0 0,0 0 0,-1 0 0,1 0 0,0-1 0,-1 1 0,1 0 0,-1 0 0,1 0 0,0 0 0,-1 0 0,1 0 0,0 0 0,-1 0 0,1 1 0,-1-1 0,1 0 0,0 0 0,-1 0 0,0 0 0,0 1 0,1-1 0,-1 0 0,1 1 0,0-1 0,0 1 0,5 5 0,0 1 0,0 0 0,-1 1 0,8 13 0,4 4 0,-7-10 0,1-2 0,0 1 0,0-1 0,2-1 0,17 13 0,-22-19 0,1-1 0,-1 1 0,1-1 0,1-1 0,-1 0 0,0-1 0,0 0 0,1 0 0,0-1 0,15 1 0,37-1 0,0-3 0,106-17 0,-70 3 0,157-47 0,-244 59 0,-3 0 0,-2 1 0,1 0 0,8 0 0,-13 1 0,0 1 0,0 0 0,1 0 0,-1 0 0,-1 1 0,1-1 0,0 0 0,1 1 0,-1-1 0,0 1 0,-1 0 0,1 0 0,0 0 0,0 0 0,2 2 0,3 4 0,0 0 0,1 1 0,-2 0 0,9 13 0,10 11 0,-15-21 0,1-1 0,-1 0 0,1-1 0,0-1 0,1 1 0,0-2 0,23 12 0,-17-13 0,-1 1 0,1-2 0,1 0 0,-2-1 0,28 1 0,-16-4 0,1-1 0,-1-1 0,0-2 0,0-2 0,0-1 0,-1 0 0,42-17 0,6-9 0,-2-4 0,-2-4 0,78-55 0,-136 85 0,-4 3 0,1-1 0,0 2 0,0 0 0,15-7 0,-24 12 0,0 1 0,0 0 0,0-1 0,-1 1 0,0 0 0,1 0 0,0 0 0,0 0 0,0 0 0,0 0 0,0 0 0,-1 1 0,1-1 0,-1 1 0,1 0 0,0-1 0,0 1 0,-1 0 0,0 0 0,1 0 0,-1 0 0,1 0 0,-1 0 0,1 0 0,1 3 0,2 2 0,0 1 0,-1 1 0,0-1 0,6 12 0,8 14 0,-16-31 0,0 0 0,0 0 0,0 1 0,1-2 0,0 1 0,0 0 0,-1 0 0,1-1 0,0 1 0,0-1 0,0 0 0,-1 0 0,2 0 0,-1 0 0,0-1 0,-1 1 0,2-1 0,-1 0 0,1 0 0,-2 0 0,1 0 0,6-2 0,7-1 0,0-1 0,-1-2 0,19-7 0,-14 5 0,6-2 0,27-11 0,1 2 0,79-15 0,-129 33 0,-1 0 0,1 0 0,0 1 0,0-1 0,-1 1 0,1 0 0,1 1 0,-2-1 0,1 0 0,0 2 0,-1-2 0,1 1 0,0 1 0,-1-1 0,0 1 0,1 0 0,-1-1 0,0 2 0,0-1 0,5 4 0,8 10 0,21 27 0,10 10 0,-26-34 0,0-1 0,2 0 0,1-2 0,0-1 0,0-1 0,1-1 0,1-1 0,0-2 0,0 0 0,42 8 0,-31-11 0,-1-1 0,2-2 0,-1-2 0,0-1 0,1-2 0,-1-2 0,52-11 0,-70 9 0,0-1 0,-1-1 0,1 0 0,0-1 0,26-18 0,-44 25 0,1 0 0,0 1 0,-2-1 0,2 1 0,0-1 0,0 1 0,0-1 0,0 1 0,0 0 0,-1 0 0,1 0 0,-1 0 0,1 0 0,0 0 0,0 0 0,0 1 0,-1 0 0,1-1 0,-1 1 0,1-1 0,0 1 0,0 0 0,1 2 0,5 2 0,-1 1 0,1 0 0,8 12 0,3 0 0,3 1 0,2-1 0,1-2 0,0 0 0,1-1 0,0-2 0,2-1 0,-1-1 0,50 11 0,-35-12 0,1-2 0,-1-3 0,1-2 0,-1-1 0,58-6 0,-77 2 0,-2-1 0,0-1 0,1-1 0,24-11 0,-33 11 0,-1 0 0,0-1 0,0-1 0,-1-1 0,0 0 0,0 0 0,19-19 0,-26 23 0,6-8 0,1 2 0,21-18 0,-27 25 0,1 0 0,-2 0 0,1 1 0,0-1 0,1 2 0,-1-1 0,0 0 0,1 1 0,-1 0 0,1 0 0,5 1 0,22 0 0,-24 0 0,0 0 0,-1 0 0,1 0 0,0-1 0,-1 0 0,1-1 0,0 0 0,-1 0 0,13-7 0,-10 3 0,0-1 0,-1 0 0,-1-1 0,0 0 0,0-1 0,0 0 0,-1-1 0,0 0 0,11-17 0,1-8 0,28-63 0,-42 84 0,50-103 0,-55 115 0,0 0 0,1-1 0,0 2 0,0-1 0,0 0 0,0 0 0,0 1 0,-1-1 0,1 0 0,0 1 0,1 0 0,-1 0 0,0 0 0,0 0 0,1 0 0,-1 1 0,1-2 0,0 2 0,2-1 0,7 0 0,0 1 0,22 1 0,-13 0 0,3 1-455,0-2 0,47-7 0,-60 4-6371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20:32:46.734"/>
    </inkml:context>
    <inkml:brush xml:id="br0">
      <inkml:brushProperty name="width" value="0.035" units="cm"/>
      <inkml:brushProperty name="height" value="0.035" units="cm"/>
    </inkml:brush>
  </inkml:definitions>
  <inkml:trace contextRef="#ctx0" brushRef="#br0">1 181 24575,'184'1'0,"196"-3"0,-361 1 0,0-1 0,-1 0 0,1-2 0,-1 1 0,33-12 0,84-37 0,-38 12 0,36-17 0,-131 57 0,0-1 0,0 0 0,0 1 0,0-1 0,0 1 0,0 0 0,0-1 0,0 1 0,0 0 0,0 0 0,0 0 0,0 0 0,0 0 0,0 1 0,0-1 0,0 0 0,0 1 0,0-1 0,0 1 0,0-1 0,0 1 0,0 0 0,0 0 0,-1 0 0,1 0 0,0 0 0,-1 0 0,1 0 0,-1 0 0,1 0 0,-1 0 0,0 1 0,2 1 0,6 7 0,-1 0 0,0 0 0,10 18 0,-12-17 0,52 92 0,-40-67 0,3 0 0,1-1 0,2 0 0,32 33 0,-50-63 0,0 0 0,0-1 0,0 0 0,0 0 0,1 0 0,0-1 0,0 0 0,0 0 0,0 0 0,1-1 0,-1 0 0,1 0 0,16 3 0,7-1 0,1-1 0,36 0 0,-58-3 0,150-1 0,-86 0 0,117 9 0,-184-8 0,0 1 0,0 0 0,0 0 0,0 1 0,0-1 0,0 1 0,-1 1 0,1-1 0,-1 1 0,0-1 0,0 1 0,0 1 0,0-1 0,-1 1 0,1 0 0,-1 0 0,0 0 0,-1 0 0,1 1 0,-1-1 0,-1 1 0,1 0 0,-1 0 0,0 0 0,4 10 0,-5-11 0,1 0 0,-1-1 0,1 1 0,0-1 0,0 1 0,1-1 0,-1 0 0,1 0 0,0 0 0,0 0 0,0-1 0,1 1 0,-1-1 0,1 0 0,-1 0 0,1 0 0,0 0 0,0-1 0,0 1 0,0-1 0,11 1 0,8 1 0,1-1 0,0-1 0,36-2 0,-42 0 0,52-1 0,-1-3 0,0-2 0,0-3 0,-2-2 0,1-3 0,87-28 0,56-29 0,-208 71 0,-1 0 0,0 0 0,1 0 0,-1 1 0,1 0 0,-1-1 0,1 1 0,-1 0 0,1 0 0,-1 0 0,1 1 0,-1-1 0,1 1 0,-1-1 0,0 1 0,4 1 0,4 2 0,-1 0 0,0 1 0,15 8 0,-17-8 0,0 0 0,1-1 0,0 0 0,0 0 0,13 4 0,15-2 0,1-2 0,0 0 0,0-2 0,0-2 0,60-4 0,8 1 0,-89 3 0,1 0 0,-1 0 0,0 1 0,0 0 0,23 4 0,-34-4 0,-1 1 0,1 0 0,0 0 0,-1 0 0,0 0 0,1 0 0,-1 1 0,-1 0 0,1 0 0,0 0 0,-1 0 0,0 1 0,0-1 0,0 1 0,0 0 0,2 4 0,1 1 0,-2-2 0,0 0 0,0-1 0,1 0 0,0 0 0,1 0 0,10 8 0,-15-13 0,0 0 0,0 0 0,1 0 0,-1 0 0,1 0 0,-1-1 0,1 1 0,-1-1 0,1 1 0,-1-1 0,1 0 0,0 1 0,-1-1 0,1 0 0,0 0 0,-1-1 0,1 1 0,-1 0 0,1-1 0,-1 1 0,1-1 0,-1 1 0,1-1 0,-1 0 0,1 0 0,-1 0 0,0 0 0,0 0 0,2-2 0,29-16 0,-2 0 0,0-2 0,-2-1 0,-1-1 0,46-49 0,-62 58 0,-6 7 0,0 0 0,1 0 0,0 0 0,13-10 0,-18 16 0,1 0 0,-1-1 0,0 1 0,1 0 0,0 0 0,-1 0 0,1 0 0,0 0 0,-1 0 0,1 1 0,0-1 0,0 1 0,0-1 0,0 1 0,0 0 0,0 0 0,0 0 0,0 0 0,0 0 0,-1 1 0,1-1 0,4 2 0,18 7 0,-2 0 0,0 2 0,0 0 0,-2 1 0,0 1 0,28 21 0,-20-14 0,1 2 0,-1 2 0,-2 0 0,42 51 0,-47-50 0,1 0 0,2-1 0,1 0 0,56 38 0,-45-42 0,1-1 0,1-1 0,1-1 0,73 21 0,180 33 0,150-9 0,-422-59 0,4-1 0,-1 1 0,44 9 0,-63-10 0,1 0 0,0-1 0,-1 1 0,0 0 0,1 1 0,-1-1 0,0 1 0,-1 0 0,1 0 0,-1 0 0,1 0 0,-1 1 0,0 0 0,-1-1 0,1 1 0,4 6 0,-1 4 0,-1-1 0,7 27 0,-10-31 0,-1 1 0,2-1 0,-1 0 0,2 0 0,-1 0 0,2-1 0,-1 1 0,10 9 0,-13-16 0,0 0 0,1 0 0,-1 0 0,1-1 0,0 1 0,0 0 0,0-1 0,0 0 0,0 0 0,0 0 0,0 0 0,0 0 0,0 0 0,1 0 0,-1-1 0,0 1 0,1-1 0,-1 0 0,1 0 0,-1 0 0,0 0 0,1 0 0,-1-1 0,7 0 0,5-3 0,0 0 0,0 0 0,-1-1 0,15-7 0,-22 9 0,55-24 0,-2-3 0,87-57 0,-137 81 0,0 1 0,1 0 0,0 0 0,0 1 0,0 0 0,0 1 0,1 0 0,-1 0 0,1 1 0,0 0 0,19-1 0,24-4 0,-49 5 0,1 0 0,-1 0 0,1 0 0,-1 0 0,0-1 0,0 0 0,-1 0 0,1 0 0,-1-1 0,6-4 0,-6 4 0,1 1 0,-1-1 0,1 1 0,0-1 0,1 1 0,-1 1 0,9-4 0,-13 6 0,-1-1 0,0 1 0,0 0 0,1 0 0,-1 0 0,0 0 0,0 0 0,1 0 0,-1 0 0,0 0 0,0 0 0,1 0 0,-1 0 0,0 1 0,0-1 0,1 0 0,-1 1 0,0-1 0,0 1 0,0-1 0,0 1 0,0-1 0,0 1 0,0-1 0,0 1 0,0 0 0,0 0 0,0-1 0,-1 1 0,1 0 0,0 0 0,-1 0 0,2 1 0,13 37 0,-12-30 0,19 63 0,55 111 0,-74-178 0,0 0 0,1-1 0,0 0 0,0 1 0,0-1 0,1-1 0,-1 1 0,1 0 0,1-1 0,-1 0 0,0 0 0,1 0 0,0 0 0,0-1 0,0 1 0,0-1 0,0 0 0,1-1 0,-1 1 0,1-1 0,12 1 0,13 0 0,0 0 0,-1-2 0,45-4 0,-44 2 0,-23 2 0,0-1 0,0 1 0,0 0 0,0 1 0,0 0 0,0 0 0,15 4 0,-19-4 0,-1 1 0,1 0 0,0 0 0,-1 1 0,0-1 0,0 1 0,0 0 0,0-1 0,0 1 0,-1 1 0,1-1 0,-1 0 0,0 1 0,3 5 0,19 30 0,-21-31 0,0 0 0,0-1 0,1 0 0,1 1 0,0-2 0,0 1 0,0 0 0,1-1 0,0 0 0,14 9 0,2-4 0,0 0 0,1-1 0,36 10 0,-5-1 0,-48-16-136,0 0-1,0 0 1,0 0-1,-1 0 1,1 1-1,-1 0 1,0 0-1,-1 1 0,10 8 1,-2 3-6690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20:32:48.153"/>
    </inkml:context>
    <inkml:brush xml:id="br0">
      <inkml:brushProperty name="width" value="0.035" units="cm"/>
      <inkml:brushProperty name="height" value="0.035" units="cm"/>
    </inkml:brush>
  </inkml:definitions>
  <inkml:trace contextRef="#ctx0" brushRef="#br0">0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20:32:46.734"/>
    </inkml:context>
    <inkml:brush xml:id="br0">
      <inkml:brushProperty name="width" value="0.035" units="cm"/>
      <inkml:brushProperty name="height" value="0.035" units="cm"/>
    </inkml:brush>
  </inkml:definitions>
  <inkml:trace contextRef="#ctx0" brushRef="#br0">1 181 24575,'184'1'0,"196"-3"0,-361 1 0,0-1 0,-1 0 0,1-2 0,-1 1 0,33-12 0,84-37 0,-38 12 0,36-17 0,-131 57 0,0-1 0,0 0 0,0 1 0,0-1 0,0 1 0,0 0 0,0-1 0,0 1 0,0 0 0,0 0 0,0 0 0,0 0 0,0 0 0,0 1 0,0-1 0,0 0 0,0 1 0,0-1 0,0 1 0,0-1 0,0 1 0,0 0 0,0 0 0,-1 0 0,1 0 0,0 0 0,-1 0 0,1 0 0,-1 0 0,1 0 0,-1 0 0,0 1 0,2 1 0,6 7 0,-1 0 0,0 0 0,10 18 0,-12-17 0,52 92 0,-40-67 0,3 0 0,1-1 0,2 0 0,32 33 0,-50-63 0,0 0 0,0-1 0,0 0 0,0 0 0,1 0 0,0-1 0,0 0 0,0 0 0,0 0 0,1-1 0,-1 0 0,1 0 0,16 3 0,7-1 0,1-1 0,36 0 0,-58-3 0,150-1 0,-86 0 0,117 9 0,-184-8 0,0 1 0,0 0 0,0 0 0,0 1 0,0-1 0,0 1 0,-1 1 0,1-1 0,-1 1 0,0-1 0,0 1 0,0 1 0,0-1 0,-1 1 0,1 0 0,-1 0 0,0 0 0,-1 0 0,1 1 0,-1-1 0,-1 1 0,1 0 0,-1 0 0,0 0 0,4 10 0,-5-11 0,1 0 0,-1-1 0,1 1 0,0-1 0,0 1 0,1-1 0,-1 0 0,1 0 0,0 0 0,0 0 0,0-1 0,1 1 0,-1-1 0,1 0 0,-1 0 0,1 0 0,0 0 0,0-1 0,0 1 0,0-1 0,11 1 0,8 1 0,1-1 0,0-1 0,36-2 0,-42 0 0,52-1 0,-1-3 0,0-2 0,0-3 0,-2-2 0,1-3 0,87-28 0,56-29 0,-208 71 0,-1 0 0,0 0 0,1 0 0,-1 1 0,1 0 0,-1-1 0,1 1 0,-1 0 0,1 0 0,-1 0 0,1 1 0,-1-1 0,1 1 0,-1-1 0,0 1 0,4 1 0,4 2 0,-1 0 0,0 1 0,15 8 0,-17-8 0,0 0 0,1-1 0,0 0 0,0 0 0,13 4 0,15-2 0,1-2 0,0 0 0,0-2 0,0-2 0,60-4 0,8 1 0,-89 3 0,1 0 0,-1 0 0,0 1 0,0 0 0,23 4 0,-34-4 0,-1 1 0,1 0 0,0 0 0,-1 0 0,0 0 0,1 0 0,-1 1 0,-1 0 0,1 0 0,0 0 0,-1 0 0,0 1 0,0-1 0,0 1 0,0 0 0,2 4 0,1 1 0,-2-2 0,0 0 0,0-1 0,1 0 0,0 0 0,1 0 0,10 8 0,-15-13 0,0 0 0,0 0 0,1 0 0,-1 0 0,1 0 0,-1-1 0,1 1 0,-1-1 0,1 1 0,-1-1 0,1 0 0,0 1 0,-1-1 0,1 0 0,0 0 0,-1-1 0,1 1 0,-1 0 0,1-1 0,-1 1 0,1-1 0,-1 1 0,1-1 0,-1 0 0,1 0 0,-1 0 0,0 0 0,0 0 0,2-2 0,29-16 0,-2 0 0,0-2 0,-2-1 0,-1-1 0,46-49 0,-62 58 0,-6 7 0,0 0 0,1 0 0,0 0 0,13-10 0,-18 16 0,1 0 0,-1-1 0,0 1 0,1 0 0,0 0 0,-1 0 0,1 0 0,0 0 0,-1 0 0,1 1 0,0-1 0,0 1 0,0-1 0,0 1 0,0 0 0,0 0 0,0 0 0,0 0 0,0 0 0,-1 1 0,1-1 0,4 2 0,18 7 0,-2 0 0,0 2 0,0 0 0,-2 1 0,0 1 0,28 21 0,-20-14 0,1 2 0,-1 2 0,-2 0 0,42 51 0,-47-50 0,1 0 0,2-1 0,1 0 0,56 38 0,-45-42 0,1-1 0,1-1 0,1-1 0,73 21 0,180 33 0,150-9 0,-422-59 0,4-1 0,-1 1 0,44 9 0,-63-10 0,1 0 0,0-1 0,-1 1 0,0 0 0,1 1 0,-1-1 0,0 1 0,-1 0 0,1 0 0,-1 0 0,1 0 0,-1 1 0,0 0 0,-1-1 0,1 1 0,4 6 0,-1 4 0,-1-1 0,7 27 0,-10-31 0,-1 1 0,2-1 0,-1 0 0,2 0 0,-1 0 0,2-1 0,-1 1 0,10 9 0,-13-16 0,0 0 0,1 0 0,-1 0 0,1-1 0,0 1 0,0 0 0,0-1 0,0 0 0,0 0 0,0 0 0,0 0 0,0 0 0,0 0 0,1 0 0,-1-1 0,0 1 0,1-1 0,-1 0 0,1 0 0,-1 0 0,0 0 0,1 0 0,-1-1 0,7 0 0,5-3 0,0 0 0,0 0 0,-1-1 0,15-7 0,-22 9 0,55-24 0,-2-3 0,87-57 0,-137 81 0,0 1 0,1 0 0,0 0 0,0 1 0,0 0 0,0 1 0,1 0 0,-1 0 0,1 1 0,0 0 0,19-1 0,24-4 0,-49 5 0,1 0 0,-1 0 0,1 0 0,-1 0 0,0-1 0,0 0 0,-1 0 0,1 0 0,-1-1 0,6-4 0,-6 4 0,1 1 0,-1-1 0,1 1 0,0-1 0,1 1 0,-1 1 0,9-4 0,-13 6 0,-1-1 0,0 1 0,0 0 0,1 0 0,-1 0 0,0 0 0,0 0 0,1 0 0,-1 0 0,0 0 0,0 0 0,1 0 0,-1 0 0,0 1 0,0-1 0,1 0 0,-1 1 0,0-1 0,0 1 0,0-1 0,0 1 0,0-1 0,0 1 0,0-1 0,0 1 0,0 0 0,0 0 0,0-1 0,-1 1 0,1 0 0,0 0 0,-1 0 0,2 1 0,13 37 0,-12-30 0,19 63 0,55 111 0,-74-178 0,0 0 0,1-1 0,0 0 0,0 1 0,0-1 0,1-1 0,-1 1 0,1 0 0,1-1 0,-1 0 0,0 0 0,1 0 0,0 0 0,0-1 0,0 1 0,0-1 0,0 0 0,1-1 0,-1 1 0,1-1 0,12 1 0,13 0 0,0 0 0,-1-2 0,45-4 0,-44 2 0,-23 2 0,0-1 0,0 1 0,0 0 0,0 1 0,0 0 0,0 0 0,15 4 0,-19-4 0,-1 1 0,1 0 0,0 0 0,-1 1 0,0-1 0,0 1 0,0 0 0,0-1 0,0 1 0,-1 1 0,1-1 0,-1 0 0,0 1 0,3 5 0,19 30 0,-21-31 0,0 0 0,0-1 0,1 0 0,1 1 0,0-2 0,0 1 0,0 0 0,1-1 0,0 0 0,14 9 0,2-4 0,0 0 0,1-1 0,36 10 0,-5-1 0,-48-16-136,0 0-1,0 0 1,0 0-1,-1 0 1,1 1-1,-1 0 1,0 0-1,-1 1 0,10 8 1,-2 3-6690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20:32:48.153"/>
    </inkml:context>
    <inkml:brush xml:id="br0">
      <inkml:brushProperty name="width" value="0.035" units="cm"/>
      <inkml:brushProperty name="height" value="0.035" units="cm"/>
    </inkml:brush>
  </inkml:definitions>
  <inkml:trace contextRef="#ctx0" brushRef="#br0">0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19:04:16.998"/>
    </inkml:context>
    <inkml:brush xml:id="br0">
      <inkml:brushProperty name="width" value="0.035" units="cm"/>
      <inkml:brushProperty name="height" value="0.035" units="cm"/>
    </inkml:brush>
  </inkml:definitions>
  <inkml:trace contextRef="#ctx0" brushRef="#br0">0 614 24575,'1'-1'0,"-1"0"0,1 0 0,0 0 0,0 0 0,0 0 0,0 0 0,-1 0 0,1 0 0,0 0 0,0 1 0,0-1 0,1 0 0,3-2 0,255-187 0,-4-32 0,-88 75 0,-159 139 0,-3 3 0,-1 0 0,1 0 0,1 1 0,-1 0 0,11-4 0,-16 8 0,1 0 0,-1 0 0,1 0 0,-1 0 0,1 0 0,-1 0 0,1 1 0,-1-1 0,1 1 0,-1 0 0,1 0 0,-1 0 0,1 0 0,-1 0 0,0 0 0,1 1 0,-1-1 0,0 1 0,0 0 0,0-1 0,0 1 0,0 0 0,0 0 0,0 0 0,0 1 0,0-1 0,0 0 0,0 4 0,14 38 0,-5-6 0,2-2 0,1 0 0,1-2 0,0 0 0,20 33 0,-17-41 0,1-1 0,0-1 0,1-2 0,1-1 0,0-2 0,1-1 0,0-2 0,27 14 0,2-4 0,1-3 0,79 16 0,-69-26 0,122-2 0,-176-12 0,1 0 0,0-1 0,-1 0 0,1-1 0,-1 0 0,0-1 0,1-1 0,-1 0 0,12-12 0,-3-1 0,-1-1 0,24-39 0,-31 44 0,0 1 0,0 1 0,0 0 0,13-13 0,-20 23 0,0 0 0,1 1 0,-1-1 0,0 1 0,1 0 0,-1 0 0,1 0 0,-1 0 0,1 0 0,0 1 0,-1-1 0,1 1 0,-1-1 0,1 1 0,0 0 0,-1 0 0,1 1 0,0-1 0,-1 0 0,1 1 0,-1 0 0,1-1 0,-1 1 0,1 0 0,-1 0 0,1 1 0,-1-1 0,1 1 0,1 1 0,4 10 0,0 1 0,-1 0 0,0 0 0,8 26 0,-10-26 0,0-1 0,1-1 0,0 1 0,0-1 0,1-1 0,0 0 0,0 0 0,9 11 0,-8-15 0,1 1 0,0-2 0,0 0 0,0 0 0,0-1 0,1-1 0,-1-1 0,1 0 0,0 0 0,-1-2 0,1 0 0,0 0 0,0-2 0,13-2 0,-6-1 0,0-2 0,1 0 0,-2-2 0,1-1 0,0-1 0,25-24 0,-19 12 0,0-2 0,-1-2 0,32-51 0,49-104 0,-99 173 0,12-16 0,-14 23 0,-1 1 0,1-1 0,-1 1 0,1-1 0,0 1 0,-1 0 0,1 0 0,0-1 0,-1 1 0,1 0 0,-1 0 0,1 0 0,0 0 0,-1 0 0,1 0 0,0 0 0,-1 0 0,1 1 0,-1-1 0,1 0 0,0 0 0,-1 1 0,1-1 0,-1 1 0,1-1 0,-1 1 0,1 0 0,0-1 0,0 2 0,5 9 0,1 1 0,-1 0 0,0 1 0,8 24 0,4 8 0,-7-20 0,1-1 0,0-1 0,0 0 0,2-2 0,18 23 0,-23-33 0,0-2 0,0 0 0,1 0 0,0-2 0,0 0 0,0-1 0,0-1 0,1 0 0,-1-2 0,17 3 0,40-3 0,0-5 0,115-29 0,-77 5 0,171-82 0,-264 102 0,-4 2 0,-1 0 0,0 1 0,10-2 0,-15 4 0,0 1 0,0 0 0,1 0 0,-1 0 0,0 1 0,0 0 0,0-1 0,1 1 0,-1 0 0,0 1 0,0-1 0,0 0 0,0 1 0,0 0 0,2 3 0,4 7 0,0 1 0,0 0 0,-1 1 0,9 23 0,11 20 0,-16-38 0,0-2 0,0 0 0,1-1 0,0-1 0,1 0 0,0-2 0,25 19 0,-19-20 0,0-1 0,0-2 0,1-1 0,-1-1 0,30 3 0,-18-8 0,1-3 0,-1-1 0,1-3 0,-1-3 0,0-2 0,0-2 0,44-27 0,7-18 0,-2-6 0,-2-6 0,84-98 0,-147 150 0,-4 4 0,1 0 0,0 2 0,0 0 0,16-11 0,-26 21 0,0 1 0,0-1 0,0 0 0,0 1 0,-1-1 0,1 1 0,0 0 0,0 0 0,0 1 0,0-1 0,0 0 0,0 1 0,0 0 0,-1 0 0,1 0 0,0 0 0,0 1 0,-1-1 0,1 1 0,0-1 0,-1 1 0,1 0 0,-1 0 0,1 0 0,1 5 0,3 4 0,-1 1 0,0 1 0,-1-1 0,7 22 0,8 23 0,-17-53 0,0 0 0,1 0 0,-1 0 0,1-1 0,0 0 0,0 0 0,0 0 0,0 0 0,0-1 0,0 1 0,0-1 0,0-1 0,1 1 0,-1-1 0,0 0 0,0 0 0,1-1 0,-1 0 0,1 0 0,-1 0 0,0 0 0,7-3 0,7-3 0,0-1 0,-1-2 0,21-15 0,-15 10 0,6-3 0,29-20 0,1 4 0,86-27 0,-140 58 0,0 1 0,0-1 0,0 2 0,0-1 0,0 1 0,0 0 0,1 1 0,-1-1 0,0 1 0,0 1 0,0-1 0,0 1 0,0 1 0,-1-1 0,1 1 0,0 0 0,-1 0 0,1 1 0,-1 0 0,5 6 0,10 19 0,22 46 0,10 17 0,-27-58 0,0-2 0,2-2 0,0-2 0,1-1 0,0-2 0,1-3 0,1-1 0,0-3 0,1-1 0,44 14 0,-33-18 0,-1-3 0,2-3 0,-1-3 0,0-3 0,1-3 0,-1-3 0,56-19 0,-75 15 0,-1-1 0,0-2 0,0-1 0,0-1 0,29-31 0,-48 44 0,1-1 0,0 1 0,-1 0 0,1 0 0,0 0 0,0 1 0,0-1 0,0 1 0,0-1 0,0 1 0,0 0 0,-1 0 0,1 1 0,0-1 0,0 0 0,0 1 0,0 0 0,0 0 0,-1 0 0,1 0 0,0 1 0,0-1 0,2 4 0,4 4 0,0 2 0,0-1 0,10 21 0,2 0 0,4 3 0,2-3 0,1-2 0,0-2 0,1-1 0,0-3 0,2-2 0,-1-2 0,54 21 0,-37-23 0,0-4 0,0-4 0,0-3 0,0-3 0,62-10 0,-84 3 0,-1-1 0,0-2 0,0-2 0,27-18 0,-36 18 0,-1 0 0,0-2 0,0-1 0,-1-1 0,0-1 0,0 0 0,20-34 0,-28 41 0,7-13 0,1 2 0,23-32 0,-30 45 0,1 0 0,-1 0 0,0 1 0,1 0 0,0 1 0,-1 0 0,1 0 0,0 1 0,0 0 0,0 1 0,6 0 0,24 1 0,-27 1 0,1-1 0,-1 0 0,1-1 0,-1 0 0,0-1 0,1-1 0,-1-1 0,0 0 0,14-11 0,-11 4 0,-1-1 0,0-1 0,-1-1 0,0 0 0,0-1 0,-1-1 0,0-1 0,0 0 0,11-31 0,2-14 0,29-108 0,-44 145 0,53-180 0,-58 202 0,-1-1 0,1 0 0,0 1 0,0 0 0,0-1 0,0 1 0,0 1 0,0-1 0,0 0 0,0 1 0,1 0 0,-1 0 0,1 0 0,-1 0 0,1 1 0,-1 0 0,1-1 0,0 2 0,3-2 0,7 0 0,0 1 0,24 4 0,-15-1 0,4 0-455,0-2 0,51-12 0,-65 8-6371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19:04:16.998"/>
    </inkml:context>
    <inkml:brush xml:id="br0">
      <inkml:brushProperty name="width" value="0.035" units="cm"/>
      <inkml:brushProperty name="height" value="0.035" units="cm"/>
    </inkml:brush>
  </inkml:definitions>
  <inkml:trace contextRef="#ctx0" brushRef="#br0">0 614 24575,'1'-1'0,"-1"0"0,1 0 0,0 0 0,0 0 0,0 0 0,0 0 0,-1 0 0,1 0 0,0 0 0,0 1 0,0-1 0,1 0 0,3-2 0,255-187 0,-4-32 0,-88 75 0,-159 139 0,-3 3 0,-1 0 0,1 0 0,1 1 0,-1 0 0,11-4 0,-16 8 0,1 0 0,-1 0 0,1 0 0,-1 0 0,1 0 0,-1 0 0,1 1 0,-1-1 0,1 1 0,-1 0 0,1 0 0,-1 0 0,1 0 0,-1 0 0,0 0 0,1 1 0,-1-1 0,0 1 0,0 0 0,0-1 0,0 1 0,0 0 0,0 0 0,0 0 0,0 1 0,0-1 0,0 0 0,0 4 0,14 38 0,-5-6 0,2-2 0,1 0 0,1-2 0,0 0 0,20 33 0,-17-41 0,1-1 0,0-1 0,1-2 0,1-1 0,0-2 0,1-1 0,0-2 0,27 14 0,2-4 0,1-3 0,79 16 0,-69-26 0,122-2 0,-176-12 0,1 0 0,0-1 0,-1 0 0,1-1 0,-1 0 0,0-1 0,1-1 0,-1 0 0,12-12 0,-3-1 0,-1-1 0,24-39 0,-31 44 0,0 1 0,0 1 0,0 0 0,13-13 0,-20 23 0,0 0 0,1 1 0,-1-1 0,0 1 0,1 0 0,-1 0 0,1 0 0,-1 0 0,1 0 0,0 1 0,-1-1 0,1 1 0,-1-1 0,1 1 0,0 0 0,-1 0 0,1 1 0,0-1 0,-1 0 0,1 1 0,-1 0 0,1-1 0,-1 1 0,1 0 0,-1 0 0,1 1 0,-1-1 0,1 1 0,1 1 0,4 10 0,0 1 0,-1 0 0,0 0 0,8 26 0,-10-26 0,0-1 0,1-1 0,0 1 0,0-1 0,1-1 0,0 0 0,0 0 0,9 11 0,-8-15 0,1 1 0,0-2 0,0 0 0,0 0 0,0-1 0,1-1 0,-1-1 0,1 0 0,0 0 0,-1-2 0,1 0 0,0 0 0,0-2 0,13-2 0,-6-1 0,0-2 0,1 0 0,-2-2 0,1-1 0,0-1 0,25-24 0,-19 12 0,0-2 0,-1-2 0,32-51 0,49-104 0,-99 173 0,12-16 0,-14 23 0,-1 1 0,1-1 0,-1 1 0,1-1 0,0 1 0,-1 0 0,1 0 0,0-1 0,-1 1 0,1 0 0,-1 0 0,1 0 0,0 0 0,-1 0 0,1 0 0,0 0 0,-1 0 0,1 1 0,-1-1 0,1 0 0,0 0 0,-1 1 0,1-1 0,-1 1 0,1-1 0,-1 1 0,1 0 0,0-1 0,0 2 0,5 9 0,1 1 0,-1 0 0,0 1 0,8 24 0,4 8 0,-7-20 0,1-1 0,0-1 0,0 0 0,2-2 0,18 23 0,-23-33 0,0-2 0,0 0 0,1 0 0,0-2 0,0 0 0,0-1 0,0-1 0,1 0 0,-1-2 0,17 3 0,40-3 0,0-5 0,115-29 0,-77 5 0,171-82 0,-264 102 0,-4 2 0,-1 0 0,0 1 0,10-2 0,-15 4 0,0 1 0,0 0 0,1 0 0,-1 0 0,0 1 0,0 0 0,0-1 0,1 1 0,-1 0 0,0 1 0,0-1 0,0 0 0,0 1 0,0 0 0,2 3 0,4 7 0,0 1 0,0 0 0,-1 1 0,9 23 0,11 20 0,-16-38 0,0-2 0,0 0 0,1-1 0,0-1 0,1 0 0,0-2 0,25 19 0,-19-20 0,0-1 0,0-2 0,1-1 0,-1-1 0,30 3 0,-18-8 0,1-3 0,-1-1 0,1-3 0,-1-3 0,0-2 0,0-2 0,44-27 0,7-18 0,-2-6 0,-2-6 0,84-98 0,-147 150 0,-4 4 0,1 0 0,0 2 0,0 0 0,16-11 0,-26 21 0,0 1 0,0-1 0,0 0 0,0 1 0,-1-1 0,1 1 0,0 0 0,0 0 0,0 1 0,0-1 0,0 0 0,0 1 0,0 0 0,-1 0 0,1 0 0,0 0 0,0 1 0,-1-1 0,1 1 0,0-1 0,-1 1 0,1 0 0,-1 0 0,1 0 0,1 5 0,3 4 0,-1 1 0,0 1 0,-1-1 0,7 22 0,8 23 0,-17-53 0,0 0 0,1 0 0,-1 0 0,1-1 0,0 0 0,0 0 0,0 0 0,0 0 0,0-1 0,0 1 0,0-1 0,0-1 0,1 1 0,-1-1 0,0 0 0,0 0 0,1-1 0,-1 0 0,1 0 0,-1 0 0,0 0 0,7-3 0,7-3 0,0-1 0,-1-2 0,21-15 0,-15 10 0,6-3 0,29-20 0,1 4 0,86-27 0,-140 58 0,0 1 0,0-1 0,0 2 0,0-1 0,0 1 0,0 0 0,1 1 0,-1-1 0,0 1 0,0 1 0,0-1 0,0 1 0,0 1 0,-1-1 0,1 1 0,0 0 0,-1 0 0,1 1 0,-1 0 0,5 6 0,10 19 0,22 46 0,10 17 0,-27-58 0,0-2 0,2-2 0,0-2 0,1-1 0,0-2 0,1-3 0,1-1 0,0-3 0,1-1 0,44 14 0,-33-18 0,-1-3 0,2-3 0,-1-3 0,0-3 0,1-3 0,-1-3 0,56-19 0,-75 15 0,-1-1 0,0-2 0,0-1 0,0-1 0,29-31 0,-48 44 0,1-1 0,0 1 0,-1 0 0,1 0 0,0 0 0,0 1 0,0-1 0,0 1 0,0-1 0,0 1 0,0 0 0,-1 0 0,1 1 0,0-1 0,0 0 0,0 1 0,0 0 0,0 0 0,-1 0 0,1 0 0,0 1 0,0-1 0,2 4 0,4 4 0,0 2 0,0-1 0,10 21 0,2 0 0,4 3 0,2-3 0,1-2 0,0-2 0,1-1 0,0-3 0,2-2 0,-1-2 0,54 21 0,-37-23 0,0-4 0,0-4 0,0-3 0,0-3 0,62-10 0,-84 3 0,-1-1 0,0-2 0,0-2 0,27-18 0,-36 18 0,-1 0 0,0-2 0,0-1 0,-1-1 0,0-1 0,0 0 0,20-34 0,-28 41 0,7-13 0,1 2 0,23-32 0,-30 45 0,1 0 0,-1 0 0,0 1 0,1 0 0,0 1 0,-1 0 0,1 0 0,0 1 0,0 0 0,0 1 0,6 0 0,24 1 0,-27 1 0,1-1 0,-1 0 0,1-1 0,-1 0 0,0-1 0,1-1 0,-1-1 0,0 0 0,14-11 0,-11 4 0,-1-1 0,0-1 0,-1-1 0,0 0 0,0-1 0,-1-1 0,0-1 0,0 0 0,11-31 0,2-14 0,29-108 0,-44 145 0,53-180 0,-58 202 0,-1-1 0,1 0 0,0 1 0,0 0 0,0-1 0,0 1 0,0 1 0,0-1 0,0 0 0,0 1 0,1 0 0,-1 0 0,1 0 0,-1 0 0,1 1 0,-1 0 0,1-1 0,0 2 0,3-2 0,7 0 0,0 1 0,24 4 0,-15-1 0,4 0-455,0-2 0,51-12 0,-65 8-6371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19:04:16.998"/>
    </inkml:context>
    <inkml:brush xml:id="br0">
      <inkml:brushProperty name="width" value="0.035" units="cm"/>
      <inkml:brushProperty name="height" value="0.035" units="cm"/>
    </inkml:brush>
  </inkml:definitions>
  <inkml:trace contextRef="#ctx0" brushRef="#br0">0 614 24575,'1'-1'0,"-1"0"0,1 0 0,0 0 0,0 0 0,0 0 0,0 0 0,-1 0 0,1 0 0,0 0 0,0 1 0,0-1 0,1 0 0,3-2 0,255-187 0,-4-32 0,-88 75 0,-159 139 0,-3 3 0,-1 0 0,1 0 0,1 1 0,-1 0 0,11-4 0,-16 8 0,1 0 0,-1 0 0,1 0 0,-1 0 0,1 0 0,-1 0 0,1 1 0,-1-1 0,1 1 0,-1 0 0,1 0 0,-1 0 0,1 0 0,-1 0 0,0 0 0,1 1 0,-1-1 0,0 1 0,0 0 0,0-1 0,0 1 0,0 0 0,0 0 0,0 0 0,0 1 0,0-1 0,0 0 0,0 4 0,14 38 0,-5-6 0,2-2 0,1 0 0,1-2 0,0 0 0,20 33 0,-17-41 0,1-1 0,0-1 0,1-2 0,1-1 0,0-2 0,1-1 0,0-2 0,27 14 0,2-4 0,1-3 0,79 16 0,-69-26 0,122-2 0,-176-12 0,1 0 0,0-1 0,-1 0 0,1-1 0,-1 0 0,0-1 0,1-1 0,-1 0 0,12-12 0,-3-1 0,-1-1 0,24-39 0,-31 44 0,0 1 0,0 1 0,0 0 0,13-13 0,-20 23 0,0 0 0,1 1 0,-1-1 0,0 1 0,1 0 0,-1 0 0,1 0 0,-1 0 0,1 0 0,0 1 0,-1-1 0,1 1 0,-1-1 0,1 1 0,0 0 0,-1 0 0,1 1 0,0-1 0,-1 0 0,1 1 0,-1 0 0,1-1 0,-1 1 0,1 0 0,-1 0 0,1 1 0,-1-1 0,1 1 0,1 1 0,4 10 0,0 1 0,-1 0 0,0 0 0,8 26 0,-10-26 0,0-1 0,1-1 0,0 1 0,0-1 0,1-1 0,0 0 0,0 0 0,9 11 0,-8-15 0,1 1 0,0-2 0,0 0 0,0 0 0,0-1 0,1-1 0,-1-1 0,1 0 0,0 0 0,-1-2 0,1 0 0,0 0 0,0-2 0,13-2 0,-6-1 0,0-2 0,1 0 0,-2-2 0,1-1 0,0-1 0,25-24 0,-19 12 0,0-2 0,-1-2 0,32-51 0,49-104 0,-99 173 0,12-16 0,-14 23 0,-1 1 0,1-1 0,-1 1 0,1-1 0,0 1 0,-1 0 0,1 0 0,0-1 0,-1 1 0,1 0 0,-1 0 0,1 0 0,0 0 0,-1 0 0,1 0 0,0 0 0,-1 0 0,1 1 0,-1-1 0,1 0 0,0 0 0,-1 1 0,1-1 0,-1 1 0,1-1 0,-1 1 0,1 0 0,0-1 0,0 2 0,5 9 0,1 1 0,-1 0 0,0 1 0,8 24 0,4 8 0,-7-20 0,1-1 0,0-1 0,0 0 0,2-2 0,18 23 0,-23-33 0,0-2 0,0 0 0,1 0 0,0-2 0,0 0 0,0-1 0,0-1 0,1 0 0,-1-2 0,17 3 0,40-3 0,0-5 0,115-29 0,-77 5 0,171-82 0,-264 102 0,-4 2 0,-1 0 0,0 1 0,10-2 0,-15 4 0,0 1 0,0 0 0,1 0 0,-1 0 0,0 1 0,0 0 0,0-1 0,1 1 0,-1 0 0,0 1 0,0-1 0,0 0 0,0 1 0,0 0 0,2 3 0,4 7 0,0 1 0,0 0 0,-1 1 0,9 23 0,11 20 0,-16-38 0,0-2 0,0 0 0,1-1 0,0-1 0,1 0 0,0-2 0,25 19 0,-19-20 0,0-1 0,0-2 0,1-1 0,-1-1 0,30 3 0,-18-8 0,1-3 0,-1-1 0,1-3 0,-1-3 0,0-2 0,0-2 0,44-27 0,7-18 0,-2-6 0,-2-6 0,84-98 0,-147 150 0,-4 4 0,1 0 0,0 2 0,0 0 0,16-11 0,-26 21 0,0 1 0,0-1 0,0 0 0,0 1 0,-1-1 0,1 1 0,0 0 0,0 0 0,0 1 0,0-1 0,0 0 0,0 1 0,0 0 0,-1 0 0,1 0 0,0 0 0,0 1 0,-1-1 0,1 1 0,0-1 0,-1 1 0,1 0 0,-1 0 0,1 0 0,1 5 0,3 4 0,-1 1 0,0 1 0,-1-1 0,7 22 0,8 23 0,-17-53 0,0 0 0,1 0 0,-1 0 0,1-1 0,0 0 0,0 0 0,0 0 0,0 0 0,0-1 0,0 1 0,0-1 0,0-1 0,1 1 0,-1-1 0,0 0 0,0 0 0,1-1 0,-1 0 0,1 0 0,-1 0 0,0 0 0,7-3 0,7-3 0,0-1 0,-1-2 0,21-15 0,-15 10 0,6-3 0,29-20 0,1 4 0,86-27 0,-140 58 0,0 1 0,0-1 0,0 2 0,0-1 0,0 1 0,0 0 0,1 1 0,-1-1 0,0 1 0,0 1 0,0-1 0,0 1 0,0 1 0,-1-1 0,1 1 0,0 0 0,-1 0 0,1 1 0,-1 0 0,5 6 0,10 19 0,22 46 0,10 17 0,-27-58 0,0-2 0,2-2 0,0-2 0,1-1 0,0-2 0,1-3 0,1-1 0,0-3 0,1-1 0,44 14 0,-33-18 0,-1-3 0,2-3 0,-1-3 0,0-3 0,1-3 0,-1-3 0,56-19 0,-75 15 0,-1-1 0,0-2 0,0-1 0,0-1 0,29-31 0,-48 44 0,1-1 0,0 1 0,-1 0 0,1 0 0,0 0 0,0 1 0,0-1 0,0 1 0,0-1 0,0 1 0,0 0 0,-1 0 0,1 1 0,0-1 0,0 0 0,0 1 0,0 0 0,0 0 0,-1 0 0,1 0 0,0 1 0,0-1 0,2 4 0,4 4 0,0 2 0,0-1 0,10 21 0,2 0 0,4 3 0,2-3 0,1-2 0,0-2 0,1-1 0,0-3 0,2-2 0,-1-2 0,54 21 0,-37-23 0,0-4 0,0-4 0,0-3 0,0-3 0,62-10 0,-84 3 0,-1-1 0,0-2 0,0-2 0,27-18 0,-36 18 0,-1 0 0,0-2 0,0-1 0,-1-1 0,0-1 0,0 0 0,20-34 0,-28 41 0,7-13 0,1 2 0,23-32 0,-30 45 0,1 0 0,-1 0 0,0 1 0,1 0 0,0 1 0,-1 0 0,1 0 0,0 1 0,0 0 0,0 1 0,6 0 0,24 1 0,-27 1 0,1-1 0,-1 0 0,1-1 0,-1 0 0,0-1 0,1-1 0,-1-1 0,0 0 0,14-11 0,-11 4 0,-1-1 0,0-1 0,-1-1 0,0 0 0,0-1 0,-1-1 0,0-1 0,0 0 0,11-31 0,2-14 0,29-108 0,-44 145 0,53-180 0,-58 202 0,-1-1 0,1 0 0,0 1 0,0 0 0,0-1 0,0 1 0,0 1 0,0-1 0,0 0 0,0 1 0,1 0 0,-1 0 0,1 0 0,-1 0 0,1 1 0,-1 0 0,1-1 0,0 2 0,3-2 0,7 0 0,0 1 0,24 4 0,-15-1 0,4 0-455,0-2 0,51-12 0,-65 8-6371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19:04:16.998"/>
    </inkml:context>
    <inkml:brush xml:id="br0">
      <inkml:brushProperty name="width" value="0.035" units="cm"/>
      <inkml:brushProperty name="height" value="0.035" units="cm"/>
    </inkml:brush>
  </inkml:definitions>
  <inkml:trace contextRef="#ctx0" brushRef="#br0">0 614 24575,'1'-1'0,"-1"0"0,1 0 0,0 0 0,0 0 0,0 0 0,0 0 0,-1 0 0,1 0 0,0 0 0,0 1 0,0-1 0,1 0 0,3-2 0,255-187 0,-4-32 0,-88 75 0,-159 139 0,-3 3 0,-1 0 0,1 0 0,1 1 0,-1 0 0,11-4 0,-16 8 0,1 0 0,-1 0 0,1 0 0,-1 0 0,1 0 0,-1 0 0,1 1 0,-1-1 0,1 1 0,-1 0 0,1 0 0,-1 0 0,1 0 0,-1 0 0,0 0 0,1 1 0,-1-1 0,0 1 0,0 0 0,0-1 0,0 1 0,0 0 0,0 0 0,0 0 0,0 1 0,0-1 0,0 0 0,0 4 0,14 38 0,-5-6 0,2-2 0,1 0 0,1-2 0,0 0 0,20 33 0,-17-41 0,1-1 0,0-1 0,1-2 0,1-1 0,0-2 0,1-1 0,0-2 0,27 14 0,2-4 0,1-3 0,79 16 0,-69-26 0,122-2 0,-176-12 0,1 0 0,0-1 0,-1 0 0,1-1 0,-1 0 0,0-1 0,1-1 0,-1 0 0,12-12 0,-3-1 0,-1-1 0,24-39 0,-31 44 0,0 1 0,0 1 0,0 0 0,13-13 0,-20 23 0,0 0 0,1 1 0,-1-1 0,0 1 0,1 0 0,-1 0 0,1 0 0,-1 0 0,1 0 0,0 1 0,-1-1 0,1 1 0,-1-1 0,1 1 0,0 0 0,-1 0 0,1 1 0,0-1 0,-1 0 0,1 1 0,-1 0 0,1-1 0,-1 1 0,1 0 0,-1 0 0,1 1 0,-1-1 0,1 1 0,1 1 0,4 10 0,0 1 0,-1 0 0,0 0 0,8 26 0,-10-26 0,0-1 0,1-1 0,0 1 0,0-1 0,1-1 0,0 0 0,0 0 0,9 11 0,-8-15 0,1 1 0,0-2 0,0 0 0,0 0 0,0-1 0,1-1 0,-1-1 0,1 0 0,0 0 0,-1-2 0,1 0 0,0 0 0,0-2 0,13-2 0,-6-1 0,0-2 0,1 0 0,-2-2 0,1-1 0,0-1 0,25-24 0,-19 12 0,0-2 0,-1-2 0,32-51 0,49-104 0,-99 173 0,12-16 0,-14 23 0,-1 1 0,1-1 0,-1 1 0,1-1 0,0 1 0,-1 0 0,1 0 0,0-1 0,-1 1 0,1 0 0,-1 0 0,1 0 0,0 0 0,-1 0 0,1 0 0,0 0 0,-1 0 0,1 1 0,-1-1 0,1 0 0,0 0 0,-1 1 0,1-1 0,-1 1 0,1-1 0,-1 1 0,1 0 0,0-1 0,0 2 0,5 9 0,1 1 0,-1 0 0,0 1 0,8 24 0,4 8 0,-7-20 0,1-1 0,0-1 0,0 0 0,2-2 0,18 23 0,-23-33 0,0-2 0,0 0 0,1 0 0,0-2 0,0 0 0,0-1 0,0-1 0,1 0 0,-1-2 0,17 3 0,40-3 0,0-5 0,115-29 0,-77 5 0,171-82 0,-264 102 0,-4 2 0,-1 0 0,0 1 0,10-2 0,-15 4 0,0 1 0,0 0 0,1 0 0,-1 0 0,0 1 0,0 0 0,0-1 0,1 1 0,-1 0 0,0 1 0,0-1 0,0 0 0,0 1 0,0 0 0,2 3 0,4 7 0,0 1 0,0 0 0,-1 1 0,9 23 0,11 20 0,-16-38 0,0-2 0,0 0 0,1-1 0,0-1 0,1 0 0,0-2 0,25 19 0,-19-20 0,0-1 0,0-2 0,1-1 0,-1-1 0,30 3 0,-18-8 0,1-3 0,-1-1 0,1-3 0,-1-3 0,0-2 0,0-2 0,44-27 0,7-18 0,-2-6 0,-2-6 0,84-98 0,-147 150 0,-4 4 0,1 0 0,0 2 0,0 0 0,16-11 0,-26 21 0,0 1 0,0-1 0,0 0 0,0 1 0,-1-1 0,1 1 0,0 0 0,0 0 0,0 1 0,0-1 0,0 0 0,0 1 0,0 0 0,-1 0 0,1 0 0,0 0 0,0 1 0,-1-1 0,1 1 0,0-1 0,-1 1 0,1 0 0,-1 0 0,1 0 0,1 5 0,3 4 0,-1 1 0,0 1 0,-1-1 0,7 22 0,8 23 0,-17-53 0,0 0 0,1 0 0,-1 0 0,1-1 0,0 0 0,0 0 0,0 0 0,0 0 0,0-1 0,0 1 0,0-1 0,0-1 0,1 1 0,-1-1 0,0 0 0,0 0 0,1-1 0,-1 0 0,1 0 0,-1 0 0,0 0 0,7-3 0,7-3 0,0-1 0,-1-2 0,21-15 0,-15 10 0,6-3 0,29-20 0,1 4 0,86-27 0,-140 58 0,0 1 0,0-1 0,0 2 0,0-1 0,0 1 0,0 0 0,1 1 0,-1-1 0,0 1 0,0 1 0,0-1 0,0 1 0,0 1 0,-1-1 0,1 1 0,0 0 0,-1 0 0,1 1 0,-1 0 0,5 6 0,10 19 0,22 46 0,10 17 0,-27-58 0,0-2 0,2-2 0,0-2 0,1-1 0,0-2 0,1-3 0,1-1 0,0-3 0,1-1 0,44 14 0,-33-18 0,-1-3 0,2-3 0,-1-3 0,0-3 0,1-3 0,-1-3 0,56-19 0,-75 15 0,-1-1 0,0-2 0,0-1 0,0-1 0,29-31 0,-48 44 0,1-1 0,0 1 0,-1 0 0,1 0 0,0 0 0,0 1 0,0-1 0,0 1 0,0-1 0,0 1 0,0 0 0,-1 0 0,1 1 0,0-1 0,0 0 0,0 1 0,0 0 0,0 0 0,-1 0 0,1 0 0,0 1 0,0-1 0,2 4 0,4 4 0,0 2 0,0-1 0,10 21 0,2 0 0,4 3 0,2-3 0,1-2 0,0-2 0,1-1 0,0-3 0,2-2 0,-1-2 0,54 21 0,-37-23 0,0-4 0,0-4 0,0-3 0,0-3 0,62-10 0,-84 3 0,-1-1 0,0-2 0,0-2 0,27-18 0,-36 18 0,-1 0 0,0-2 0,0-1 0,-1-1 0,0-1 0,0 0 0,20-34 0,-28 41 0,7-13 0,1 2 0,23-32 0,-30 45 0,1 0 0,-1 0 0,0 1 0,1 0 0,0 1 0,-1 0 0,1 0 0,0 1 0,0 0 0,0 1 0,6 0 0,24 1 0,-27 1 0,1-1 0,-1 0 0,1-1 0,-1 0 0,0-1 0,1-1 0,-1-1 0,0 0 0,14-11 0,-11 4 0,-1-1 0,0-1 0,-1-1 0,0 0 0,0-1 0,-1-1 0,0-1 0,0 0 0,11-31 0,2-14 0,29-108 0,-44 145 0,53-180 0,-58 202 0,-1-1 0,1 0 0,0 1 0,0 0 0,0-1 0,0 1 0,0 1 0,0-1 0,0 0 0,0 1 0,1 0 0,-1 0 0,1 0 0,-1 0 0,1 1 0,-1 0 0,1-1 0,0 2 0,3-2 0,7 0 0,0 1 0,24 4 0,-15-1 0,4 0-455,0-2 0,51-12 0,-65 8-6371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19:04:16.998"/>
    </inkml:context>
    <inkml:brush xml:id="br0">
      <inkml:brushProperty name="width" value="0.035" units="cm"/>
      <inkml:brushProperty name="height" value="0.035" units="cm"/>
    </inkml:brush>
  </inkml:definitions>
  <inkml:trace contextRef="#ctx0" brushRef="#br0">0 614 24575,'1'-1'0,"-1"0"0,1 0 0,0 0 0,0 0 0,0 0 0,0 0 0,-1 0 0,1 0 0,0 0 0,0 1 0,0-1 0,1 0 0,3-2 0,255-187 0,-4-32 0,-88 75 0,-159 139 0,-3 3 0,-1 0 0,1 0 0,1 1 0,-1 0 0,11-4 0,-16 8 0,1 0 0,-1 0 0,1 0 0,-1 0 0,1 0 0,-1 0 0,1 1 0,-1-1 0,1 1 0,-1 0 0,1 0 0,-1 0 0,1 0 0,-1 0 0,0 0 0,1 1 0,-1-1 0,0 1 0,0 0 0,0-1 0,0 1 0,0 0 0,0 0 0,0 0 0,0 1 0,0-1 0,0 0 0,0 4 0,14 38 0,-5-6 0,2-2 0,1 0 0,1-2 0,0 0 0,20 33 0,-17-41 0,1-1 0,0-1 0,1-2 0,1-1 0,0-2 0,1-1 0,0-2 0,27 14 0,2-4 0,1-3 0,79 16 0,-69-26 0,122-2 0,-176-12 0,1 0 0,0-1 0,-1 0 0,1-1 0,-1 0 0,0-1 0,1-1 0,-1 0 0,12-12 0,-3-1 0,-1-1 0,24-39 0,-31 44 0,0 1 0,0 1 0,0 0 0,13-13 0,-20 23 0,0 0 0,1 1 0,-1-1 0,0 1 0,1 0 0,-1 0 0,1 0 0,-1 0 0,1 0 0,0 1 0,-1-1 0,1 1 0,-1-1 0,1 1 0,0 0 0,-1 0 0,1 1 0,0-1 0,-1 0 0,1 1 0,-1 0 0,1-1 0,-1 1 0,1 0 0,-1 0 0,1 1 0,-1-1 0,1 1 0,1 1 0,4 10 0,0 1 0,-1 0 0,0 0 0,8 26 0,-10-26 0,0-1 0,1-1 0,0 1 0,0-1 0,1-1 0,0 0 0,0 0 0,9 11 0,-8-15 0,1 1 0,0-2 0,0 0 0,0 0 0,0-1 0,1-1 0,-1-1 0,1 0 0,0 0 0,-1-2 0,1 0 0,0 0 0,0-2 0,13-2 0,-6-1 0,0-2 0,1 0 0,-2-2 0,1-1 0,0-1 0,25-24 0,-19 12 0,0-2 0,-1-2 0,32-51 0,49-104 0,-99 173 0,12-16 0,-14 23 0,-1 1 0,1-1 0,-1 1 0,1-1 0,0 1 0,-1 0 0,1 0 0,0-1 0,-1 1 0,1 0 0,-1 0 0,1 0 0,0 0 0,-1 0 0,1 0 0,0 0 0,-1 0 0,1 1 0,-1-1 0,1 0 0,0 0 0,-1 1 0,1-1 0,-1 1 0,1-1 0,-1 1 0,1 0 0,0-1 0,0 2 0,5 9 0,1 1 0,-1 0 0,0 1 0,8 24 0,4 8 0,-7-20 0,1-1 0,0-1 0,0 0 0,2-2 0,18 23 0,-23-33 0,0-2 0,0 0 0,1 0 0,0-2 0,0 0 0,0-1 0,0-1 0,1 0 0,-1-2 0,17 3 0,40-3 0,0-5 0,115-29 0,-77 5 0,171-82 0,-264 102 0,-4 2 0,-1 0 0,0 1 0,10-2 0,-15 4 0,0 1 0,0 0 0,1 0 0,-1 0 0,0 1 0,0 0 0,0-1 0,1 1 0,-1 0 0,0 1 0,0-1 0,0 0 0,0 1 0,0 0 0,2 3 0,4 7 0,0 1 0,0 0 0,-1 1 0,9 23 0,11 20 0,-16-38 0,0-2 0,0 0 0,1-1 0,0-1 0,1 0 0,0-2 0,25 19 0,-19-20 0,0-1 0,0-2 0,1-1 0,-1-1 0,30 3 0,-18-8 0,1-3 0,-1-1 0,1-3 0,-1-3 0,0-2 0,0-2 0,44-27 0,7-18 0,-2-6 0,-2-6 0,84-98 0,-147 150 0,-4 4 0,1 0 0,0 2 0,0 0 0,16-11 0,-26 21 0,0 1 0,0-1 0,0 0 0,0 1 0,-1-1 0,1 1 0,0 0 0,0 0 0,0 1 0,0-1 0,0 0 0,0 1 0,0 0 0,-1 0 0,1 0 0,0 0 0,0 1 0,-1-1 0,1 1 0,0-1 0,-1 1 0,1 0 0,-1 0 0,1 0 0,1 5 0,3 4 0,-1 1 0,0 1 0,-1-1 0,7 22 0,8 23 0,-17-53 0,0 0 0,1 0 0,-1 0 0,1-1 0,0 0 0,0 0 0,0 0 0,0 0 0,0-1 0,0 1 0,0-1 0,0-1 0,1 1 0,-1-1 0,0 0 0,0 0 0,1-1 0,-1 0 0,1 0 0,-1 0 0,0 0 0,7-3 0,7-3 0,0-1 0,-1-2 0,21-15 0,-15 10 0,6-3 0,29-20 0,1 4 0,86-27 0,-140 58 0,0 1 0,0-1 0,0 2 0,0-1 0,0 1 0,0 0 0,1 1 0,-1-1 0,0 1 0,0 1 0,0-1 0,0 1 0,0 1 0,-1-1 0,1 1 0,0 0 0,-1 0 0,1 1 0,-1 0 0,5 6 0,10 19 0,22 46 0,10 17 0,-27-58 0,0-2 0,2-2 0,0-2 0,1-1 0,0-2 0,1-3 0,1-1 0,0-3 0,1-1 0,44 14 0,-33-18 0,-1-3 0,2-3 0,-1-3 0,0-3 0,1-3 0,-1-3 0,56-19 0,-75 15 0,-1-1 0,0-2 0,0-1 0,0-1 0,29-31 0,-48 44 0,1-1 0,0 1 0,-1 0 0,1 0 0,0 0 0,0 1 0,0-1 0,0 1 0,0-1 0,0 1 0,0 0 0,-1 0 0,1 1 0,0-1 0,0 0 0,0 1 0,0 0 0,0 0 0,-1 0 0,1 0 0,0 1 0,0-1 0,2 4 0,4 4 0,0 2 0,0-1 0,10 21 0,2 0 0,4 3 0,2-3 0,1-2 0,0-2 0,1-1 0,0-3 0,2-2 0,-1-2 0,54 21 0,-37-23 0,0-4 0,0-4 0,0-3 0,0-3 0,62-10 0,-84 3 0,-1-1 0,0-2 0,0-2 0,27-18 0,-36 18 0,-1 0 0,0-2 0,0-1 0,-1-1 0,0-1 0,0 0 0,20-34 0,-28 41 0,7-13 0,1 2 0,23-32 0,-30 45 0,1 0 0,-1 0 0,0 1 0,1 0 0,0 1 0,-1 0 0,1 0 0,0 1 0,0 0 0,0 1 0,6 0 0,24 1 0,-27 1 0,1-1 0,-1 0 0,1-1 0,-1 0 0,0-1 0,1-1 0,-1-1 0,0 0 0,14-11 0,-11 4 0,-1-1 0,0-1 0,-1-1 0,0 0 0,0-1 0,-1-1 0,0-1 0,0 0 0,11-31 0,2-14 0,29-108 0,-44 145 0,53-180 0,-58 202 0,-1-1 0,1 0 0,0 1 0,0 0 0,0-1 0,0 1 0,0 1 0,0-1 0,0 0 0,0 1 0,1 0 0,-1 0 0,1 0 0,-1 0 0,1 1 0,-1 0 0,1-1 0,0 2 0,3-2 0,7 0 0,0 1 0,24 4 0,-15-1 0,4 0-455,0-2 0,51-12 0,-65 8-6371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19:04:16.998"/>
    </inkml:context>
    <inkml:brush xml:id="br0">
      <inkml:brushProperty name="width" value="0.035" units="cm"/>
      <inkml:brushProperty name="height" value="0.035" units="cm"/>
    </inkml:brush>
  </inkml:definitions>
  <inkml:trace contextRef="#ctx0" brushRef="#br0">0 352 24575,'1'-1'0,"-1"0"0,1 1 0,0-1 0,0 1 0,0-1 0,0 1 0,-1-1 0,0 0 0,1 1 0,0 0 0,0-1 0,1 1 0,3-2 0,235-107 0,-2-18 0,-83 43 0,-147 80 0,-2 1 0,-1 0 0,0 0 0,2 1 0,-2 0 0,11-3 0,-15 5 0,1 0 0,-1 0 0,0 0 0,0 0 0,1 0 0,-1 0 0,1 1 0,-1-1 0,1 0 0,-1 1 0,1-1 0,-1 1 0,0-1 0,0 1 0,0 0 0,1 0 0,-1-1 0,0 1 0,0 1 0,0-2 0,0 1 0,0 0 0,0 1 0,-1-1 0,1 0 0,0 1 0,0-1 0,0 2 0,13 22 0,-5-3 0,2-1 0,1-1 0,1 0 0,0-1 0,19 19 0,-16-23 0,0 0 0,1-2 0,1 0 0,0-1 0,1-1 0,0-1 0,0-1 0,26 8 0,1-2 0,1-2 0,74 10 0,-65-16 0,114-1 0,-164-6 0,2-1 0,-1 0 0,-1 0 0,2-1 0,-2 1 0,1-2 0,0 0 0,0 1 0,10-8 0,-2 0 0,-1-1 0,22-22 0,-28 25 0,-1 0 0,0 1 0,1 0 0,11-7 0,-18 13 0,0 0 0,1 0 0,-1 0 0,0 0 0,1 1 0,-1-1 0,0 1 0,0-1 0,1 1 0,0 0 0,-1-1 0,1 1 0,-1-1 0,1 1 0,-1 0 0,0 0 0,1 1 0,0-1 0,-1 0 0,1 1 0,-1-1 0,1 0 0,-1 1 0,0-1 0,0 1 0,1 0 0,-1 0 0,1 0 0,1 0 0,3 7 0,1 0 0,-2 0 0,1 0 0,7 15 0,-10-15 0,1-1 0,1 0 0,-1 1 0,1-2 0,1 1 0,-1-1 0,1 0 0,8 7 0,-8-9 0,2 0 0,-1 0 0,0-1 0,1 1 0,-1-1 0,1-1 0,0 0 0,0-1 0,1 1 0,-2-1 0,1-1 0,1 1 0,-1-2 0,12-1 0,-5 0 0,0-1 0,1-1 0,-2 0 0,0-1 0,1-1 0,23-14 0,-17 8 0,-1-2 0,-1-1 0,30-29 0,46-59 0,-92 98 0,11-9 0,-14 14 0,0 0 0,1-1 0,-1 1 0,1 0 0,0 0 0,-1 0 0,1 0 0,0-1 0,-1 1 0,1 0 0,-1 0 0,1 0 0,0 0 0,-1 0 0,1 0 0,0 0 0,-1 0 0,1 1 0,-1-1 0,1 0 0,0 0 0,-1 0 0,0 0 0,0 1 0,1-1 0,-1 0 0,1 1 0,0-1 0,0 1 0,5 5 0,0 1 0,0 0 0,-1 1 0,8 13 0,4 4 0,-7-10 0,1-2 0,0 1 0,0-1 0,2-1 0,17 13 0,-22-19 0,1-1 0,-1 1 0,1-1 0,1-1 0,-1 0 0,0-1 0,0 0 0,1 0 0,0-1 0,15 1 0,37-1 0,0-3 0,106-17 0,-70 3 0,157-47 0,-244 59 0,-3 0 0,-2 1 0,1 0 0,8 0 0,-13 1 0,0 1 0,0 0 0,1 0 0,-1 0 0,-1 1 0,1-1 0,0 0 0,1 1 0,-1-1 0,0 1 0,-1 0 0,1 0 0,0 0 0,0 0 0,2 2 0,3 4 0,0 0 0,1 1 0,-2 0 0,9 13 0,10 11 0,-15-21 0,1-1 0,-1 0 0,1-1 0,0-1 0,1 1 0,0-2 0,23 12 0,-17-13 0,-1 1 0,1-2 0,1 0 0,-2-1 0,28 1 0,-16-4 0,1-1 0,-1-1 0,0-2 0,0-2 0,0-1 0,-1 0 0,42-17 0,6-9 0,-2-4 0,-2-4 0,78-55 0,-136 85 0,-4 3 0,1-1 0,0 2 0,0 0 0,15-7 0,-24 12 0,0 1 0,0 0 0,0-1 0,-1 1 0,0 0 0,1 0 0,0 0 0,0 0 0,0 0 0,0 0 0,0 0 0,-1 1 0,1-1 0,-1 1 0,1 0 0,0-1 0,0 1 0,-1 0 0,0 0 0,1 0 0,-1 0 0,1 0 0,-1 0 0,1 0 0,1 3 0,2 2 0,0 1 0,-1 1 0,0-1 0,6 12 0,8 14 0,-16-31 0,0 0 0,0 0 0,0 1 0,1-2 0,0 1 0,0 0 0,-1 0 0,1-1 0,0 1 0,0-1 0,0 0 0,-1 0 0,2 0 0,-1 0 0,0-1 0,-1 1 0,2-1 0,-1 0 0,1 0 0,-2 0 0,1 0 0,6-2 0,7-1 0,0-1 0,-1-2 0,19-7 0,-14 5 0,6-2 0,27-11 0,1 2 0,79-15 0,-129 33 0,-1 0 0,1 0 0,0 1 0,0-1 0,-1 1 0,1 0 0,1 1 0,-2-1 0,1 0 0,0 2 0,-1-2 0,1 1 0,0 1 0,-1-1 0,0 1 0,1 0 0,-1-1 0,0 2 0,0-1 0,5 4 0,8 10 0,21 27 0,10 10 0,-26-34 0,0-1 0,2 0 0,1-2 0,0-1 0,0-1 0,1-1 0,1-1 0,0-2 0,0 0 0,42 8 0,-31-11 0,-1-1 0,2-2 0,-1-2 0,0-1 0,1-2 0,-1-2 0,52-11 0,-70 9 0,0-1 0,-1-1 0,1 0 0,0-1 0,26-18 0,-44 25 0,1 0 0,0 1 0,-2-1 0,2 1 0,0-1 0,0 1 0,0-1 0,0 1 0,0 0 0,-1 0 0,1 0 0,-1 0 0,1 0 0,0 0 0,0 0 0,0 1 0,-1 0 0,1-1 0,-1 1 0,1-1 0,0 1 0,0 0 0,1 2 0,5 2 0,-1 1 0,1 0 0,8 12 0,3 0 0,3 1 0,2-1 0,1-2 0,0 0 0,1-1 0,0-2 0,2-1 0,-1-1 0,50 11 0,-35-12 0,1-2 0,-1-3 0,1-2 0,-1-1 0,58-6 0,-77 2 0,-2-1 0,0-1 0,1-1 0,24-11 0,-33 11 0,-1 0 0,0-1 0,0-1 0,-1-1 0,0 0 0,0 0 0,19-19 0,-26 23 0,6-8 0,1 2 0,21-18 0,-27 25 0,1 0 0,-2 0 0,1 1 0,0-1 0,1 2 0,-1-1 0,0 0 0,1 1 0,-1 0 0,1 0 0,5 1 0,22 0 0,-24 0 0,0 0 0,-1 0 0,1 0 0,0-1 0,-1 0 0,1-1 0,0 0 0,-1 0 0,13-7 0,-10 3 0,0-1 0,-1 0 0,-1-1 0,0 0 0,0-1 0,0 0 0,-1-1 0,0 0 0,11-17 0,1-8 0,28-63 0,-42 84 0,50-103 0,-55 115 0,0 0 0,1-1 0,0 2 0,0-1 0,0 0 0,0 0 0,0 1 0,-1-1 0,1 0 0,0 1 0,1 0 0,-1 0 0,0 0 0,0 0 0,1 0 0,-1 1 0,1-2 0,0 2 0,2-1 0,7 0 0,0 1 0,22 1 0,-13 0 0,3 1-455,0-2 0,47-7 0,-60 4-6371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19:04:16.998"/>
    </inkml:context>
    <inkml:brush xml:id="br0">
      <inkml:brushProperty name="width" value="0.035" units="cm"/>
      <inkml:brushProperty name="height" value="0.035" units="cm"/>
    </inkml:brush>
  </inkml:definitions>
  <inkml:trace contextRef="#ctx0" brushRef="#br0">0 352 24575,'1'-1'0,"-1"0"0,1 1 0,0-1 0,0 1 0,0-1 0,-1 1 0,0-1 0,0 0 0,1 1 0,0 0 0,0-1 0,1 1 0,2-2 0,214-107 0,-2-18 0,-76 43 0,-133 80 0,-1 1 0,-2 0 0,1 0 0,1 1 0,-1 0 0,9-3 0,-13 5 0,1 0 0,-1 0 0,0 0 0,0 0 0,0 0 0,0 0 0,1 1 0,-1-1 0,1 0 0,-1 1 0,1-1 0,-1 1 0,-1-1 0,1 1 0,0 0 0,1 0 0,-1-1 0,0 1 0,0 1 0,0-2 0,0 1 0,-1 0 0,1 1 0,-1-1 0,1 0 0,0 1 0,0-1 0,0 2 0,12 22 0,-5-3 0,2-1 0,1-1 0,0 0 0,1-1 0,17 19 0,-14-23 0,-1 0 0,2-2 0,0 0 0,0-1 0,1-1 0,1-1 0,-1-1 0,24 8 0,0-2 0,2-2 0,67 10 0,-60-16 0,104-1 0,-148-6 0,1-1 0,-1 0 0,0 0 0,1-1 0,-1 1 0,0-2 0,0 0 0,1 1 0,8-8 0,-1 0 0,-2-1 0,21-22 0,-26 25 0,-1 0 0,1 1 0,0 0 0,10-7 0,-16 13 0,0 0 0,1 0 0,-1 0 0,0 0 0,1 1 0,-2-1 0,1 1 0,0-1 0,1 1 0,0 0 0,-1-1 0,1 1 0,-1-1 0,0 1 0,0 0 0,0 0 0,1 1 0,0-1 0,-1 0 0,0 1 0,0-1 0,1 0 0,-1 1 0,0-1 0,0 1 0,1 0 0,-1 0 0,0 0 0,2 0 0,3 7 0,0 0 0,-2 0 0,2 0 0,6 15 0,-10-15 0,2-1 0,1 0 0,-2 1 0,2-2 0,0 1 0,0-1 0,0 0 0,8 7 0,-8-9 0,2 0 0,0 0 0,-1-1 0,1 1 0,0-1 0,0-1 0,0 0 0,1-1 0,0 1 0,-2-1 0,1-1 0,1 1 0,0-2 0,10-1 0,-5 0 0,1-1 0,0-1 0,-1 0 0,0-1 0,0-1 0,22-14 0,-16 8 0,-1-2 0,-1-1 0,28-29 0,41-59 0,-84 98 0,11-9 0,-13 14 0,0 0 0,1-1 0,-1 1 0,1 0 0,0 0 0,-1 0 0,1 0 0,0-1 0,-1 1 0,1 0 0,-1 0 0,0 0 0,1 0 0,-1 0 0,1 0 0,0 0 0,-1 0 0,1 1 0,-1-1 0,1 0 0,0 0 0,-1 0 0,0 0 0,0 1 0,1-1 0,-1 0 0,1 1 0,0-1 0,0 1 0,4 5 0,0 1 0,1 0 0,-2 1 0,8 13 0,4 4 0,-7-10 0,1-2 0,0 1 0,0-1 0,1-1 0,16 13 0,-19-19 0,0-1 0,-1 1 0,1-1 0,1-1 0,0 0 0,-1-1 0,0 0 0,1 0 0,0-1 0,14 1 0,33-1 0,0-3 0,96-17 0,-63 3 0,142-47 0,-221 59 0,-3 0 0,-1 1 0,0 0 0,8 0 0,-13 1 0,1 1 0,0 0 0,1 0 0,-1 0 0,-1 1 0,0-1 0,1 0 0,1 1 0,-1-1 0,-1 1 0,0 0 0,1 0 0,0 0 0,0 0 0,1 2 0,4 4 0,-1 0 0,1 1 0,-1 0 0,7 13 0,10 11 0,-14-21 0,1-1 0,-1 0 0,1-1 0,0-1 0,1 1 0,0-2 0,21 12 0,-16-13 0,-1 1 0,2-2 0,0 0 0,-2-1 0,26 1 0,-15-4 0,1-1 0,0-1 0,-1-2 0,0-2 0,1-1 0,-2 0 0,38-17 0,6-9 0,-2-4 0,-1-4 0,69-55 0,-122 85 0,-4 3 0,1-1 0,0 2 0,0 0 0,14-7 0,-23 12 0,1 1 0,0 0 0,0-1 0,-1 1 0,0 0 0,1 0 0,-1 0 0,1 0 0,0 0 0,0 0 0,0 0 0,-2 1 0,2-1 0,-1 1 0,1 0 0,0-1 0,0 1 0,-1 0 0,-1 0 0,2 0 0,-1 0 0,1 0 0,-1 0 0,1 0 0,0 3 0,3 2 0,-1 1 0,0 1 0,0-1 0,5 12 0,7 14 0,-14-31 0,0 0 0,0 0 0,-1 1 0,2-2 0,0 1 0,0 0 0,-2 0 0,2-1 0,0 1 0,-1-1 0,1 0 0,-1 0 0,2 0 0,-2 0 0,1-1 0,-1 1 0,2-1 0,-2 0 0,2 0 0,-2 0 0,0 0 0,7-2 0,5-1 0,1-1 0,-2-2 0,18-7 0,-13 5 0,6-2 0,24-11 0,1 2 0,71-15 0,-116 33 0,-2 0 0,2 0 0,0 1 0,-1-1 0,0 1 0,1 0 0,0 1 0,-1-1 0,1 0 0,-1 2 0,0-2 0,0 1 0,1 1 0,-1-1 0,0 1 0,0 0 0,0-1 0,0 2 0,-1-1 0,6 4 0,6 10 0,20 27 0,8 10 0,-23-34 0,0-1 0,2 0 0,1-2 0,0-1 0,-1-1 0,2-1 0,1-1 0,-1-2 0,1 0 0,37 8 0,-27-11 0,-2-1 0,3-2 0,-2-2 0,1-1 0,0-2 0,0-2 0,47-11 0,-64 9 0,0-1 0,-1-1 0,1 0 0,1-1 0,22-18 0,-39 25 0,1 0 0,0 1 0,-2-1 0,2 1 0,0-1 0,-1 1 0,1-1 0,0 1 0,0 0 0,-1 0 0,1 0 0,-1 0 0,0 0 0,1 0 0,0 0 0,0 1 0,-1 0 0,0-1 0,0 1 0,1-1 0,0 1 0,0 0 0,1 2 0,4 2 0,-1 1 0,1 0 0,8 12 0,2 0 0,3 1 0,2-1 0,0-2 0,1 0 0,1-1 0,-1-2 0,3-1 0,-2-1 0,46 11 0,-32-12 0,1-2 0,-1-3 0,1-2 0,-1-1 0,53-6 0,-71 2 0,-1-1 0,0-1 0,1-1 0,22-11 0,-30 11 0,-1 0 0,0-1 0,-1-1 0,0-1 0,0 0 0,0 0 0,18-19 0,-25 23 0,6-8 0,1 2 0,19-18 0,-24 25 0,0 0 0,-1 0 0,0 1 0,1-1 0,0 2 0,0-1 0,-1 0 0,2 1 0,-2 0 0,2 0 0,4 1 0,20 0 0,-22 0 0,0 0 0,-1 0 0,1 0 0,0-1 0,0 0 0,0-1 0,0 0 0,-1 0 0,12-7 0,-9 3 0,0-1 0,-1 0 0,-1-1 0,1 0 0,-1-1 0,0 0 0,-1-1 0,0 0 0,11-17 0,0-8 0,25-63 0,-37 84 0,44-103 0,-49 115 0,0 0 0,1-1 0,0 2 0,0-1 0,0 0 0,-1 0 0,1 1 0,-1-1 0,1 0 0,0 1 0,0 0 0,0 0 0,0 0 0,0 0 0,1 0 0,-2 1 0,2-2 0,0 2 0,1-1 0,7 0 0,0 1 0,20 1 0,-12 0 0,3 1-455,-1-2 0,44-7 0,-55 4-6371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8T19:04:16.998"/>
    </inkml:context>
    <inkml:brush xml:id="br0">
      <inkml:brushProperty name="width" value="0.035" units="cm"/>
      <inkml:brushProperty name="height" value="0.035" units="cm"/>
    </inkml:brush>
  </inkml:definitions>
  <inkml:trace contextRef="#ctx0" brushRef="#br0">0 352 24575,'1'-1'0,"-1"0"0,1 1 0,0-1 0,0 1 0,0-1 0,-1 1 0,0-1 0,0 0 0,1 1 0,0 0 0,0-1 0,1 1 0,2-2 0,214-107 0,-2-18 0,-76 43 0,-133 80 0,-1 1 0,-2 0 0,1 0 0,1 1 0,-1 0 0,9-3 0,-13 5 0,1 0 0,-1 0 0,0 0 0,0 0 0,0 0 0,0 0 0,1 1 0,-1-1 0,1 0 0,-1 1 0,1-1 0,-1 1 0,-1-1 0,1 1 0,0 0 0,1 0 0,-1-1 0,0 1 0,0 1 0,0-2 0,0 1 0,-1 0 0,1 1 0,-1-1 0,1 0 0,0 1 0,0-1 0,0 2 0,12 22 0,-5-3 0,2-1 0,1-1 0,0 0 0,1-1 0,17 19 0,-14-23 0,-1 0 0,2-2 0,0 0 0,0-1 0,1-1 0,1-1 0,-1-1 0,24 8 0,0-2 0,2-2 0,67 10 0,-60-16 0,104-1 0,-148-6 0,1-1 0,-1 0 0,0 0 0,1-1 0,-1 1 0,0-2 0,0 0 0,1 1 0,8-8 0,-1 0 0,-2-1 0,21-22 0,-26 25 0,-1 0 0,1 1 0,0 0 0,10-7 0,-16 13 0,0 0 0,1 0 0,-1 0 0,0 0 0,1 1 0,-2-1 0,1 1 0,0-1 0,1 1 0,0 0 0,-1-1 0,1 1 0,-1-1 0,0 1 0,0 0 0,0 0 0,1 1 0,0-1 0,-1 0 0,0 1 0,0-1 0,1 0 0,-1 1 0,0-1 0,0 1 0,1 0 0,-1 0 0,0 0 0,2 0 0,3 7 0,0 0 0,-2 0 0,2 0 0,6 15 0,-10-15 0,2-1 0,1 0 0,-2 1 0,2-2 0,0 1 0,0-1 0,0 0 0,8 7 0,-8-9 0,2 0 0,0 0 0,-1-1 0,1 1 0,0-1 0,0-1 0,0 0 0,1-1 0,0 1 0,-2-1 0,1-1 0,1 1 0,0-2 0,10-1 0,-5 0 0,1-1 0,0-1 0,-1 0 0,0-1 0,0-1 0,22-14 0,-16 8 0,-1-2 0,-1-1 0,28-29 0,41-59 0,-84 98 0,11-9 0,-13 14 0,0 0 0,1-1 0,-1 1 0,1 0 0,0 0 0,-1 0 0,1 0 0,0-1 0,-1 1 0,1 0 0,-1 0 0,0 0 0,1 0 0,-1 0 0,1 0 0,0 0 0,-1 0 0,1 1 0,-1-1 0,1 0 0,0 0 0,-1 0 0,0 0 0,0 1 0,1-1 0,-1 0 0,1 1 0,0-1 0,0 1 0,4 5 0,0 1 0,1 0 0,-2 1 0,8 13 0,4 4 0,-7-10 0,1-2 0,0 1 0,0-1 0,1-1 0,16 13 0,-19-19 0,0-1 0,-1 1 0,1-1 0,1-1 0,0 0 0,-1-1 0,0 0 0,1 0 0,0-1 0,14 1 0,33-1 0,0-3 0,96-17 0,-63 3 0,142-47 0,-221 59 0,-3 0 0,-1 1 0,0 0 0,8 0 0,-13 1 0,1 1 0,0 0 0,1 0 0,-1 0 0,-1 1 0,0-1 0,1 0 0,1 1 0,-1-1 0,-1 1 0,0 0 0,1 0 0,0 0 0,0 0 0,1 2 0,4 4 0,-1 0 0,1 1 0,-1 0 0,7 13 0,10 11 0,-14-21 0,1-1 0,-1 0 0,1-1 0,0-1 0,1 1 0,0-2 0,21 12 0,-16-13 0,-1 1 0,2-2 0,0 0 0,-2-1 0,26 1 0,-15-4 0,1-1 0,0-1 0,-1-2 0,0-2 0,1-1 0,-2 0 0,38-17 0,6-9 0,-2-4 0,-1-4 0,69-55 0,-122 85 0,-4 3 0,1-1 0,0 2 0,0 0 0,14-7 0,-23 12 0,1 1 0,0 0 0,0-1 0,-1 1 0,0 0 0,1 0 0,-1 0 0,1 0 0,0 0 0,0 0 0,0 0 0,-2 1 0,2-1 0,-1 1 0,1 0 0,0-1 0,0 1 0,-1 0 0,-1 0 0,2 0 0,-1 0 0,1 0 0,-1 0 0,1 0 0,0 3 0,3 2 0,-1 1 0,0 1 0,0-1 0,5 12 0,7 14 0,-14-31 0,0 0 0,0 0 0,-1 1 0,2-2 0,0 1 0,0 0 0,-2 0 0,2-1 0,0 1 0,-1-1 0,1 0 0,-1 0 0,2 0 0,-2 0 0,1-1 0,-1 1 0,2-1 0,-2 0 0,2 0 0,-2 0 0,0 0 0,7-2 0,5-1 0,1-1 0,-2-2 0,18-7 0,-13 5 0,6-2 0,24-11 0,1 2 0,71-15 0,-116 33 0,-2 0 0,2 0 0,0 1 0,-1-1 0,0 1 0,1 0 0,0 1 0,-1-1 0,1 0 0,-1 2 0,0-2 0,0 1 0,1 1 0,-1-1 0,0 1 0,0 0 0,0-1 0,0 2 0,-1-1 0,6 4 0,6 10 0,20 27 0,8 10 0,-23-34 0,0-1 0,2 0 0,1-2 0,0-1 0,-1-1 0,2-1 0,1-1 0,-1-2 0,1 0 0,37 8 0,-27-11 0,-2-1 0,3-2 0,-2-2 0,1-1 0,0-2 0,0-2 0,47-11 0,-64 9 0,0-1 0,-1-1 0,1 0 0,1-1 0,22-18 0,-39 25 0,1 0 0,0 1 0,-2-1 0,2 1 0,0-1 0,-1 1 0,1-1 0,0 1 0,0 0 0,-1 0 0,1 0 0,-1 0 0,0 0 0,1 0 0,0 0 0,0 1 0,-1 0 0,0-1 0,0 1 0,1-1 0,0 1 0,0 0 0,1 2 0,4 2 0,-1 1 0,1 0 0,8 12 0,2 0 0,3 1 0,2-1 0,0-2 0,1 0 0,1-1 0,-1-2 0,3-1 0,-2-1 0,46 11 0,-32-12 0,1-2 0,-1-3 0,1-2 0,-1-1 0,53-6 0,-71 2 0,-1-1 0,0-1 0,1-1 0,22-11 0,-30 11 0,-1 0 0,0-1 0,-1-1 0,0-1 0,0 0 0,0 0 0,18-19 0,-25 23 0,6-8 0,1 2 0,19-18 0,-24 25 0,0 0 0,-1 0 0,0 1 0,1-1 0,0 2 0,0-1 0,-1 0 0,2 1 0,-2 0 0,2 0 0,4 1 0,20 0 0,-22 0 0,0 0 0,-1 0 0,1 0 0,0-1 0,0 0 0,0-1 0,0 0 0,-1 0 0,12-7 0,-9 3 0,0-1 0,-1 0 0,-1-1 0,1 0 0,-1-1 0,0 0 0,-1-1 0,0 0 0,11-17 0,0-8 0,25-63 0,-37 84 0,44-103 0,-49 115 0,0 0 0,1-1 0,0 2 0,0-1 0,0 0 0,-1 0 0,1 1 0,-1-1 0,1 0 0,0 1 0,0 0 0,0 0 0,0 0 0,0 0 0,1 0 0,-2 1 0,2-2 0,0 2 0,1-1 0,7 0 0,0 1 0,20 1 0,-12 0 0,3 1-455,-1-2 0,44-7 0,-55 4-6371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20:32:48.153"/>
    </inkml:context>
    <inkml:brush xml:id="br0">
      <inkml:brushProperty name="width" value="0.035" units="cm"/>
      <inkml:brushProperty name="height" value="0.035" units="cm"/>
    </inkml:brush>
  </inkml:definitions>
  <inkml:trace contextRef="#ctx0" brushRef="#br0">0 1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20:32:48.153"/>
    </inkml:context>
    <inkml:brush xml:id="br0">
      <inkml:brushProperty name="width" value="0.035" units="cm"/>
      <inkml:brushProperty name="height" value="0.035" units="cm"/>
    </inkml:brush>
  </inkml:definitions>
  <inkml:trace contextRef="#ctx0" brushRef="#br0">0 1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3.177"/>
    </inkml:context>
    <inkml:brush xml:id="br0">
      <inkml:brushProperty name="width" value="0.035" units="cm"/>
      <inkml:brushProperty name="height" value="0.035" units="cm"/>
    </inkml:brush>
  </inkml:definitions>
  <inkml:trace contextRef="#ctx0" brushRef="#br0">1 1324 24575,'0'-5'0,"1"1"0,0-1 0,0 1 0,0 0 0,0 0 0,1-1 0,0 1 0,0 0 0,0 0 0,0 0 0,6-6 0,38-43 0,-19 23 0,5-13 0,-21 28 0,0 0 0,1 0 0,1 1 0,21-18 0,-29 28 0,1 0 0,0 1 0,0-1 0,0 1 0,0 1 0,0-1 0,1 1 0,-1 0 0,1 0 0,-1 1 0,1 0 0,0 0 0,0 1 0,0-1 0,-1 1 0,12 2 0,18 5 0,71 21 0,-22-4 0,11 2 0,-69-16 0,0-2 0,0-1 0,1-2 0,0 0 0,0-2 0,0-1 0,51-2 0,-59-3 0,9 0 0,-1-1 0,1-1 0,-1-2 0,0-1 0,40-16 0,256-170 0,-164 93 0,59-42 0,-214 140 0,1 1 0,-1-1 0,1 1 0,-1 1 0,1-1 0,0 1 0,0 0 0,0 0 0,0 1 0,-1 0 0,10 0 0,66 15 0,-54-9 0,65 14 0,0-4 0,2-4 0,113 0 0,-201-12 0,1-1 0,-1 0 0,1-1 0,-1 0 0,0 0 0,0 0 0,0-1 0,0 1 0,0-2 0,0 1 0,-1-1 0,1 1 0,-1-1 0,0-1 0,0 1 0,-1-1 0,1 0 0,-1 0 0,0 0 0,0-1 0,4-7 0,6-13 0,-1-1 0,-1 0 0,11-38 0,-5-18 0,-15 64 0,1 1 0,0-1 0,8-18 0,-11 34 0,0 1 0,1 0 0,-1-1 0,1 1 0,-1 0 0,1 0 0,0 0 0,0 0 0,0 0 0,0 0 0,0 1 0,0-1 0,1 0 0,-1 1 0,0 0 0,1 0 0,-1 0 0,1 0 0,0 0 0,-1 0 0,1 1 0,0-1 0,-1 1 0,1 0 0,0-1 0,-1 1 0,1 0 0,0 1 0,0-1 0,-1 1 0,1-1 0,0 1 0,2 1 0,13 3 0,-1 1 0,0 0 0,30 17 0,-30-15 0,89 45 0,137 61 0,-226-109 0,1 0 0,-1-1 0,1 0 0,0-2 0,26 2 0,93-8 0,-53 0 0,-24 4 0,0-3 0,0-2 0,0-3 0,0-3 0,-1-2 0,82-30 0,-73 12 0,-49 21 0,0 1 0,1 1 0,-1 1 0,1 0 0,37-6 0,-50 13 0,1 1 0,-1 0 0,0 0 0,0 1 0,0 0 0,0 0 0,0 1 0,0 0 0,0 0 0,-1 1 0,0-1 0,1 1 0,-1 1 0,-1-1 0,9 9 0,-6-6 0,1 0 0,1 0 0,-1-1 0,1-1 0,14 7 0,-21-11 0,1 0 0,0 0 0,0 0 0,-1-1 0,1 1 0,0-1 0,0 0 0,0 0 0,0-1 0,0 1 0,-1-1 0,1 1 0,0-1 0,0-1 0,-1 1 0,1 0 0,-1-1 0,1 0 0,5-4 0,3-1 0,-1-1 0,-1-1 0,0 0 0,0-1 0,-1 0 0,16-21 0,39-76 0,1-1 0,-57 97 0,0 0 0,1 1 0,1 0 0,-1 1 0,1 0 0,1 0 0,12-7 0,-11 9 0,1 1 0,-1 1 0,1 0 0,0 1 0,0 0 0,0 1 0,0 1 0,15-2 0,112 1 0,-98 3 0,-14 1 0,224 7 0,-217-4 0,-1 1 0,0 1 0,0 2 0,0 1 0,37 17 0,-68-25 0,0 1 0,0 0 0,0 0 0,-1-1 0,1 1 0,-1 1 0,1-1 0,-1 0 0,0 1 0,0-1 0,0 1 0,0 0 0,0-1 0,-1 1 0,1 0 0,-1 0 0,0 0 0,0 0 0,1 5 0,1 6 0,-1 0 0,0 0 0,-1 20 0,2 13 0,0-24 0,0-4 0,0 1 0,1-1 0,11 32 0,-12-44 0,0 0 0,1 0 0,0-1 0,0 1 0,0-1 0,1 0 0,0-1 0,0 1 0,0-1 0,1 0 0,0 0 0,0-1 0,9 6 0,18 7 0,1-1 0,0-1 0,1-2 0,0-2 0,1-1 0,0-2 0,65 7 0,-98-15 0,0 1 0,0-1 0,1 1 0,-1 0 0,0 0 0,0 0 0,0 0 0,0 0 0,0 1 0,0 0 0,0-1 0,-1 1 0,1 0 0,0 0 0,-1 1 0,0-1 0,1 0 0,1 4 0,0 1 0,1 1 0,-1 0 0,-1 0 0,0 0 0,3 10 0,-3-9 0,0 0 0,0-1 0,1 1 0,6 9 0,-9-15 0,1-1 0,0 1 0,0-1 0,0 0 0,1 1 0,-1-1 0,1 0 0,-1 0 0,1-1 0,-1 1 0,1-1 0,0 1 0,0-1 0,0 0 0,0 0 0,5 1 0,6 0-341,0-1 0,-1 0-1,18-1 1,-8-1-6485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3.958"/>
    </inkml:context>
    <inkml:brush xml:id="br0">
      <inkml:brushProperty name="width" value="0.035" units="cm"/>
      <inkml:brushProperty name="height" value="0.035" units="cm"/>
    </inkml:brush>
  </inkml:definitions>
  <inkml:trace contextRef="#ctx0" brushRef="#br0">0 1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5.328"/>
    </inkml:context>
    <inkml:brush xml:id="br0">
      <inkml:brushProperty name="width" value="0.035" units="cm"/>
      <inkml:brushProperty name="height" value="0.035" units="cm"/>
    </inkml:brush>
  </inkml:definitions>
  <inkml:trace contextRef="#ctx0" brushRef="#br0">0 1 24575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6.781"/>
    </inkml:context>
    <inkml:brush xml:id="br0">
      <inkml:brushProperty name="width" value="0.035" units="cm"/>
      <inkml:brushProperty name="height" value="0.035" units="cm"/>
    </inkml:brush>
  </inkml:definitions>
  <inkml:trace contextRef="#ctx0" brushRef="#br0">0 0 24575,'0'0'-8191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7.841"/>
    </inkml:context>
    <inkml:brush xml:id="br0">
      <inkml:brushProperty name="width" value="0.035" units="cm"/>
      <inkml:brushProperty name="height" value="0.035" units="cm"/>
    </inkml:brush>
  </inkml:definitions>
  <inkml:trace contextRef="#ctx0" brushRef="#br0">0 0 24575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9.328"/>
    </inkml:context>
    <inkml:brush xml:id="br0">
      <inkml:brushProperty name="width" value="0.035" units="cm"/>
      <inkml:brushProperty name="height" value="0.035" units="cm"/>
    </inkml:brush>
  </inkml:definitions>
  <inkml:trace contextRef="#ctx0" brushRef="#br0">0 1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0.258"/>
    </inkml:context>
    <inkml:brush xml:id="br0">
      <inkml:brushProperty name="width" value="0.035" units="cm"/>
      <inkml:brushProperty name="height" value="0.035" units="cm"/>
    </inkml:brush>
  </inkml:definitions>
  <inkml:trace contextRef="#ctx0" brushRef="#br0">1 0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8.670"/>
    </inkml:context>
    <inkml:brush xml:id="br0">
      <inkml:brushProperty name="width" value="0.035" units="cm"/>
      <inkml:brushProperty name="height" value="0.035" units="cm"/>
    </inkml:brush>
  </inkml:definitions>
  <inkml:trace contextRef="#ctx0" brushRef="#br0">0 1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1.223"/>
    </inkml:context>
    <inkml:brush xml:id="br0">
      <inkml:brushProperty name="width" value="0.035" units="cm"/>
      <inkml:brushProperty name="height" value="0.035" units="cm"/>
    </inkml:brush>
  </inkml:definitions>
  <inkml:trace contextRef="#ctx0" brushRef="#br0">1 1 24575,'4'0'0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3.061"/>
    </inkml:context>
    <inkml:brush xml:id="br0">
      <inkml:brushProperty name="width" value="0.035" units="cm"/>
      <inkml:brushProperty name="height" value="0.035" units="cm"/>
    </inkml:brush>
  </inkml:definitions>
  <inkml:trace contextRef="#ctx0" brushRef="#br0">1 1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3.734"/>
    </inkml:context>
    <inkml:brush xml:id="br0">
      <inkml:brushProperty name="width" value="0.035" units="cm"/>
      <inkml:brushProperty name="height" value="0.035" units="cm"/>
    </inkml:brush>
  </inkml:definitions>
  <inkml:trace contextRef="#ctx0" brushRef="#br0">1 1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4.339"/>
    </inkml:context>
    <inkml:brush xml:id="br0">
      <inkml:brushProperty name="width" value="0.035" units="cm"/>
      <inkml:brushProperty name="height" value="0.035" units="cm"/>
    </inkml:brush>
  </inkml:definitions>
  <inkml:trace contextRef="#ctx0" brushRef="#br0">0 1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5.199"/>
    </inkml:context>
    <inkml:brush xml:id="br0">
      <inkml:brushProperty name="width" value="0.035" units="cm"/>
      <inkml:brushProperty name="height" value="0.035" units="cm"/>
    </inkml:brush>
  </inkml:definitions>
  <inkml:trace contextRef="#ctx0" brushRef="#br0">1 1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5.992"/>
    </inkml:context>
    <inkml:brush xml:id="br0">
      <inkml:brushProperty name="width" value="0.035" units="cm"/>
      <inkml:brushProperty name="height" value="0.035" units="cm"/>
    </inkml:brush>
  </inkml:definitions>
  <inkml:trace contextRef="#ctx0" brushRef="#br0">0 0 24575,'0'0'-8191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6.895"/>
    </inkml:context>
    <inkml:brush xml:id="br0">
      <inkml:brushProperty name="width" value="0.035" units="cm"/>
      <inkml:brushProperty name="height" value="0.035" units="cm"/>
    </inkml:brush>
  </inkml:definitions>
  <inkml:trace contextRef="#ctx0" brushRef="#br0">0 1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7.816"/>
    </inkml:context>
    <inkml:brush xml:id="br0">
      <inkml:brushProperty name="width" value="0.035" units="cm"/>
      <inkml:brushProperty name="height" value="0.035" units="cm"/>
    </inkml:brush>
  </inkml:definitions>
  <inkml:trace contextRef="#ctx0" brushRef="#br0">0 0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9.267"/>
    </inkml:context>
    <inkml:brush xml:id="br0">
      <inkml:brushProperty name="width" value="0.035" units="cm"/>
      <inkml:brushProperty name="height" value="0.035" units="cm"/>
    </inkml:brush>
  </inkml:definitions>
  <inkml:trace contextRef="#ctx0" brushRef="#br0">0 0 24575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9.978"/>
    </inkml:context>
    <inkml:brush xml:id="br0">
      <inkml:brushProperty name="width" value="0.035" units="cm"/>
      <inkml:brushProperty name="height" value="0.035" units="cm"/>
    </inkml:brush>
  </inkml:definitions>
  <inkml:trace contextRef="#ctx0" brushRef="#br0">1 0 24575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40.755"/>
    </inkml:context>
    <inkml:brush xml:id="br0">
      <inkml:brushProperty name="width" value="0.035" units="cm"/>
      <inkml:brushProperty name="height" value="0.035" units="cm"/>
    </inkml:brush>
  </inkml:definitions>
  <inkml:trace contextRef="#ctx0" brushRef="#br0">1 0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41.409"/>
    </inkml:context>
    <inkml:brush xml:id="br0">
      <inkml:brushProperty name="width" value="0.035" units="cm"/>
      <inkml:brushProperty name="height" value="0.035" units="cm"/>
    </inkml:brush>
  </inkml:definitions>
  <inkml:trace contextRef="#ctx0" brushRef="#br0">1 0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41.965"/>
    </inkml:context>
    <inkml:brush xml:id="br0">
      <inkml:brushProperty name="width" value="0.035" units="cm"/>
      <inkml:brushProperty name="height" value="0.035" units="cm"/>
    </inkml:brush>
  </inkml:definitions>
  <inkml:trace contextRef="#ctx0" brushRef="#br0">1 1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3.032"/>
    </inkml:context>
    <inkml:brush xml:id="br0">
      <inkml:brushProperty name="width" value="0.035" units="cm"/>
      <inkml:brushProperty name="height" value="0.035" units="cm"/>
    </inkml:brush>
  </inkml:definitions>
  <inkml:trace contextRef="#ctx0" brushRef="#br0">1 1 24575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4.048"/>
    </inkml:context>
    <inkml:brush xml:id="br0">
      <inkml:brushProperty name="width" value="0.035" units="cm"/>
      <inkml:brushProperty name="height" value="0.035" units="cm"/>
    </inkml:brush>
  </inkml:definitions>
  <inkml:trace contextRef="#ctx0" brushRef="#br0">0 1 24575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5.091"/>
    </inkml:context>
    <inkml:brush xml:id="br0">
      <inkml:brushProperty name="width" value="0.035" units="cm"/>
      <inkml:brushProperty name="height" value="0.035" units="cm"/>
    </inkml:brush>
  </inkml:definitions>
  <inkml:trace contextRef="#ctx0" brushRef="#br0">1 0 24575,'0'0'-8191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6.825"/>
    </inkml:context>
    <inkml:brush xml:id="br0">
      <inkml:brushProperty name="width" value="0.035" units="cm"/>
      <inkml:brushProperty name="height" value="0.035" units="cm"/>
    </inkml:brush>
  </inkml:definitions>
  <inkml:trace contextRef="#ctx0" brushRef="#br0">0 0 24575,'0'0'-8191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7.762"/>
    </inkml:context>
    <inkml:brush xml:id="br0">
      <inkml:brushProperty name="width" value="0.035" units="cm"/>
      <inkml:brushProperty name="height" value="0.035" units="cm"/>
    </inkml:brush>
  </inkml:definitions>
  <inkml:trace contextRef="#ctx0" brushRef="#br0">1 1 24575,'0'0'-8191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9.300"/>
    </inkml:context>
    <inkml:brush xml:id="br0">
      <inkml:brushProperty name="width" value="0.035" units="cm"/>
      <inkml:brushProperty name="height" value="0.035" units="cm"/>
    </inkml:brush>
  </inkml:definitions>
  <inkml:trace contextRef="#ctx0" brushRef="#br0">1 1 24575,'0'0'-8191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0.465"/>
    </inkml:context>
    <inkml:brush xml:id="br0">
      <inkml:brushProperty name="width" value="0.035" units="cm"/>
      <inkml:brushProperty name="height" value="0.035" units="cm"/>
    </inkml:brush>
  </inkml:definitions>
  <inkml:trace contextRef="#ctx0" brushRef="#br0">1 0 24575,'0'0'-8191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1.172"/>
    </inkml:context>
    <inkml:brush xml:id="br0">
      <inkml:brushProperty name="width" value="0.035" units="cm"/>
      <inkml:brushProperty name="height" value="0.035" units="cm"/>
    </inkml:brush>
  </inkml:definitions>
  <inkml:trace contextRef="#ctx0" brushRef="#br0">0 0 24575,'0'0'-8191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1.855"/>
    </inkml:context>
    <inkml:brush xml:id="br0">
      <inkml:brushProperty name="width" value="0.035" units="cm"/>
      <inkml:brushProperty name="height" value="0.035" units="cm"/>
    </inkml:brush>
  </inkml:definitions>
  <inkml:trace contextRef="#ctx0" brushRef="#br0">1 0 24575,'0'0'-8191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3.841"/>
    </inkml:context>
    <inkml:brush xml:id="br0">
      <inkml:brushProperty name="width" value="0.035" units="cm"/>
      <inkml:brushProperty name="height" value="0.035" units="cm"/>
    </inkml:brush>
  </inkml:definitions>
  <inkml:trace contextRef="#ctx0" brushRef="#br0">0 1 24575,'0'0'-8191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5.446"/>
    </inkml:context>
    <inkml:brush xml:id="br0">
      <inkml:brushProperty name="width" value="0.035" units="cm"/>
      <inkml:brushProperty name="height" value="0.035" units="cm"/>
    </inkml:brush>
  </inkml:definitions>
  <inkml:trace contextRef="#ctx0" brushRef="#br0">1 1 24575,'0'0'-8191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7.457"/>
    </inkml:context>
    <inkml:brush xml:id="br0">
      <inkml:brushProperty name="width" value="0.035" units="cm"/>
      <inkml:brushProperty name="height" value="0.035" units="cm"/>
    </inkml:brush>
  </inkml:definitions>
  <inkml:trace contextRef="#ctx0" brushRef="#br0">1 1 24575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8.317"/>
    </inkml:context>
    <inkml:brush xml:id="br0">
      <inkml:brushProperty name="width" value="0.035" units="cm"/>
      <inkml:brushProperty name="height" value="0.035" units="cm"/>
    </inkml:brush>
  </inkml:definitions>
  <inkml:trace contextRef="#ctx0" brushRef="#br0">1 0 24575,'0'0'-8191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9.345"/>
    </inkml:context>
    <inkml:brush xml:id="br0">
      <inkml:brushProperty name="width" value="0.035" units="cm"/>
      <inkml:brushProperty name="height" value="0.035" units="cm"/>
    </inkml:brush>
  </inkml:definitions>
  <inkml:trace contextRef="#ctx0" brushRef="#br0">0 0 24575,'0'0'-8191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20.106"/>
    </inkml:context>
    <inkml:brush xml:id="br0">
      <inkml:brushProperty name="width" value="0.035" units="cm"/>
      <inkml:brushProperty name="height" value="0.035" units="cm"/>
    </inkml:brush>
  </inkml:definitions>
  <inkml:trace contextRef="#ctx0" brushRef="#br0">0 1 24575</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21.627"/>
    </inkml:context>
    <inkml:brush xml:id="br0">
      <inkml:brushProperty name="width" value="0.035" units="cm"/>
      <inkml:brushProperty name="height" value="0.035" units="cm"/>
    </inkml:brush>
  </inkml:definitions>
  <inkml:trace contextRef="#ctx0" brushRef="#br0">1 1 24575,'0'0'-8191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0.431"/>
    </inkml:context>
    <inkml:brush xml:id="br0">
      <inkml:brushProperty name="width" value="0.035" units="cm"/>
      <inkml:brushProperty name="height" value="0.035" units="cm"/>
    </inkml:brush>
  </inkml:definitions>
  <inkml:trace contextRef="#ctx0" brushRef="#br0">0 0 24575,'0'0'-8191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2.878"/>
    </inkml:context>
    <inkml:brush xml:id="br0">
      <inkml:brushProperty name="width" value="0.035" units="cm"/>
      <inkml:brushProperty name="height" value="0.035" units="cm"/>
    </inkml:brush>
  </inkml:definitions>
  <inkml:trace contextRef="#ctx0" brushRef="#br0">0 0 24575,'0'0'-8191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4.643"/>
    </inkml:context>
    <inkml:brush xml:id="br0">
      <inkml:brushProperty name="width" value="0.035" units="cm"/>
      <inkml:brushProperty name="height" value="0.035" units="cm"/>
    </inkml:brush>
  </inkml:definitions>
  <inkml:trace contextRef="#ctx0" brushRef="#br0">1 1 24575,'0'0'-8191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5.784"/>
    </inkml:context>
    <inkml:brush xml:id="br0">
      <inkml:brushProperty name="width" value="0.035" units="cm"/>
      <inkml:brushProperty name="height" value="0.035" units="cm"/>
    </inkml:brush>
  </inkml:definitions>
  <inkml:trace contextRef="#ctx0" brushRef="#br0">1 0 24575,'0'0'-8191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6.579"/>
    </inkml:context>
    <inkml:brush xml:id="br0">
      <inkml:brushProperty name="width" value="0.035" units="cm"/>
      <inkml:brushProperty name="height" value="0.035" units="cm"/>
    </inkml:brush>
  </inkml:definitions>
  <inkml:trace contextRef="#ctx0" brushRef="#br0">0 0 24575,'0'0'-8191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7.780"/>
    </inkml:context>
    <inkml:brush xml:id="br0">
      <inkml:brushProperty name="width" value="0.035" units="cm"/>
      <inkml:brushProperty name="height" value="0.035" units="cm"/>
    </inkml:brush>
  </inkml:definitions>
  <inkml:trace contextRef="#ctx0" brushRef="#br0">0 0 24575,'0'0'-8191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8.624"/>
    </inkml:context>
    <inkml:brush xml:id="br0">
      <inkml:brushProperty name="width" value="0.035" units="cm"/>
      <inkml:brushProperty name="height" value="0.035" units="cm"/>
    </inkml:brush>
  </inkml:definitions>
  <inkml:trace contextRef="#ctx0" brushRef="#br0">1 1 24575,'0'0'-8191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9.137"/>
    </inkml:context>
    <inkml:brush xml:id="br0">
      <inkml:brushProperty name="width" value="0.035" units="cm"/>
      <inkml:brushProperty name="height" value="0.035" units="cm"/>
    </inkml:brush>
  </inkml:definitions>
  <inkml:trace contextRef="#ctx0" brushRef="#br0">0 1 24575,'0'0'-8191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9.778"/>
    </inkml:context>
    <inkml:brush xml:id="br0">
      <inkml:brushProperty name="width" value="0.035" units="cm"/>
      <inkml:brushProperty name="height" value="0.035" units="cm"/>
    </inkml:brush>
  </inkml:definitions>
  <inkml:trace contextRef="#ctx0" brushRef="#br0">0 1 24575,'0'0'-8191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0.431"/>
    </inkml:context>
    <inkml:brush xml:id="br0">
      <inkml:brushProperty name="width" value="0.035" units="cm"/>
      <inkml:brushProperty name="height" value="0.035" units="cm"/>
    </inkml:brush>
  </inkml:definitions>
  <inkml:trace contextRef="#ctx0" brushRef="#br0">0 1 24575,'0'0'-8191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1.039"/>
    </inkml:context>
    <inkml:brush xml:id="br0">
      <inkml:brushProperty name="width" value="0.035" units="cm"/>
      <inkml:brushProperty name="height" value="0.035" units="cm"/>
    </inkml:brush>
  </inkml:definitions>
  <inkml:trace contextRef="#ctx0" brushRef="#br0">0 1 24575,'0'0'-8191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1.618"/>
    </inkml:context>
    <inkml:brush xml:id="br0">
      <inkml:brushProperty name="width" value="0.035" units="cm"/>
      <inkml:brushProperty name="height" value="0.035" units="cm"/>
    </inkml:brush>
  </inkml:definitions>
  <inkml:trace contextRef="#ctx0" brushRef="#br0">1 0 24575,'0'0'-8191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2.366"/>
    </inkml:context>
    <inkml:brush xml:id="br0">
      <inkml:brushProperty name="width" value="0.035" units="cm"/>
      <inkml:brushProperty name="height" value="0.035" units="cm"/>
    </inkml:brush>
  </inkml:definitions>
  <inkml:trace contextRef="#ctx0" brushRef="#br0">0 0 24575,'0'0'-8191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3.409"/>
    </inkml:context>
    <inkml:brush xml:id="br0">
      <inkml:brushProperty name="width" value="0.035" units="cm"/>
      <inkml:brushProperty name="height" value="0.035" units="cm"/>
    </inkml:brush>
  </inkml:definitions>
  <inkml:trace contextRef="#ctx0" brushRef="#br0">1 0 24575,'0'0'-8191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3.982"/>
    </inkml:context>
    <inkml:brush xml:id="br0">
      <inkml:brushProperty name="width" value="0.035" units="cm"/>
      <inkml:brushProperty name="height" value="0.035" units="cm"/>
    </inkml:brush>
  </inkml:definitions>
  <inkml:trace contextRef="#ctx0" brushRef="#br0">0 0 24575,'0'0'-8191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5.027"/>
    </inkml:context>
    <inkml:brush xml:id="br0">
      <inkml:brushProperty name="width" value="0.035" units="cm"/>
      <inkml:brushProperty name="height" value="0.035" units="cm"/>
    </inkml:brush>
  </inkml:definitions>
  <inkml:trace contextRef="#ctx0" brushRef="#br0">0 0 24575,'0'0'-8191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6.391"/>
    </inkml:context>
    <inkml:brush xml:id="br0">
      <inkml:brushProperty name="width" value="0.035" units="cm"/>
      <inkml:brushProperty name="height" value="0.035" units="cm"/>
    </inkml:brush>
  </inkml:definitions>
  <inkml:trace contextRef="#ctx0" brushRef="#br0">1 0 24575,'0'0'-8191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7.309"/>
    </inkml:context>
    <inkml:brush xml:id="br0">
      <inkml:brushProperty name="width" value="0.035" units="cm"/>
      <inkml:brushProperty name="height" value="0.035" units="cm"/>
    </inkml:brush>
  </inkml:definitions>
  <inkml:trace contextRef="#ctx0" brushRef="#br0">1 0 24575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9.741"/>
    </inkml:context>
    <inkml:brush xml:id="br0">
      <inkml:brushProperty name="width" value="0.035" units="cm"/>
      <inkml:brushProperty name="height" value="0.035" units="cm"/>
    </inkml:brush>
  </inkml:definitions>
  <inkml:trace contextRef="#ctx0" brushRef="#br0">0 0 24575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2.314"/>
    </inkml:context>
    <inkml:brush xml:id="br0">
      <inkml:brushProperty name="width" value="0.035" units="cm"/>
      <inkml:brushProperty name="height" value="0.035" units="cm"/>
    </inkml:brush>
  </inkml:definitions>
  <inkml:trace contextRef="#ctx0" brushRef="#br0">1 0 24575,'0'0'-8191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3.109"/>
    </inkml:context>
    <inkml:brush xml:id="br0">
      <inkml:brushProperty name="width" value="0.035" units="cm"/>
      <inkml:brushProperty name="height" value="0.035" units="cm"/>
    </inkml:brush>
  </inkml:definitions>
  <inkml:trace contextRef="#ctx0" brushRef="#br0">0 0 24575,'0'0'-8191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4.064"/>
    </inkml:context>
    <inkml:brush xml:id="br0">
      <inkml:brushProperty name="width" value="0.035" units="cm"/>
      <inkml:brushProperty name="height" value="0.035" units="cm"/>
    </inkml:brush>
  </inkml:definitions>
  <inkml:trace contextRef="#ctx0" brushRef="#br0">0 1 24575,'0'0'-8191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6.189"/>
    </inkml:context>
    <inkml:brush xml:id="br0">
      <inkml:brushProperty name="width" value="0.035" units="cm"/>
      <inkml:brushProperty name="height" value="0.035" units="cm"/>
    </inkml:brush>
  </inkml:definitions>
  <inkml:trace contextRef="#ctx0" brushRef="#br0">1 1 24575,'0'0'-8191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6.733"/>
    </inkml:context>
    <inkml:brush xml:id="br0">
      <inkml:brushProperty name="width" value="0.035" units="cm"/>
      <inkml:brushProperty name="height" value="0.035" units="cm"/>
    </inkml:brush>
  </inkml:definitions>
  <inkml:trace contextRef="#ctx0" brushRef="#br0">1 0 24575,'0'0'-8191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7.282"/>
    </inkml:context>
    <inkml:brush xml:id="br0">
      <inkml:brushProperty name="width" value="0.035" units="cm"/>
      <inkml:brushProperty name="height" value="0.035" units="cm"/>
    </inkml:brush>
  </inkml:definitions>
  <inkml:trace contextRef="#ctx0" brushRef="#br0">0 0 24575,'0'0'-8191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7.806"/>
    </inkml:context>
    <inkml:brush xml:id="br0">
      <inkml:brushProperty name="width" value="0.035" units="cm"/>
      <inkml:brushProperty name="height" value="0.035" units="cm"/>
    </inkml:brush>
  </inkml:definitions>
  <inkml:trace contextRef="#ctx0" brushRef="#br0">0 0 24575,'0'0'-8191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9.100"/>
    </inkml:context>
    <inkml:brush xml:id="br0">
      <inkml:brushProperty name="width" value="0.035" units="cm"/>
      <inkml:brushProperty name="height" value="0.035" units="cm"/>
    </inkml:brush>
  </inkml:definitions>
  <inkml:trace contextRef="#ctx0" brushRef="#br0">1 1 24575,'0'0'-8191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9.955"/>
    </inkml:context>
    <inkml:brush xml:id="br0">
      <inkml:brushProperty name="width" value="0.035" units="cm"/>
      <inkml:brushProperty name="height" value="0.035" units="cm"/>
    </inkml:brush>
  </inkml:definitions>
  <inkml:trace contextRef="#ctx0" brushRef="#br0">0 0 24575,'0'0'-8191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0.970"/>
    </inkml:context>
    <inkml:brush xml:id="br0">
      <inkml:brushProperty name="width" value="0.035" units="cm"/>
      <inkml:brushProperty name="height" value="0.035" units="cm"/>
    </inkml:brush>
  </inkml:definitions>
  <inkml:trace contextRef="#ctx0" brushRef="#br0">1 1 24575,'0'0'-8191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1.592"/>
    </inkml:context>
    <inkml:brush xml:id="br0">
      <inkml:brushProperty name="width" value="0.035" units="cm"/>
      <inkml:brushProperty name="height" value="0.035" units="cm"/>
    </inkml:brush>
  </inkml:definitions>
  <inkml:trace contextRef="#ctx0" brushRef="#br0">0 1 24575,'0'0'-8191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2.013"/>
    </inkml:context>
    <inkml:brush xml:id="br0">
      <inkml:brushProperty name="width" value="0.035" units="cm"/>
      <inkml:brushProperty name="height" value="0.035" units="cm"/>
    </inkml:brush>
  </inkml:definitions>
  <inkml:trace contextRef="#ctx0" brushRef="#br0">1 1 24575,'0'0'-8191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3.088"/>
    </inkml:context>
    <inkml:brush xml:id="br0">
      <inkml:brushProperty name="width" value="0.035" units="cm"/>
      <inkml:brushProperty name="height" value="0.035" units="cm"/>
    </inkml:brush>
  </inkml:definitions>
  <inkml:trace contextRef="#ctx0" brushRef="#br0">0 0 24575,'0'0'-8191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3.864"/>
    </inkml:context>
    <inkml:brush xml:id="br0">
      <inkml:brushProperty name="width" value="0.035" units="cm"/>
      <inkml:brushProperty name="height" value="0.035" units="cm"/>
    </inkml:brush>
  </inkml:definitions>
  <inkml:trace contextRef="#ctx0" brushRef="#br0">1 1 24575</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4.271"/>
    </inkml:context>
    <inkml:brush xml:id="br0">
      <inkml:brushProperty name="width" value="0.035" units="cm"/>
      <inkml:brushProperty name="height" value="0.035" units="cm"/>
    </inkml:brush>
  </inkml:definitions>
  <inkml:trace contextRef="#ctx0" brushRef="#br0">0 0 24575,'0'0'-8191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4.868"/>
    </inkml:context>
    <inkml:brush xml:id="br0">
      <inkml:brushProperty name="width" value="0.035" units="cm"/>
      <inkml:brushProperty name="height" value="0.035" units="cm"/>
    </inkml:brush>
  </inkml:definitions>
  <inkml:trace contextRef="#ctx0" brushRef="#br0">1 0 24575,'0'0'-8191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5.662"/>
    </inkml:context>
    <inkml:brush xml:id="br0">
      <inkml:brushProperty name="width" value="0.035" units="cm"/>
      <inkml:brushProperty name="height" value="0.035" units="cm"/>
    </inkml:brush>
  </inkml:definitions>
  <inkml:trace contextRef="#ctx0" brushRef="#br0">0 0 24575,'0'0'-8191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6.273"/>
    </inkml:context>
    <inkml:brush xml:id="br0">
      <inkml:brushProperty name="width" value="0.035" units="cm"/>
      <inkml:brushProperty name="height" value="0.035" units="cm"/>
    </inkml:brush>
  </inkml:definitions>
  <inkml:trace contextRef="#ctx0" brushRef="#br0">1 0 24575,'0'0'-8191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7.128"/>
    </inkml:context>
    <inkml:brush xml:id="br0">
      <inkml:brushProperty name="width" value="0.035" units="cm"/>
      <inkml:brushProperty name="height" value="0.035" units="cm"/>
    </inkml:brush>
  </inkml:definitions>
  <inkml:trace contextRef="#ctx0" brushRef="#br0">0 1 24575,'0'0'-8191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8.044"/>
    </inkml:context>
    <inkml:brush xml:id="br0">
      <inkml:brushProperty name="width" value="0.035" units="cm"/>
      <inkml:brushProperty name="height" value="0.035" units="cm"/>
    </inkml:brush>
  </inkml:definitions>
  <inkml:trace contextRef="#ctx0" brushRef="#br0">0 1 24575,'0'0'-8191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9.459"/>
    </inkml:context>
    <inkml:brush xml:id="br0">
      <inkml:brushProperty name="width" value="0.035" units="cm"/>
      <inkml:brushProperty name="height" value="0.035" units="cm"/>
    </inkml:brush>
  </inkml:definitions>
  <inkml:trace contextRef="#ctx0" brushRef="#br0">1 1 24575,'0'0'-8191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50.158"/>
    </inkml:context>
    <inkml:brush xml:id="br0">
      <inkml:brushProperty name="width" value="0.035" units="cm"/>
      <inkml:brushProperty name="height" value="0.035" units="cm"/>
    </inkml:brush>
  </inkml:definitions>
  <inkml:trace contextRef="#ctx0" brushRef="#br0">1 1 24575,'0'0'-8191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50.861"/>
    </inkml:context>
    <inkml:brush xml:id="br0">
      <inkml:brushProperty name="width" value="0.035" units="cm"/>
      <inkml:brushProperty name="height" value="0.035" units="cm"/>
    </inkml:brush>
  </inkml:definitions>
  <inkml:trace contextRef="#ctx0" brushRef="#br0">1 1 24575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36.491"/>
    </inkml:context>
    <inkml:brush xml:id="br0">
      <inkml:brushProperty name="width" value="0.035" units="cm"/>
      <inkml:brushProperty name="height" value="0.035" units="cm"/>
    </inkml:brush>
  </inkml:definitions>
  <inkml:trace contextRef="#ctx0" brushRef="#br0">1 0 24575,'0'0'-8191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37.602"/>
    </inkml:context>
    <inkml:brush xml:id="br0">
      <inkml:brushProperty name="width" value="0.035" units="cm"/>
      <inkml:brushProperty name="height" value="0.035" units="cm"/>
    </inkml:brush>
  </inkml:definitions>
  <inkml:trace contextRef="#ctx0" brushRef="#br0">0 0 24575,'0'0'-8191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38.461"/>
    </inkml:context>
    <inkml:brush xml:id="br0">
      <inkml:brushProperty name="width" value="0.035" units="cm"/>
      <inkml:brushProperty name="height" value="0.035" units="cm"/>
    </inkml:brush>
  </inkml:definitions>
  <inkml:trace contextRef="#ctx0" brushRef="#br0">0 0 24575,'0'0'-8191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0.068"/>
    </inkml:context>
    <inkml:brush xml:id="br0">
      <inkml:brushProperty name="width" value="0.035" units="cm"/>
      <inkml:brushProperty name="height" value="0.035" units="cm"/>
    </inkml:brush>
  </inkml:definitions>
  <inkml:trace contextRef="#ctx0" brushRef="#br0">1 0 24575,'0'0'-8191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0.912"/>
    </inkml:context>
    <inkml:brush xml:id="br0">
      <inkml:brushProperty name="width" value="0.035" units="cm"/>
      <inkml:brushProperty name="height" value="0.035" units="cm"/>
    </inkml:brush>
  </inkml:definitions>
  <inkml:trace contextRef="#ctx0" brushRef="#br0">0 1 24575,'0'0'-8191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2.037"/>
    </inkml:context>
    <inkml:brush xml:id="br0">
      <inkml:brushProperty name="width" value="0.035" units="cm"/>
      <inkml:brushProperty name="height" value="0.035" units="cm"/>
    </inkml:brush>
  </inkml:definitions>
  <inkml:trace contextRef="#ctx0" brushRef="#br0">0 1 24575</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2.863"/>
    </inkml:context>
    <inkml:brush xml:id="br0">
      <inkml:brushProperty name="width" value="0.035" units="cm"/>
      <inkml:brushProperty name="height" value="0.035" units="cm"/>
    </inkml:brush>
  </inkml:definitions>
  <inkml:trace contextRef="#ctx0" brushRef="#br0">1 1 24575,'0'0'-8191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3.520"/>
    </inkml:context>
    <inkml:brush xml:id="br0">
      <inkml:brushProperty name="width" value="0.035" units="cm"/>
      <inkml:brushProperty name="height" value="0.035" units="cm"/>
    </inkml:brush>
  </inkml:definitions>
  <inkml:trace contextRef="#ctx0" brushRef="#br0">0 1 24575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4.016"/>
    </inkml:context>
    <inkml:brush xml:id="br0">
      <inkml:brushProperty name="width" value="0.035" units="cm"/>
      <inkml:brushProperty name="height" value="0.035" units="cm"/>
    </inkml:brush>
  </inkml:definitions>
  <inkml:trace contextRef="#ctx0" brushRef="#br0">1 0 24575,'0'0'-8191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4.826"/>
    </inkml:context>
    <inkml:brush xml:id="br0">
      <inkml:brushProperty name="width" value="0.035" units="cm"/>
      <inkml:brushProperty name="height" value="0.035" units="cm"/>
    </inkml:brush>
  </inkml:definitions>
  <inkml:trace contextRef="#ctx0" brushRef="#br0">0 0 24575,'0'0'-8191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6.684"/>
    </inkml:context>
    <inkml:brush xml:id="br0">
      <inkml:brushProperty name="width" value="0.035" units="cm"/>
      <inkml:brushProperty name="height" value="0.035" units="cm"/>
    </inkml:brush>
  </inkml:definitions>
  <inkml:trace contextRef="#ctx0" brushRef="#br0">1 1 24575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7.181"/>
    </inkml:context>
    <inkml:brush xml:id="br0">
      <inkml:brushProperty name="width" value="0.035" units="cm"/>
      <inkml:brushProperty name="height" value="0.035" units="cm"/>
    </inkml:brush>
  </inkml:definitions>
  <inkml:trace contextRef="#ctx0" brushRef="#br0">0 1 24575</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7.646"/>
    </inkml:context>
    <inkml:brush xml:id="br0">
      <inkml:brushProperty name="width" value="0.035" units="cm"/>
      <inkml:brushProperty name="height" value="0.035" units="cm"/>
    </inkml:brush>
  </inkml:definitions>
  <inkml:trace contextRef="#ctx0" brushRef="#br0">1 1 24575</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8.379"/>
    </inkml:context>
    <inkml:brush xml:id="br0">
      <inkml:brushProperty name="width" value="0.035" units="cm"/>
      <inkml:brushProperty name="height" value="0.035" units="cm"/>
    </inkml:brush>
  </inkml:definitions>
  <inkml:trace contextRef="#ctx0" brushRef="#br0">0 1 24575,'0'0'-8191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8.876"/>
    </inkml:context>
    <inkml:brush xml:id="br0">
      <inkml:brushProperty name="width" value="0.035" units="cm"/>
      <inkml:brushProperty name="height" value="0.035" units="cm"/>
    </inkml:brush>
  </inkml:definitions>
  <inkml:trace contextRef="#ctx0" brushRef="#br0">1 0 24575,'0'0'-8191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9.358"/>
    </inkml:context>
    <inkml:brush xml:id="br0">
      <inkml:brushProperty name="width" value="0.035" units="cm"/>
      <inkml:brushProperty name="height" value="0.035" units="cm"/>
    </inkml:brush>
  </inkml:definitions>
  <inkml:trace contextRef="#ctx0" brushRef="#br0">1 0 24575,'0'0'-8191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0.025"/>
    </inkml:context>
    <inkml:brush xml:id="br0">
      <inkml:brushProperty name="width" value="0.035" units="cm"/>
      <inkml:brushProperty name="height" value="0.035" units="cm"/>
    </inkml:brush>
  </inkml:definitions>
  <inkml:trace contextRef="#ctx0" brushRef="#br0">0 1 24575,'0'0'-8191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0.507"/>
    </inkml:context>
    <inkml:brush xml:id="br0">
      <inkml:brushProperty name="width" value="0.035" units="cm"/>
      <inkml:brushProperty name="height" value="0.035" units="cm"/>
    </inkml:brush>
  </inkml:definitions>
  <inkml:trace contextRef="#ctx0" brushRef="#br0">1 1 24575,'0'0'-8191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0.910"/>
    </inkml:context>
    <inkml:brush xml:id="br0">
      <inkml:brushProperty name="width" value="0.035" units="cm"/>
      <inkml:brushProperty name="height" value="0.035" units="cm"/>
    </inkml:brush>
  </inkml:definitions>
  <inkml:trace contextRef="#ctx0" brushRef="#br0">0 1 24575,'0'0'-8191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1.394"/>
    </inkml:context>
    <inkml:brush xml:id="br0">
      <inkml:brushProperty name="width" value="0.035" units="cm"/>
      <inkml:brushProperty name="height" value="0.035" units="cm"/>
    </inkml:brush>
  </inkml:definitions>
  <inkml:trace contextRef="#ctx0" brushRef="#br0">0 1 24575,'0'0'-8191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1.875"/>
    </inkml:context>
    <inkml:brush xml:id="br0">
      <inkml:brushProperty name="width" value="0.035" units="cm"/>
      <inkml:brushProperty name="height" value="0.035" units="cm"/>
    </inkml:brush>
  </inkml:definitions>
  <inkml:trace contextRef="#ctx0" brushRef="#br0">1 1 24575,'0'0'-8191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2.530"/>
    </inkml:context>
    <inkml:brush xml:id="br0">
      <inkml:brushProperty name="width" value="0.035" units="cm"/>
      <inkml:brushProperty name="height" value="0.035" units="cm"/>
    </inkml:brush>
  </inkml:definitions>
  <inkml:trace contextRef="#ctx0" brushRef="#br0">0 1 24575,'0'0'-8191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3.170"/>
    </inkml:context>
    <inkml:brush xml:id="br0">
      <inkml:brushProperty name="width" value="0.035" units="cm"/>
      <inkml:brushProperty name="height" value="0.035" units="cm"/>
    </inkml:brush>
  </inkml:definitions>
  <inkml:trace contextRef="#ctx0" brushRef="#br0">0 1 24575,'0'0'-8191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9.701"/>
    </inkml:context>
    <inkml:brush xml:id="br0">
      <inkml:brushProperty name="width" value="0.035" units="cm"/>
      <inkml:brushProperty name="height" value="0.035" units="cm"/>
    </inkml:brush>
  </inkml:definitions>
  <inkml:trace contextRef="#ctx0" brushRef="#br0">1 0 24575,'0'0'-8191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2.704"/>
    </inkml:context>
    <inkml:brush xml:id="br0">
      <inkml:brushProperty name="width" value="0.035" units="cm"/>
      <inkml:brushProperty name="height" value="0.035" units="cm"/>
    </inkml:brush>
  </inkml:definitions>
  <inkml:trace contextRef="#ctx0" brushRef="#br0">0 0 24575</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3.407"/>
    </inkml:context>
    <inkml:brush xml:id="br0">
      <inkml:brushProperty name="width" value="0.035" units="cm"/>
      <inkml:brushProperty name="height" value="0.035" units="cm"/>
    </inkml:brush>
  </inkml:definitions>
  <inkml:trace contextRef="#ctx0" brushRef="#br0">0 0 24575,'0'0'-8191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4.858"/>
    </inkml:context>
    <inkml:brush xml:id="br0">
      <inkml:brushProperty name="width" value="0.035" units="cm"/>
      <inkml:brushProperty name="height" value="0.035" units="cm"/>
    </inkml:brush>
  </inkml:definitions>
  <inkml:trace contextRef="#ctx0" brushRef="#br0">1 1 24575,'0'0'-8191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8.210"/>
    </inkml:context>
    <inkml:brush xml:id="br0">
      <inkml:brushProperty name="width" value="0.035" units="cm"/>
      <inkml:brushProperty name="height" value="0.035" units="cm"/>
    </inkml:brush>
  </inkml:definitions>
  <inkml:trace contextRef="#ctx0" brushRef="#br0">0 0 24575,'0'0'-8191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12.498"/>
    </inkml:context>
    <inkml:brush xml:id="br0">
      <inkml:brushProperty name="width" value="0.035" units="cm"/>
      <inkml:brushProperty name="height" value="0.035" units="cm"/>
    </inkml:brush>
  </inkml:definitions>
  <inkml:trace contextRef="#ctx0" brushRef="#br0">1 1 24575,'0'0'-8191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16.020"/>
    </inkml:context>
    <inkml:brush xml:id="br0">
      <inkml:brushProperty name="width" value="0.035" units="cm"/>
      <inkml:brushProperty name="height" value="0.035" units="cm"/>
    </inkml:brush>
  </inkml:definitions>
  <inkml:trace contextRef="#ctx0" brushRef="#br0">0 0 24575,'0'0'-8191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18.901"/>
    </inkml:context>
    <inkml:brush xml:id="br0">
      <inkml:brushProperty name="width" value="0.035" units="cm"/>
      <inkml:brushProperty name="height" value="0.035" units="cm"/>
    </inkml:brush>
  </inkml:definitions>
  <inkml:trace contextRef="#ctx0" brushRef="#br0">0 0 24575</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23.083"/>
    </inkml:context>
    <inkml:brush xml:id="br0">
      <inkml:brushProperty name="width" value="0.035" units="cm"/>
      <inkml:brushProperty name="height" value="0.035" units="cm"/>
    </inkml:brush>
  </inkml:definitions>
  <inkml:trace contextRef="#ctx0" brushRef="#br0">0 1 24575,'0'0'-8191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3.177"/>
    </inkml:context>
    <inkml:brush xml:id="br0">
      <inkml:brushProperty name="width" value="0.035" units="cm"/>
      <inkml:brushProperty name="height" value="0.035" units="cm"/>
    </inkml:brush>
  </inkml:definitions>
  <inkml:trace contextRef="#ctx0" brushRef="#br0">1 1324 24575,'0'-5'0,"1"1"0,0-1 0,0 1 0,0 0 0,0 0 0,1-1 0,0 1 0,0 0 0,0 0 0,0 0 0,6-6 0,38-43 0,-19 23 0,5-13 0,-21 28 0,0 0 0,1 0 0,1 1 0,21-18 0,-29 28 0,1 0 0,0 1 0,0-1 0,0 1 0,0 1 0,0-1 0,1 1 0,-1 0 0,1 0 0,-1 1 0,1 0 0,0 0 0,0 1 0,0-1 0,-1 1 0,12 2 0,18 5 0,71 21 0,-22-4 0,11 2 0,-69-16 0,0-2 0,0-1 0,1-2 0,0 0 0,0-2 0,0-1 0,51-2 0,-59-3 0,9 0 0,-1-1 0,1-1 0,-1-2 0,0-1 0,40-16 0,256-170 0,-164 93 0,59-42 0,-214 140 0,1 1 0,-1-1 0,1 1 0,-1 1 0,1-1 0,0 1 0,0 0 0,0 0 0,0 1 0,-1 0 0,10 0 0,66 15 0,-54-9 0,65 14 0,0-4 0,2-4 0,113 0 0,-201-12 0,1-1 0,-1 0 0,1-1 0,-1 0 0,0 0 0,0 0 0,0-1 0,0 1 0,0-2 0,0 1 0,-1-1 0,1 1 0,-1-1 0,0-1 0,0 1 0,-1-1 0,1 0 0,-1 0 0,0 0 0,0-1 0,4-7 0,6-13 0,-1-1 0,-1 0 0,11-38 0,-5-18 0,-15 64 0,1 1 0,0-1 0,8-18 0,-11 34 0,0 1 0,1 0 0,-1-1 0,1 1 0,-1 0 0,1 0 0,0 0 0,0 0 0,0 0 0,0 0 0,0 1 0,0-1 0,1 0 0,-1 1 0,0 0 0,1 0 0,-1 0 0,1 0 0,0 0 0,-1 0 0,1 1 0,0-1 0,-1 1 0,1 0 0,0-1 0,-1 1 0,1 0 0,0 1 0,0-1 0,-1 1 0,1-1 0,0 1 0,2 1 0,13 3 0,-1 1 0,0 0 0,30 17 0,-30-15 0,89 45 0,137 61 0,-226-109 0,1 0 0,-1-1 0,1 0 0,0-2 0,26 2 0,93-8 0,-53 0 0,-24 4 0,0-3 0,0-2 0,0-3 0,0-3 0,-1-2 0,82-30 0,-73 12 0,-49 21 0,0 1 0,1 1 0,-1 1 0,1 0 0,37-6 0,-50 13 0,1 1 0,-1 0 0,0 0 0,0 1 0,0 0 0,0 0 0,0 1 0,0 0 0,0 0 0,-1 1 0,0-1 0,1 1 0,-1 1 0,-1-1 0,9 9 0,-6-6 0,1 0 0,1 0 0,-1-1 0,1-1 0,14 7 0,-21-11 0,1 0 0,0 0 0,0 0 0,-1-1 0,1 1 0,0-1 0,0 0 0,0 0 0,0-1 0,0 1 0,-1-1 0,1 1 0,0-1 0,0-1 0,-1 1 0,1 0 0,-1-1 0,1 0 0,5-4 0,3-1 0,-1-1 0,-1-1 0,0 0 0,0-1 0,-1 0 0,16-21 0,39-76 0,1-1 0,-57 97 0,0 0 0,1 1 0,1 0 0,-1 1 0,1 0 0,1 0 0,12-7 0,-11 9 0,1 1 0,-1 1 0,1 0 0,0 1 0,0 0 0,0 1 0,0 1 0,15-2 0,112 1 0,-98 3 0,-14 1 0,224 7 0,-217-4 0,-1 1 0,0 1 0,0 2 0,0 1 0,37 17 0,-68-25 0,0 1 0,0 0 0,0 0 0,-1-1 0,1 1 0,-1 1 0,1-1 0,-1 0 0,0 1 0,0-1 0,0 1 0,0 0 0,0-1 0,-1 1 0,1 0 0,-1 0 0,0 0 0,0 0 0,1 5 0,1 6 0,-1 0 0,0 0 0,-1 20 0,2 13 0,0-24 0,0-4 0,0 1 0,1-1 0,11 32 0,-12-44 0,0 0 0,1 0 0,0-1 0,0 1 0,0-1 0,1 0 0,0-1 0,0 1 0,0-1 0,1 0 0,0 0 0,0-1 0,9 6 0,18 7 0,1-1 0,0-1 0,1-2 0,0-2 0,1-1 0,0-2 0,65 7 0,-98-15 0,0 1 0,0-1 0,1 1 0,-1 0 0,0 0 0,0 0 0,0 0 0,0 0 0,0 1 0,0 0 0,0-1 0,-1 1 0,1 0 0,0 0 0,-1 1 0,0-1 0,1 0 0,1 4 0,0 1 0,1 1 0,-1 0 0,-1 0 0,0 0 0,3 10 0,-3-9 0,0 0 0,0-1 0,1 1 0,6 9 0,-9-15 0,1-1 0,0 1 0,0-1 0,0 0 0,1 1 0,-1-1 0,1 0 0,-1 0 0,1-1 0,-1 1 0,1-1 0,0 1 0,0-1 0,0 0 0,0 0 0,5 1 0,6 0-341,0-1 0,-1 0-1,18-1 1,-8-1-6485</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3.958"/>
    </inkml:context>
    <inkml:brush xml:id="br0">
      <inkml:brushProperty name="width" value="0.035" units="cm"/>
      <inkml:brushProperty name="height" value="0.035" units="cm"/>
    </inkml:brush>
  </inkml:definitions>
  <inkml:trace contextRef="#ctx0" brushRef="#br0">0 1 24575,'0'0'-8191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5.328"/>
    </inkml:context>
    <inkml:brush xml:id="br0">
      <inkml:brushProperty name="width" value="0.035" units="cm"/>
      <inkml:brushProperty name="height" value="0.035" units="cm"/>
    </inkml:brush>
  </inkml:definitions>
  <inkml:trace contextRef="#ctx0" brushRef="#br0">0 1 24575</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6.781"/>
    </inkml:context>
    <inkml:brush xml:id="br0">
      <inkml:brushProperty name="width" value="0.035" units="cm"/>
      <inkml:brushProperty name="height" value="0.035" units="cm"/>
    </inkml:brush>
  </inkml:definitions>
  <inkml:trace contextRef="#ctx0" brushRef="#br0">0 0 24575,'0'0'-8191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7.841"/>
    </inkml:context>
    <inkml:brush xml:id="br0">
      <inkml:brushProperty name="width" value="0.035" units="cm"/>
      <inkml:brushProperty name="height" value="0.035" units="cm"/>
    </inkml:brush>
  </inkml:definitions>
  <inkml:trace contextRef="#ctx0" brushRef="#br0">0 0 24575</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9.328"/>
    </inkml:context>
    <inkml:brush xml:id="br0">
      <inkml:brushProperty name="width" value="0.035" units="cm"/>
      <inkml:brushProperty name="height" value="0.035" units="cm"/>
    </inkml:brush>
  </inkml:definitions>
  <inkml:trace contextRef="#ctx0" brushRef="#br0">0 1 24575,'0'0'-8191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0.258"/>
    </inkml:context>
    <inkml:brush xml:id="br0">
      <inkml:brushProperty name="width" value="0.035" units="cm"/>
      <inkml:brushProperty name="height" value="0.035" units="cm"/>
    </inkml:brush>
  </inkml:definitions>
  <inkml:trace contextRef="#ctx0" brushRef="#br0">1 0 24575,'0'0'-8191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8.670"/>
    </inkml:context>
    <inkml:brush xml:id="br0">
      <inkml:brushProperty name="width" value="0.035" units="cm"/>
      <inkml:brushProperty name="height" value="0.035" units="cm"/>
    </inkml:brush>
  </inkml:definitions>
  <inkml:trace contextRef="#ctx0" brushRef="#br0">0 1 24575,'0'0'-8191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1.223"/>
    </inkml:context>
    <inkml:brush xml:id="br0">
      <inkml:brushProperty name="width" value="0.035" units="cm"/>
      <inkml:brushProperty name="height" value="0.035" units="cm"/>
    </inkml:brush>
  </inkml:definitions>
  <inkml:trace contextRef="#ctx0" brushRef="#br0">1 1 24575,'4'0'0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3.061"/>
    </inkml:context>
    <inkml:brush xml:id="br0">
      <inkml:brushProperty name="width" value="0.035" units="cm"/>
      <inkml:brushProperty name="height" value="0.035" units="cm"/>
    </inkml:brush>
  </inkml:definitions>
  <inkml:trace contextRef="#ctx0" brushRef="#br0">1 1 24575,'0'0'-8191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3.734"/>
    </inkml:context>
    <inkml:brush xml:id="br0">
      <inkml:brushProperty name="width" value="0.035" units="cm"/>
      <inkml:brushProperty name="height" value="0.035" units="cm"/>
    </inkml:brush>
  </inkml:definitions>
  <inkml:trace contextRef="#ctx0" brushRef="#br0">1 1 24575,'0'0'-8191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4.339"/>
    </inkml:context>
    <inkml:brush xml:id="br0">
      <inkml:brushProperty name="width" value="0.035" units="cm"/>
      <inkml:brushProperty name="height" value="0.035" units="cm"/>
    </inkml:brush>
  </inkml:definitions>
  <inkml:trace contextRef="#ctx0" brushRef="#br0">0 1 24575,'0'0'-8191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5.199"/>
    </inkml:context>
    <inkml:brush xml:id="br0">
      <inkml:brushProperty name="width" value="0.035" units="cm"/>
      <inkml:brushProperty name="height" value="0.035" units="cm"/>
    </inkml:brush>
  </inkml:definitions>
  <inkml:trace contextRef="#ctx0" brushRef="#br0">1 1 24575,'0'0'-8191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5.992"/>
    </inkml:context>
    <inkml:brush xml:id="br0">
      <inkml:brushProperty name="width" value="0.035" units="cm"/>
      <inkml:brushProperty name="height" value="0.035" units="cm"/>
    </inkml:brush>
  </inkml:definitions>
  <inkml:trace contextRef="#ctx0" brushRef="#br0">0 0 24575,'0'0'-8191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6.895"/>
    </inkml:context>
    <inkml:brush xml:id="br0">
      <inkml:brushProperty name="width" value="0.035" units="cm"/>
      <inkml:brushProperty name="height" value="0.035" units="cm"/>
    </inkml:brush>
  </inkml:definitions>
  <inkml:trace contextRef="#ctx0" brushRef="#br0">0 1 24575,'0'0'-8191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7.816"/>
    </inkml:context>
    <inkml:brush xml:id="br0">
      <inkml:brushProperty name="width" value="0.035" units="cm"/>
      <inkml:brushProperty name="height" value="0.035" units="cm"/>
    </inkml:brush>
  </inkml:definitions>
  <inkml:trace contextRef="#ctx0" brushRef="#br0">0 0 24575,'0'0'-8191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9.267"/>
    </inkml:context>
    <inkml:brush xml:id="br0">
      <inkml:brushProperty name="width" value="0.035" units="cm"/>
      <inkml:brushProperty name="height" value="0.035" units="cm"/>
    </inkml:brush>
  </inkml:definitions>
  <inkml:trace contextRef="#ctx0" brushRef="#br0">0 0 24575</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9.978"/>
    </inkml:context>
    <inkml:brush xml:id="br0">
      <inkml:brushProperty name="width" value="0.035" units="cm"/>
      <inkml:brushProperty name="height" value="0.035" units="cm"/>
    </inkml:brush>
  </inkml:definitions>
  <inkml:trace contextRef="#ctx0" brushRef="#br0">1 0 24575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40.755"/>
    </inkml:context>
    <inkml:brush xml:id="br0">
      <inkml:brushProperty name="width" value="0.035" units="cm"/>
      <inkml:brushProperty name="height" value="0.035" units="cm"/>
    </inkml:brush>
  </inkml:definitions>
  <inkml:trace contextRef="#ctx0" brushRef="#br0">1 0 24575,'0'0'-8191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41.409"/>
    </inkml:context>
    <inkml:brush xml:id="br0">
      <inkml:brushProperty name="width" value="0.035" units="cm"/>
      <inkml:brushProperty name="height" value="0.035" units="cm"/>
    </inkml:brush>
  </inkml:definitions>
  <inkml:trace contextRef="#ctx0" brushRef="#br0">1 0 24575,'0'0'-8191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41.965"/>
    </inkml:context>
    <inkml:brush xml:id="br0">
      <inkml:brushProperty name="width" value="0.035" units="cm"/>
      <inkml:brushProperty name="height" value="0.035" units="cm"/>
    </inkml:brush>
  </inkml:definitions>
  <inkml:trace contextRef="#ctx0" brushRef="#br0">1 1 24575,'0'0'-8191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3.032"/>
    </inkml:context>
    <inkml:brush xml:id="br0">
      <inkml:brushProperty name="width" value="0.035" units="cm"/>
      <inkml:brushProperty name="height" value="0.035" units="cm"/>
    </inkml:brush>
  </inkml:definitions>
  <inkml:trace contextRef="#ctx0" brushRef="#br0">1 1 24575</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4.048"/>
    </inkml:context>
    <inkml:brush xml:id="br0">
      <inkml:brushProperty name="width" value="0.035" units="cm"/>
      <inkml:brushProperty name="height" value="0.035" units="cm"/>
    </inkml:brush>
  </inkml:definitions>
  <inkml:trace contextRef="#ctx0" brushRef="#br0">0 1 24575</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5.091"/>
    </inkml:context>
    <inkml:brush xml:id="br0">
      <inkml:brushProperty name="width" value="0.035" units="cm"/>
      <inkml:brushProperty name="height" value="0.035" units="cm"/>
    </inkml:brush>
  </inkml:definitions>
  <inkml:trace contextRef="#ctx0" brushRef="#br0">1 0 24575,'0'0'-8191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6.825"/>
    </inkml:context>
    <inkml:brush xml:id="br0">
      <inkml:brushProperty name="width" value="0.035" units="cm"/>
      <inkml:brushProperty name="height" value="0.035" units="cm"/>
    </inkml:brush>
  </inkml:definitions>
  <inkml:trace contextRef="#ctx0" brushRef="#br0">0 0 24575,'0'0'-8191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7.762"/>
    </inkml:context>
    <inkml:brush xml:id="br0">
      <inkml:brushProperty name="width" value="0.035" units="cm"/>
      <inkml:brushProperty name="height" value="0.035" units="cm"/>
    </inkml:brush>
  </inkml:definitions>
  <inkml:trace contextRef="#ctx0" brushRef="#br0">1 1 24575,'0'0'-8191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9.300"/>
    </inkml:context>
    <inkml:brush xml:id="br0">
      <inkml:brushProperty name="width" value="0.035" units="cm"/>
      <inkml:brushProperty name="height" value="0.035" units="cm"/>
    </inkml:brush>
  </inkml:definitions>
  <inkml:trace contextRef="#ctx0" brushRef="#br0">1 1 24575,'0'0'-8191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0.465"/>
    </inkml:context>
    <inkml:brush xml:id="br0">
      <inkml:brushProperty name="width" value="0.035" units="cm"/>
      <inkml:brushProperty name="height" value="0.035" units="cm"/>
    </inkml:brush>
  </inkml:definitions>
  <inkml:trace contextRef="#ctx0" brushRef="#br0">1 0 24575,'0'0'-8191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1.172"/>
    </inkml:context>
    <inkml:brush xml:id="br0">
      <inkml:brushProperty name="width" value="0.035" units="cm"/>
      <inkml:brushProperty name="height" value="0.035" units="cm"/>
    </inkml:brush>
  </inkml:definitions>
  <inkml:trace contextRef="#ctx0" brushRef="#br0">0 0 24575,'0'0'-8191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1.855"/>
    </inkml:context>
    <inkml:brush xml:id="br0">
      <inkml:brushProperty name="width" value="0.035" units="cm"/>
      <inkml:brushProperty name="height" value="0.035" units="cm"/>
    </inkml:brush>
  </inkml:definitions>
  <inkml:trace contextRef="#ctx0" brushRef="#br0">1 0 24575,'0'0'-8191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3.841"/>
    </inkml:context>
    <inkml:brush xml:id="br0">
      <inkml:brushProperty name="width" value="0.035" units="cm"/>
      <inkml:brushProperty name="height" value="0.035" units="cm"/>
    </inkml:brush>
  </inkml:definitions>
  <inkml:trace contextRef="#ctx0" brushRef="#br0">0 1 24575,'0'0'-8191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5.446"/>
    </inkml:context>
    <inkml:brush xml:id="br0">
      <inkml:brushProperty name="width" value="0.035" units="cm"/>
      <inkml:brushProperty name="height" value="0.035" units="cm"/>
    </inkml:brush>
  </inkml:definitions>
  <inkml:trace contextRef="#ctx0" brushRef="#br0">1 1 24575,'0'0'-8191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7.457"/>
    </inkml:context>
    <inkml:brush xml:id="br0">
      <inkml:brushProperty name="width" value="0.035" units="cm"/>
      <inkml:brushProperty name="height" value="0.035" units="cm"/>
    </inkml:brush>
  </inkml:definitions>
  <inkml:trace contextRef="#ctx0" brushRef="#br0">1 1 24575</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8.317"/>
    </inkml:context>
    <inkml:brush xml:id="br0">
      <inkml:brushProperty name="width" value="0.035" units="cm"/>
      <inkml:brushProperty name="height" value="0.035" units="cm"/>
    </inkml:brush>
  </inkml:definitions>
  <inkml:trace contextRef="#ctx0" brushRef="#br0">1 0 24575,'0'0'-8191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9.345"/>
    </inkml:context>
    <inkml:brush xml:id="br0">
      <inkml:brushProperty name="width" value="0.035" units="cm"/>
      <inkml:brushProperty name="height" value="0.035" units="cm"/>
    </inkml:brush>
  </inkml:definitions>
  <inkml:trace contextRef="#ctx0" brushRef="#br0">0 0 24575,'0'0'-8191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20.106"/>
    </inkml:context>
    <inkml:brush xml:id="br0">
      <inkml:brushProperty name="width" value="0.035" units="cm"/>
      <inkml:brushProperty name="height" value="0.035" units="cm"/>
    </inkml:brush>
  </inkml:definitions>
  <inkml:trace contextRef="#ctx0" brushRef="#br0">0 1 24575</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21.627"/>
    </inkml:context>
    <inkml:brush xml:id="br0">
      <inkml:brushProperty name="width" value="0.035" units="cm"/>
      <inkml:brushProperty name="height" value="0.035" units="cm"/>
    </inkml:brush>
  </inkml:definitions>
  <inkml:trace contextRef="#ctx0" brushRef="#br0">1 1 24575,'0'0'-8191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0.431"/>
    </inkml:context>
    <inkml:brush xml:id="br0">
      <inkml:brushProperty name="width" value="0.035" units="cm"/>
      <inkml:brushProperty name="height" value="0.035" units="cm"/>
    </inkml:brush>
  </inkml:definitions>
  <inkml:trace contextRef="#ctx0" brushRef="#br0">0 0 24575,'0'0'-8191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2.878"/>
    </inkml:context>
    <inkml:brush xml:id="br0">
      <inkml:brushProperty name="width" value="0.035" units="cm"/>
      <inkml:brushProperty name="height" value="0.035" units="cm"/>
    </inkml:brush>
  </inkml:definitions>
  <inkml:trace contextRef="#ctx0" brushRef="#br0">0 0 24575,'0'0'-8191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4.643"/>
    </inkml:context>
    <inkml:brush xml:id="br0">
      <inkml:brushProperty name="width" value="0.035" units="cm"/>
      <inkml:brushProperty name="height" value="0.035" units="cm"/>
    </inkml:brush>
  </inkml:definitions>
  <inkml:trace contextRef="#ctx0" brushRef="#br0">1 1 24575,'0'0'-8191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5.784"/>
    </inkml:context>
    <inkml:brush xml:id="br0">
      <inkml:brushProperty name="width" value="0.035" units="cm"/>
      <inkml:brushProperty name="height" value="0.035" units="cm"/>
    </inkml:brush>
  </inkml:definitions>
  <inkml:trace contextRef="#ctx0" brushRef="#br0">1 0 24575,'0'0'-8191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6.579"/>
    </inkml:context>
    <inkml:brush xml:id="br0">
      <inkml:brushProperty name="width" value="0.035" units="cm"/>
      <inkml:brushProperty name="height" value="0.035" units="cm"/>
    </inkml:brush>
  </inkml:definitions>
  <inkml:trace contextRef="#ctx0" brushRef="#br0">0 0 24575,'0'0'-8191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7.780"/>
    </inkml:context>
    <inkml:brush xml:id="br0">
      <inkml:brushProperty name="width" value="0.035" units="cm"/>
      <inkml:brushProperty name="height" value="0.035" units="cm"/>
    </inkml:brush>
  </inkml:definitions>
  <inkml:trace contextRef="#ctx0" brushRef="#br0">0 0 24575,'0'0'-8191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8.624"/>
    </inkml:context>
    <inkml:brush xml:id="br0">
      <inkml:brushProperty name="width" value="0.035" units="cm"/>
      <inkml:brushProperty name="height" value="0.035" units="cm"/>
    </inkml:brush>
  </inkml:definitions>
  <inkml:trace contextRef="#ctx0" brushRef="#br0">1 1 24575,'0'0'-8191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9.137"/>
    </inkml:context>
    <inkml:brush xml:id="br0">
      <inkml:brushProperty name="width" value="0.035" units="cm"/>
      <inkml:brushProperty name="height" value="0.035" units="cm"/>
    </inkml:brush>
  </inkml:definitions>
  <inkml:trace contextRef="#ctx0" brushRef="#br0">0 1 24575,'0'0'-8191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9.778"/>
    </inkml:context>
    <inkml:brush xml:id="br0">
      <inkml:brushProperty name="width" value="0.035" units="cm"/>
      <inkml:brushProperty name="height" value="0.035" units="cm"/>
    </inkml:brush>
  </inkml:definitions>
  <inkml:trace contextRef="#ctx0" brushRef="#br0">0 1 24575,'0'0'-8191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0.431"/>
    </inkml:context>
    <inkml:brush xml:id="br0">
      <inkml:brushProperty name="width" value="0.035" units="cm"/>
      <inkml:brushProperty name="height" value="0.035" units="cm"/>
    </inkml:brush>
  </inkml:definitions>
  <inkml:trace contextRef="#ctx0" brushRef="#br0">0 1 24575,'0'0'-8191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1.039"/>
    </inkml:context>
    <inkml:brush xml:id="br0">
      <inkml:brushProperty name="width" value="0.035" units="cm"/>
      <inkml:brushProperty name="height" value="0.035" units="cm"/>
    </inkml:brush>
  </inkml:definitions>
  <inkml:trace contextRef="#ctx0" brushRef="#br0">0 1 24575,'0'0'-8191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1.618"/>
    </inkml:context>
    <inkml:brush xml:id="br0">
      <inkml:brushProperty name="width" value="0.035" units="cm"/>
      <inkml:brushProperty name="height" value="0.035" units="cm"/>
    </inkml:brush>
  </inkml:definitions>
  <inkml:trace contextRef="#ctx0" brushRef="#br0">1 0 24575,'0'0'-8191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2.366"/>
    </inkml:context>
    <inkml:brush xml:id="br0">
      <inkml:brushProperty name="width" value="0.035" units="cm"/>
      <inkml:brushProperty name="height" value="0.035" units="cm"/>
    </inkml:brush>
  </inkml:definitions>
  <inkml:trace contextRef="#ctx0" brushRef="#br0">0 0 24575,'0'0'-8191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3.409"/>
    </inkml:context>
    <inkml:brush xml:id="br0">
      <inkml:brushProperty name="width" value="0.035" units="cm"/>
      <inkml:brushProperty name="height" value="0.035" units="cm"/>
    </inkml:brush>
  </inkml:definitions>
  <inkml:trace contextRef="#ctx0" brushRef="#br0">1 0 24575,'0'0'-8191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3.982"/>
    </inkml:context>
    <inkml:brush xml:id="br0">
      <inkml:brushProperty name="width" value="0.035" units="cm"/>
      <inkml:brushProperty name="height" value="0.035" units="cm"/>
    </inkml:brush>
  </inkml:definitions>
  <inkml:trace contextRef="#ctx0" brushRef="#br0">0 0 24575,'0'0'-8191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5.027"/>
    </inkml:context>
    <inkml:brush xml:id="br0">
      <inkml:brushProperty name="width" value="0.035" units="cm"/>
      <inkml:brushProperty name="height" value="0.035" units="cm"/>
    </inkml:brush>
  </inkml:definitions>
  <inkml:trace contextRef="#ctx0" brushRef="#br0">0 0 24575,'0'0'-8191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6.391"/>
    </inkml:context>
    <inkml:brush xml:id="br0">
      <inkml:brushProperty name="width" value="0.035" units="cm"/>
      <inkml:brushProperty name="height" value="0.035" units="cm"/>
    </inkml:brush>
  </inkml:definitions>
  <inkml:trace contextRef="#ctx0" brushRef="#br0">1 0 24575,'0'0'-8191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7.309"/>
    </inkml:context>
    <inkml:brush xml:id="br0">
      <inkml:brushProperty name="width" value="0.035" units="cm"/>
      <inkml:brushProperty name="height" value="0.035" units="cm"/>
    </inkml:brush>
  </inkml:definitions>
  <inkml:trace contextRef="#ctx0" brushRef="#br0">1 0 24575</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9.741"/>
    </inkml:context>
    <inkml:brush xml:id="br0">
      <inkml:brushProperty name="width" value="0.035" units="cm"/>
      <inkml:brushProperty name="height" value="0.035" units="cm"/>
    </inkml:brush>
  </inkml:definitions>
  <inkml:trace contextRef="#ctx0" brushRef="#br0">0 0 24575</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2.314"/>
    </inkml:context>
    <inkml:brush xml:id="br0">
      <inkml:brushProperty name="width" value="0.035" units="cm"/>
      <inkml:brushProperty name="height" value="0.035" units="cm"/>
    </inkml:brush>
  </inkml:definitions>
  <inkml:trace contextRef="#ctx0" brushRef="#br0">1 0 24575,'0'0'-8191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3.109"/>
    </inkml:context>
    <inkml:brush xml:id="br0">
      <inkml:brushProperty name="width" value="0.035" units="cm"/>
      <inkml:brushProperty name="height" value="0.035" units="cm"/>
    </inkml:brush>
  </inkml:definitions>
  <inkml:trace contextRef="#ctx0" brushRef="#br0">0 0 24575,'0'0'-8191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4.064"/>
    </inkml:context>
    <inkml:brush xml:id="br0">
      <inkml:brushProperty name="width" value="0.035" units="cm"/>
      <inkml:brushProperty name="height" value="0.035" units="cm"/>
    </inkml:brush>
  </inkml:definitions>
  <inkml:trace contextRef="#ctx0" brushRef="#br0">0 1 24575,'0'0'-8191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6.189"/>
    </inkml:context>
    <inkml:brush xml:id="br0">
      <inkml:brushProperty name="width" value="0.035" units="cm"/>
      <inkml:brushProperty name="height" value="0.035" units="cm"/>
    </inkml:brush>
  </inkml:definitions>
  <inkml:trace contextRef="#ctx0" brushRef="#br0">1 1 24575,'0'0'-8191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6.733"/>
    </inkml:context>
    <inkml:brush xml:id="br0">
      <inkml:brushProperty name="width" value="0.035" units="cm"/>
      <inkml:brushProperty name="height" value="0.035" units="cm"/>
    </inkml:brush>
  </inkml:definitions>
  <inkml:trace contextRef="#ctx0" brushRef="#br0">1 0 24575,'0'0'-8191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7.282"/>
    </inkml:context>
    <inkml:brush xml:id="br0">
      <inkml:brushProperty name="width" value="0.035" units="cm"/>
      <inkml:brushProperty name="height" value="0.035" units="cm"/>
    </inkml:brush>
  </inkml:definitions>
  <inkml:trace contextRef="#ctx0" brushRef="#br0">0 0 24575,'0'0'-8191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7.806"/>
    </inkml:context>
    <inkml:brush xml:id="br0">
      <inkml:brushProperty name="width" value="0.035" units="cm"/>
      <inkml:brushProperty name="height" value="0.035" units="cm"/>
    </inkml:brush>
  </inkml:definitions>
  <inkml:trace contextRef="#ctx0" brushRef="#br0">0 0 24575,'0'0'-8191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9.100"/>
    </inkml:context>
    <inkml:brush xml:id="br0">
      <inkml:brushProperty name="width" value="0.035" units="cm"/>
      <inkml:brushProperty name="height" value="0.035" units="cm"/>
    </inkml:brush>
  </inkml:definitions>
  <inkml:trace contextRef="#ctx0" brushRef="#br0">1 1 24575,'0'0'-8191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9.955"/>
    </inkml:context>
    <inkml:brush xml:id="br0">
      <inkml:brushProperty name="width" value="0.035" units="cm"/>
      <inkml:brushProperty name="height" value="0.035" units="cm"/>
    </inkml:brush>
  </inkml:definitions>
  <inkml:trace contextRef="#ctx0" brushRef="#br0">0 0 24575,'0'0'-8191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0.970"/>
    </inkml:context>
    <inkml:brush xml:id="br0">
      <inkml:brushProperty name="width" value="0.035" units="cm"/>
      <inkml:brushProperty name="height" value="0.035" units="cm"/>
    </inkml:brush>
  </inkml:definitions>
  <inkml:trace contextRef="#ctx0" brushRef="#br0">1 1 24575,'0'0'-8191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1.592"/>
    </inkml:context>
    <inkml:brush xml:id="br0">
      <inkml:brushProperty name="width" value="0.035" units="cm"/>
      <inkml:brushProperty name="height" value="0.035" units="cm"/>
    </inkml:brush>
  </inkml:definitions>
  <inkml:trace contextRef="#ctx0" brushRef="#br0">0 1 24575,'0'0'-8191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2.013"/>
    </inkml:context>
    <inkml:brush xml:id="br0">
      <inkml:brushProperty name="width" value="0.035" units="cm"/>
      <inkml:brushProperty name="height" value="0.035" units="cm"/>
    </inkml:brush>
  </inkml:definitions>
  <inkml:trace contextRef="#ctx0" brushRef="#br0">1 1 24575,'0'0'-8191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3.088"/>
    </inkml:context>
    <inkml:brush xml:id="br0">
      <inkml:brushProperty name="width" value="0.035" units="cm"/>
      <inkml:brushProperty name="height" value="0.035" units="cm"/>
    </inkml:brush>
  </inkml:definitions>
  <inkml:trace contextRef="#ctx0" brushRef="#br0">0 0 24575,'0'0'-8191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3.864"/>
    </inkml:context>
    <inkml:brush xml:id="br0">
      <inkml:brushProperty name="width" value="0.035" units="cm"/>
      <inkml:brushProperty name="height" value="0.035" units="cm"/>
    </inkml:brush>
  </inkml:definitions>
  <inkml:trace contextRef="#ctx0" brushRef="#br0">1 1 24575</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4.271"/>
    </inkml:context>
    <inkml:brush xml:id="br0">
      <inkml:brushProperty name="width" value="0.035" units="cm"/>
      <inkml:brushProperty name="height" value="0.035" units="cm"/>
    </inkml:brush>
  </inkml:definitions>
  <inkml:trace contextRef="#ctx0" brushRef="#br0">0 0 24575,'0'0'-8191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4.868"/>
    </inkml:context>
    <inkml:brush xml:id="br0">
      <inkml:brushProperty name="width" value="0.035" units="cm"/>
      <inkml:brushProperty name="height" value="0.035" units="cm"/>
    </inkml:brush>
  </inkml:definitions>
  <inkml:trace contextRef="#ctx0" brushRef="#br0">1 0 24575,'0'0'-8191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5.662"/>
    </inkml:context>
    <inkml:brush xml:id="br0">
      <inkml:brushProperty name="width" value="0.035" units="cm"/>
      <inkml:brushProperty name="height" value="0.035" units="cm"/>
    </inkml:brush>
  </inkml:definitions>
  <inkml:trace contextRef="#ctx0" brushRef="#br0">0 0 24575,'0'0'-8191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6.273"/>
    </inkml:context>
    <inkml:brush xml:id="br0">
      <inkml:brushProperty name="width" value="0.035" units="cm"/>
      <inkml:brushProperty name="height" value="0.035" units="cm"/>
    </inkml:brush>
  </inkml:definitions>
  <inkml:trace contextRef="#ctx0" brushRef="#br0">1 0 24575,'0'0'-8191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7.128"/>
    </inkml:context>
    <inkml:brush xml:id="br0">
      <inkml:brushProperty name="width" value="0.035" units="cm"/>
      <inkml:brushProperty name="height" value="0.035" units="cm"/>
    </inkml:brush>
  </inkml:definitions>
  <inkml:trace contextRef="#ctx0" brushRef="#br0">0 1 24575,'0'0'-8191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8.044"/>
    </inkml:context>
    <inkml:brush xml:id="br0">
      <inkml:brushProperty name="width" value="0.035" units="cm"/>
      <inkml:brushProperty name="height" value="0.035" units="cm"/>
    </inkml:brush>
  </inkml:definitions>
  <inkml:trace contextRef="#ctx0" brushRef="#br0">0 1 24575,'0'0'-8191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9.459"/>
    </inkml:context>
    <inkml:brush xml:id="br0">
      <inkml:brushProperty name="width" value="0.035" units="cm"/>
      <inkml:brushProperty name="height" value="0.035" units="cm"/>
    </inkml:brush>
  </inkml:definitions>
  <inkml:trace contextRef="#ctx0" brushRef="#br0">1 1 24575,'0'0'-8191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50.158"/>
    </inkml:context>
    <inkml:brush xml:id="br0">
      <inkml:brushProperty name="width" value="0.035" units="cm"/>
      <inkml:brushProperty name="height" value="0.035" units="cm"/>
    </inkml:brush>
  </inkml:definitions>
  <inkml:trace contextRef="#ctx0" brushRef="#br0">1 1 24575,'0'0'-8191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50.861"/>
    </inkml:context>
    <inkml:brush xml:id="br0">
      <inkml:brushProperty name="width" value="0.035" units="cm"/>
      <inkml:brushProperty name="height" value="0.035" units="cm"/>
    </inkml:brush>
  </inkml:definitions>
  <inkml:trace contextRef="#ctx0" brushRef="#br0">1 1 24575</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36.491"/>
    </inkml:context>
    <inkml:brush xml:id="br0">
      <inkml:brushProperty name="width" value="0.035" units="cm"/>
      <inkml:brushProperty name="height" value="0.035" units="cm"/>
    </inkml:brush>
  </inkml:definitions>
  <inkml:trace contextRef="#ctx0" brushRef="#br0">1 0 24575,'0'0'-8191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37.602"/>
    </inkml:context>
    <inkml:brush xml:id="br0">
      <inkml:brushProperty name="width" value="0.035" units="cm"/>
      <inkml:brushProperty name="height" value="0.035" units="cm"/>
    </inkml:brush>
  </inkml:definitions>
  <inkml:trace contextRef="#ctx0" brushRef="#br0">0 0 24575,'0'0'-8191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38.461"/>
    </inkml:context>
    <inkml:brush xml:id="br0">
      <inkml:brushProperty name="width" value="0.035" units="cm"/>
      <inkml:brushProperty name="height" value="0.035" units="cm"/>
    </inkml:brush>
  </inkml:definitions>
  <inkml:trace contextRef="#ctx0" brushRef="#br0">0 0 24575,'0'0'-8191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0.068"/>
    </inkml:context>
    <inkml:brush xml:id="br0">
      <inkml:brushProperty name="width" value="0.035" units="cm"/>
      <inkml:brushProperty name="height" value="0.035" units="cm"/>
    </inkml:brush>
  </inkml:definitions>
  <inkml:trace contextRef="#ctx0" brushRef="#br0">1 0 24575,'0'0'-8191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0.912"/>
    </inkml:context>
    <inkml:brush xml:id="br0">
      <inkml:brushProperty name="width" value="0.035" units="cm"/>
      <inkml:brushProperty name="height" value="0.035" units="cm"/>
    </inkml:brush>
  </inkml:definitions>
  <inkml:trace contextRef="#ctx0" brushRef="#br0">0 1 24575,'0'0'-8191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2.037"/>
    </inkml:context>
    <inkml:brush xml:id="br0">
      <inkml:brushProperty name="width" value="0.035" units="cm"/>
      <inkml:brushProperty name="height" value="0.035" units="cm"/>
    </inkml:brush>
  </inkml:definitions>
  <inkml:trace contextRef="#ctx0" brushRef="#br0">0 1 24575</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2.863"/>
    </inkml:context>
    <inkml:brush xml:id="br0">
      <inkml:brushProperty name="width" value="0.035" units="cm"/>
      <inkml:brushProperty name="height" value="0.035" units="cm"/>
    </inkml:brush>
  </inkml:definitions>
  <inkml:trace contextRef="#ctx0" brushRef="#br0">1 1 24575,'0'0'-8191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3.520"/>
    </inkml:context>
    <inkml:brush xml:id="br0">
      <inkml:brushProperty name="width" value="0.035" units="cm"/>
      <inkml:brushProperty name="height" value="0.035" units="cm"/>
    </inkml:brush>
  </inkml:definitions>
  <inkml:trace contextRef="#ctx0" brushRef="#br0">0 1 24575</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4.016"/>
    </inkml:context>
    <inkml:brush xml:id="br0">
      <inkml:brushProperty name="width" value="0.035" units="cm"/>
      <inkml:brushProperty name="height" value="0.035" units="cm"/>
    </inkml:brush>
  </inkml:definitions>
  <inkml:trace contextRef="#ctx0" brushRef="#br0">1 0 24575,'0'0'-8191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4.826"/>
    </inkml:context>
    <inkml:brush xml:id="br0">
      <inkml:brushProperty name="width" value="0.035" units="cm"/>
      <inkml:brushProperty name="height" value="0.035" units="cm"/>
    </inkml:brush>
  </inkml:definitions>
  <inkml:trace contextRef="#ctx0" brushRef="#br0">0 0 24575,'0'0'-8191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6.684"/>
    </inkml:context>
    <inkml:brush xml:id="br0">
      <inkml:brushProperty name="width" value="0.035" units="cm"/>
      <inkml:brushProperty name="height" value="0.035" units="cm"/>
    </inkml:brush>
  </inkml:definitions>
  <inkml:trace contextRef="#ctx0" brushRef="#br0">1 1 24575</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7.181"/>
    </inkml:context>
    <inkml:brush xml:id="br0">
      <inkml:brushProperty name="width" value="0.035" units="cm"/>
      <inkml:brushProperty name="height" value="0.035" units="cm"/>
    </inkml:brush>
  </inkml:definitions>
  <inkml:trace contextRef="#ctx0" brushRef="#br0">0 1 24575</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7.646"/>
    </inkml:context>
    <inkml:brush xml:id="br0">
      <inkml:brushProperty name="width" value="0.035" units="cm"/>
      <inkml:brushProperty name="height" value="0.035" units="cm"/>
    </inkml:brush>
  </inkml:definitions>
  <inkml:trace contextRef="#ctx0" brushRef="#br0">1 1 24575</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8.379"/>
    </inkml:context>
    <inkml:brush xml:id="br0">
      <inkml:brushProperty name="width" value="0.035" units="cm"/>
      <inkml:brushProperty name="height" value="0.035" units="cm"/>
    </inkml:brush>
  </inkml:definitions>
  <inkml:trace contextRef="#ctx0" brushRef="#br0">0 1 24575,'0'0'-8191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8.876"/>
    </inkml:context>
    <inkml:brush xml:id="br0">
      <inkml:brushProperty name="width" value="0.035" units="cm"/>
      <inkml:brushProperty name="height" value="0.035" units="cm"/>
    </inkml:brush>
  </inkml:definitions>
  <inkml:trace contextRef="#ctx0" brushRef="#br0">1 0 24575,'0'0'-8191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9.358"/>
    </inkml:context>
    <inkml:brush xml:id="br0">
      <inkml:brushProperty name="width" value="0.035" units="cm"/>
      <inkml:brushProperty name="height" value="0.035" units="cm"/>
    </inkml:brush>
  </inkml:definitions>
  <inkml:trace contextRef="#ctx0" brushRef="#br0">1 0 24575,'0'0'-8191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0.025"/>
    </inkml:context>
    <inkml:brush xml:id="br0">
      <inkml:brushProperty name="width" value="0.035" units="cm"/>
      <inkml:brushProperty name="height" value="0.035" units="cm"/>
    </inkml:brush>
  </inkml:definitions>
  <inkml:trace contextRef="#ctx0" brushRef="#br0">0 1 24575,'0'0'-8191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0.507"/>
    </inkml:context>
    <inkml:brush xml:id="br0">
      <inkml:brushProperty name="width" value="0.035" units="cm"/>
      <inkml:brushProperty name="height" value="0.035" units="cm"/>
    </inkml:brush>
  </inkml:definitions>
  <inkml:trace contextRef="#ctx0" brushRef="#br0">1 1 24575,'0'0'-8191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0.910"/>
    </inkml:context>
    <inkml:brush xml:id="br0">
      <inkml:brushProperty name="width" value="0.035" units="cm"/>
      <inkml:brushProperty name="height" value="0.035" units="cm"/>
    </inkml:brush>
  </inkml:definitions>
  <inkml:trace contextRef="#ctx0" brushRef="#br0">0 1 24575,'0'0'-8191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1.394"/>
    </inkml:context>
    <inkml:brush xml:id="br0">
      <inkml:brushProperty name="width" value="0.035" units="cm"/>
      <inkml:brushProperty name="height" value="0.035" units="cm"/>
    </inkml:brush>
  </inkml:definitions>
  <inkml:trace contextRef="#ctx0" brushRef="#br0">0 1 24575,'0'0'-8191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1.875"/>
    </inkml:context>
    <inkml:brush xml:id="br0">
      <inkml:brushProperty name="width" value="0.035" units="cm"/>
      <inkml:brushProperty name="height" value="0.035" units="cm"/>
    </inkml:brush>
  </inkml:definitions>
  <inkml:trace contextRef="#ctx0" brushRef="#br0">1 1 24575,'0'0'-8191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2.530"/>
    </inkml:context>
    <inkml:brush xml:id="br0">
      <inkml:brushProperty name="width" value="0.035" units="cm"/>
      <inkml:brushProperty name="height" value="0.035" units="cm"/>
    </inkml:brush>
  </inkml:definitions>
  <inkml:trace contextRef="#ctx0" brushRef="#br0">0 1 24575,'0'0'-8191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3.170"/>
    </inkml:context>
    <inkml:brush xml:id="br0">
      <inkml:brushProperty name="width" value="0.035" units="cm"/>
      <inkml:brushProperty name="height" value="0.035" units="cm"/>
    </inkml:brush>
  </inkml:definitions>
  <inkml:trace contextRef="#ctx0" brushRef="#br0">0 1 24575,'0'0'-8191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9.701"/>
    </inkml:context>
    <inkml:brush xml:id="br0">
      <inkml:brushProperty name="width" value="0.035" units="cm"/>
      <inkml:brushProperty name="height" value="0.035" units="cm"/>
    </inkml:brush>
  </inkml:definitions>
  <inkml:trace contextRef="#ctx0" brushRef="#br0">1 0 24575,'0'0'-8191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2.704"/>
    </inkml:context>
    <inkml:brush xml:id="br0">
      <inkml:brushProperty name="width" value="0.035" units="cm"/>
      <inkml:brushProperty name="height" value="0.035" units="cm"/>
    </inkml:brush>
  </inkml:definitions>
  <inkml:trace contextRef="#ctx0" brushRef="#br0">0 0 24575</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3.407"/>
    </inkml:context>
    <inkml:brush xml:id="br0">
      <inkml:brushProperty name="width" value="0.035" units="cm"/>
      <inkml:brushProperty name="height" value="0.035" units="cm"/>
    </inkml:brush>
  </inkml:definitions>
  <inkml:trace contextRef="#ctx0" brushRef="#br0">0 0 24575,'0'0'-8191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4.858"/>
    </inkml:context>
    <inkml:brush xml:id="br0">
      <inkml:brushProperty name="width" value="0.035" units="cm"/>
      <inkml:brushProperty name="height" value="0.035" units="cm"/>
    </inkml:brush>
  </inkml:definitions>
  <inkml:trace contextRef="#ctx0" brushRef="#br0">1 1 24575,'0'0'-8191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8.210"/>
    </inkml:context>
    <inkml:brush xml:id="br0">
      <inkml:brushProperty name="width" value="0.035" units="cm"/>
      <inkml:brushProperty name="height" value="0.035" units="cm"/>
    </inkml:brush>
  </inkml:definitions>
  <inkml:trace contextRef="#ctx0" brushRef="#br0">0 0 24575,'0'0'-8191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12.498"/>
    </inkml:context>
    <inkml:brush xml:id="br0">
      <inkml:brushProperty name="width" value="0.035" units="cm"/>
      <inkml:brushProperty name="height" value="0.035" units="cm"/>
    </inkml:brush>
  </inkml:definitions>
  <inkml:trace contextRef="#ctx0" brushRef="#br0">1 1 24575,'0'0'-8191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16.020"/>
    </inkml:context>
    <inkml:brush xml:id="br0">
      <inkml:brushProperty name="width" value="0.035" units="cm"/>
      <inkml:brushProperty name="height" value="0.035" units="cm"/>
    </inkml:brush>
  </inkml:definitions>
  <inkml:trace contextRef="#ctx0" brushRef="#br0">0 0 24575,'0'0'-8191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18.901"/>
    </inkml:context>
    <inkml:brush xml:id="br0">
      <inkml:brushProperty name="width" value="0.035" units="cm"/>
      <inkml:brushProperty name="height" value="0.035" units="cm"/>
    </inkml:brush>
  </inkml:definitions>
  <inkml:trace contextRef="#ctx0" brushRef="#br0">0 0 24575</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23.083"/>
    </inkml:context>
    <inkml:brush xml:id="br0">
      <inkml:brushProperty name="width" value="0.035" units="cm"/>
      <inkml:brushProperty name="height" value="0.035" units="cm"/>
    </inkml:brush>
  </inkml:definitions>
  <inkml:trace contextRef="#ctx0" brushRef="#br0">0 1 24575,'0'0'-8191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3.177"/>
    </inkml:context>
    <inkml:brush xml:id="br0">
      <inkml:brushProperty name="width" value="0.035" units="cm"/>
      <inkml:brushProperty name="height" value="0.035" units="cm"/>
    </inkml:brush>
  </inkml:definitions>
  <inkml:trace contextRef="#ctx0" brushRef="#br0">1 1324 24575,'0'-5'0,"1"1"0,0-1 0,0 1 0,0 0 0,0 0 0,1-1 0,0 1 0,0 0 0,0 0 0,0 0 0,6-6 0,38-43 0,-19 23 0,5-13 0,-21 28 0,0 0 0,1 0 0,1 1 0,21-18 0,-29 28 0,1 0 0,0 1 0,0-1 0,0 1 0,0 1 0,0-1 0,1 1 0,-1 0 0,1 0 0,-1 1 0,1 0 0,0 0 0,0 1 0,0-1 0,-1 1 0,12 2 0,18 5 0,71 21 0,-22-4 0,11 2 0,-69-16 0,0-2 0,0-1 0,1-2 0,0 0 0,0-2 0,0-1 0,51-2 0,-59-3 0,9 0 0,-1-1 0,1-1 0,-1-2 0,0-1 0,40-16 0,256-170 0,-164 93 0,59-42 0,-214 140 0,1 1 0,-1-1 0,1 1 0,-1 1 0,1-1 0,0 1 0,0 0 0,0 0 0,0 1 0,-1 0 0,10 0 0,66 15 0,-54-9 0,65 14 0,0-4 0,2-4 0,113 0 0,-201-12 0,1-1 0,-1 0 0,1-1 0,-1 0 0,0 0 0,0 0 0,0-1 0,0 1 0,0-2 0,0 1 0,-1-1 0,1 1 0,-1-1 0,0-1 0,0 1 0,-1-1 0,1 0 0,-1 0 0,0 0 0,0-1 0,4-7 0,6-13 0,-1-1 0,-1 0 0,11-38 0,-5-18 0,-15 64 0,1 1 0,0-1 0,8-18 0,-11 34 0,0 1 0,1 0 0,-1-1 0,1 1 0,-1 0 0,1 0 0,0 0 0,0 0 0,0 0 0,0 0 0,0 1 0,0-1 0,1 0 0,-1 1 0,0 0 0,1 0 0,-1 0 0,1 0 0,0 0 0,-1 0 0,1 1 0,0-1 0,-1 1 0,1 0 0,0-1 0,-1 1 0,1 0 0,0 1 0,0-1 0,-1 1 0,1-1 0,0 1 0,2 1 0,13 3 0,-1 1 0,0 0 0,30 17 0,-30-15 0,89 45 0,137 61 0,-226-109 0,1 0 0,-1-1 0,1 0 0,0-2 0,26 2 0,93-8 0,-53 0 0,-24 4 0,0-3 0,0-2 0,0-3 0,0-3 0,-1-2 0,82-30 0,-73 12 0,-49 21 0,0 1 0,1 1 0,-1 1 0,1 0 0,37-6 0,-50 13 0,1 1 0,-1 0 0,0 0 0,0 1 0,0 0 0,0 0 0,0 1 0,0 0 0,0 0 0,-1 1 0,0-1 0,1 1 0,-1 1 0,-1-1 0,9 9 0,-6-6 0,1 0 0,1 0 0,-1-1 0,1-1 0,14 7 0,-21-11 0,1 0 0,0 0 0,0 0 0,-1-1 0,1 1 0,0-1 0,0 0 0,0 0 0,0-1 0,0 1 0,-1-1 0,1 1 0,0-1 0,0-1 0,-1 1 0,1 0 0,-1-1 0,1 0 0,5-4 0,3-1 0,-1-1 0,-1-1 0,0 0 0,0-1 0,-1 0 0,16-21 0,39-76 0,1-1 0,-57 97 0,0 0 0,1 1 0,1 0 0,-1 1 0,1 0 0,1 0 0,12-7 0,-11 9 0,1 1 0,-1 1 0,1 0 0,0 1 0,0 0 0,0 1 0,0 1 0,15-2 0,112 1 0,-98 3 0,-14 1 0,224 7 0,-217-4 0,-1 1 0,0 1 0,0 2 0,0 1 0,37 17 0,-68-25 0,0 1 0,0 0 0,0 0 0,-1-1 0,1 1 0,-1 1 0,1-1 0,-1 0 0,0 1 0,0-1 0,0 1 0,0 0 0,0-1 0,-1 1 0,1 0 0,-1 0 0,0 0 0,0 0 0,1 5 0,1 6 0,-1 0 0,0 0 0,-1 20 0,2 13 0,0-24 0,0-4 0,0 1 0,1-1 0,11 32 0,-12-44 0,0 0 0,1 0 0,0-1 0,0 1 0,0-1 0,1 0 0,0-1 0,0 1 0,0-1 0,1 0 0,0 0 0,0-1 0,9 6 0,18 7 0,1-1 0,0-1 0,1-2 0,0-2 0,1-1 0,0-2 0,65 7 0,-98-15 0,0 1 0,0-1 0,1 1 0,-1 0 0,0 0 0,0 0 0,0 0 0,0 0 0,0 1 0,0 0 0,0-1 0,-1 1 0,1 0 0,0 0 0,-1 1 0,0-1 0,1 0 0,1 4 0,0 1 0,1 1 0,-1 0 0,-1 0 0,0 0 0,3 10 0,-3-9 0,0 0 0,0-1 0,1 1 0,6 9 0,-9-15 0,1-1 0,0 1 0,0-1 0,0 0 0,1 1 0,-1-1 0,1 0 0,-1 0 0,1-1 0,-1 1 0,1-1 0,0 1 0,0-1 0,0 0 0,0 0 0,5 1 0,6 0-341,0-1 0,-1 0-1,18-1 1,-8-1-6485</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3.958"/>
    </inkml:context>
    <inkml:brush xml:id="br0">
      <inkml:brushProperty name="width" value="0.035" units="cm"/>
      <inkml:brushProperty name="height" value="0.035" units="cm"/>
    </inkml:brush>
  </inkml:definitions>
  <inkml:trace contextRef="#ctx0" brushRef="#br0">0 1 24575,'0'0'-8191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5.328"/>
    </inkml:context>
    <inkml:brush xml:id="br0">
      <inkml:brushProperty name="width" value="0.035" units="cm"/>
      <inkml:brushProperty name="height" value="0.035" units="cm"/>
    </inkml:brush>
  </inkml:definitions>
  <inkml:trace contextRef="#ctx0" brushRef="#br0">0 1 24575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6.781"/>
    </inkml:context>
    <inkml:brush xml:id="br0">
      <inkml:brushProperty name="width" value="0.035" units="cm"/>
      <inkml:brushProperty name="height" value="0.035" units="cm"/>
    </inkml:brush>
  </inkml:definitions>
  <inkml:trace contextRef="#ctx0" brushRef="#br0">0 0 24575,'0'0'-8191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7.841"/>
    </inkml:context>
    <inkml:brush xml:id="br0">
      <inkml:brushProperty name="width" value="0.035" units="cm"/>
      <inkml:brushProperty name="height" value="0.035" units="cm"/>
    </inkml:brush>
  </inkml:definitions>
  <inkml:trace contextRef="#ctx0" brushRef="#br0">0 0 24575</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9.328"/>
    </inkml:context>
    <inkml:brush xml:id="br0">
      <inkml:brushProperty name="width" value="0.035" units="cm"/>
      <inkml:brushProperty name="height" value="0.035" units="cm"/>
    </inkml:brush>
  </inkml:definitions>
  <inkml:trace contextRef="#ctx0" brushRef="#br0">0 1 24575,'0'0'-8191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0.258"/>
    </inkml:context>
    <inkml:brush xml:id="br0">
      <inkml:brushProperty name="width" value="0.035" units="cm"/>
      <inkml:brushProperty name="height" value="0.035" units="cm"/>
    </inkml:brush>
  </inkml:definitions>
  <inkml:trace contextRef="#ctx0" brushRef="#br0">1 0 24575,'0'0'-8191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8.670"/>
    </inkml:context>
    <inkml:brush xml:id="br0">
      <inkml:brushProperty name="width" value="0.035" units="cm"/>
      <inkml:brushProperty name="height" value="0.035" units="cm"/>
    </inkml:brush>
  </inkml:definitions>
  <inkml:trace contextRef="#ctx0" brushRef="#br0">0 1 24575,'0'0'-8191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1.223"/>
    </inkml:context>
    <inkml:brush xml:id="br0">
      <inkml:brushProperty name="width" value="0.035" units="cm"/>
      <inkml:brushProperty name="height" value="0.035" units="cm"/>
    </inkml:brush>
  </inkml:definitions>
  <inkml:trace contextRef="#ctx0" brushRef="#br0">1 1 24575,'4'0'0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3.061"/>
    </inkml:context>
    <inkml:brush xml:id="br0">
      <inkml:brushProperty name="width" value="0.035" units="cm"/>
      <inkml:brushProperty name="height" value="0.035" units="cm"/>
    </inkml:brush>
  </inkml:definitions>
  <inkml:trace contextRef="#ctx0" brushRef="#br0">1 1 24575,'0'0'-8191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3.734"/>
    </inkml:context>
    <inkml:brush xml:id="br0">
      <inkml:brushProperty name="width" value="0.035" units="cm"/>
      <inkml:brushProperty name="height" value="0.035" units="cm"/>
    </inkml:brush>
  </inkml:definitions>
  <inkml:trace contextRef="#ctx0" brushRef="#br0">1 1 24575,'0'0'-8191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4.339"/>
    </inkml:context>
    <inkml:brush xml:id="br0">
      <inkml:brushProperty name="width" value="0.035" units="cm"/>
      <inkml:brushProperty name="height" value="0.035" units="cm"/>
    </inkml:brush>
  </inkml:definitions>
  <inkml:trace contextRef="#ctx0" brushRef="#br0">0 1 24575,'0'0'-8191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5.199"/>
    </inkml:context>
    <inkml:brush xml:id="br0">
      <inkml:brushProperty name="width" value="0.035" units="cm"/>
      <inkml:brushProperty name="height" value="0.035" units="cm"/>
    </inkml:brush>
  </inkml:definitions>
  <inkml:trace contextRef="#ctx0" brushRef="#br0">1 1 24575,'0'0'-8191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5.992"/>
    </inkml:context>
    <inkml:brush xml:id="br0">
      <inkml:brushProperty name="width" value="0.035" units="cm"/>
      <inkml:brushProperty name="height" value="0.035" units="cm"/>
    </inkml:brush>
  </inkml:definitions>
  <inkml:trace contextRef="#ctx0" brushRef="#br0">0 0 24575,'0'0'-8191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6.895"/>
    </inkml:context>
    <inkml:brush xml:id="br0">
      <inkml:brushProperty name="width" value="0.035" units="cm"/>
      <inkml:brushProperty name="height" value="0.035" units="cm"/>
    </inkml:brush>
  </inkml:definitions>
  <inkml:trace contextRef="#ctx0" brushRef="#br0">0 1 24575,'0'0'-8191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7.816"/>
    </inkml:context>
    <inkml:brush xml:id="br0">
      <inkml:brushProperty name="width" value="0.035" units="cm"/>
      <inkml:brushProperty name="height" value="0.035" units="cm"/>
    </inkml:brush>
  </inkml:definitions>
  <inkml:trace contextRef="#ctx0" brushRef="#br0">0 0 24575,'0'0'-8191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9.267"/>
    </inkml:context>
    <inkml:brush xml:id="br0">
      <inkml:brushProperty name="width" value="0.035" units="cm"/>
      <inkml:brushProperty name="height" value="0.035" units="cm"/>
    </inkml:brush>
  </inkml:definitions>
  <inkml:trace contextRef="#ctx0" brushRef="#br0">0 0 24575</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9.978"/>
    </inkml:context>
    <inkml:brush xml:id="br0">
      <inkml:brushProperty name="width" value="0.035" units="cm"/>
      <inkml:brushProperty name="height" value="0.035" units="cm"/>
    </inkml:brush>
  </inkml:definitions>
  <inkml:trace contextRef="#ctx0" brushRef="#br0">1 0 24575</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40.755"/>
    </inkml:context>
    <inkml:brush xml:id="br0">
      <inkml:brushProperty name="width" value="0.035" units="cm"/>
      <inkml:brushProperty name="height" value="0.035" units="cm"/>
    </inkml:brush>
  </inkml:definitions>
  <inkml:trace contextRef="#ctx0" brushRef="#br0">1 0 24575,'0'0'-8191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41.409"/>
    </inkml:context>
    <inkml:brush xml:id="br0">
      <inkml:brushProperty name="width" value="0.035" units="cm"/>
      <inkml:brushProperty name="height" value="0.035" units="cm"/>
    </inkml:brush>
  </inkml:definitions>
  <inkml:trace contextRef="#ctx0" brushRef="#br0">1 0 24575,'0'0'-8191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41.965"/>
    </inkml:context>
    <inkml:brush xml:id="br0">
      <inkml:brushProperty name="width" value="0.035" units="cm"/>
      <inkml:brushProperty name="height" value="0.035" units="cm"/>
    </inkml:brush>
  </inkml:definitions>
  <inkml:trace contextRef="#ctx0" brushRef="#br0">1 1 24575,'0'0'-8191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3.032"/>
    </inkml:context>
    <inkml:brush xml:id="br0">
      <inkml:brushProperty name="width" value="0.035" units="cm"/>
      <inkml:brushProperty name="height" value="0.035" units="cm"/>
    </inkml:brush>
  </inkml:definitions>
  <inkml:trace contextRef="#ctx0" brushRef="#br0">1 1 24575</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4.048"/>
    </inkml:context>
    <inkml:brush xml:id="br0">
      <inkml:brushProperty name="width" value="0.035" units="cm"/>
      <inkml:brushProperty name="height" value="0.035" units="cm"/>
    </inkml:brush>
  </inkml:definitions>
  <inkml:trace contextRef="#ctx0" brushRef="#br0">0 1 24575</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5.091"/>
    </inkml:context>
    <inkml:brush xml:id="br0">
      <inkml:brushProperty name="width" value="0.035" units="cm"/>
      <inkml:brushProperty name="height" value="0.035" units="cm"/>
    </inkml:brush>
  </inkml:definitions>
  <inkml:trace contextRef="#ctx0" brushRef="#br0">1 0 24575,'0'0'-8191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6.825"/>
    </inkml:context>
    <inkml:brush xml:id="br0">
      <inkml:brushProperty name="width" value="0.035" units="cm"/>
      <inkml:brushProperty name="height" value="0.035" units="cm"/>
    </inkml:brush>
  </inkml:definitions>
  <inkml:trace contextRef="#ctx0" brushRef="#br0">0 0 24575,'0'0'-8191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7.762"/>
    </inkml:context>
    <inkml:brush xml:id="br0">
      <inkml:brushProperty name="width" value="0.035" units="cm"/>
      <inkml:brushProperty name="height" value="0.035" units="cm"/>
    </inkml:brush>
  </inkml:definitions>
  <inkml:trace contextRef="#ctx0" brushRef="#br0">1 1 24575,'0'0'-8191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9.300"/>
    </inkml:context>
    <inkml:brush xml:id="br0">
      <inkml:brushProperty name="width" value="0.035" units="cm"/>
      <inkml:brushProperty name="height" value="0.035" units="cm"/>
    </inkml:brush>
  </inkml:definitions>
  <inkml:trace contextRef="#ctx0" brushRef="#br0">1 1 24575,'0'0'-8191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0.465"/>
    </inkml:context>
    <inkml:brush xml:id="br0">
      <inkml:brushProperty name="width" value="0.035" units="cm"/>
      <inkml:brushProperty name="height" value="0.035" units="cm"/>
    </inkml:brush>
  </inkml:definitions>
  <inkml:trace contextRef="#ctx0" brushRef="#br0">1 0 24575,'0'0'-8191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1.172"/>
    </inkml:context>
    <inkml:brush xml:id="br0">
      <inkml:brushProperty name="width" value="0.035" units="cm"/>
      <inkml:brushProperty name="height" value="0.035" units="cm"/>
    </inkml:brush>
  </inkml:definitions>
  <inkml:trace contextRef="#ctx0" brushRef="#br0">0 0 24575,'0'0'-8191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1.855"/>
    </inkml:context>
    <inkml:brush xml:id="br0">
      <inkml:brushProperty name="width" value="0.035" units="cm"/>
      <inkml:brushProperty name="height" value="0.035" units="cm"/>
    </inkml:brush>
  </inkml:definitions>
  <inkml:trace contextRef="#ctx0" brushRef="#br0">1 0 24575,'0'0'-8191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3.841"/>
    </inkml:context>
    <inkml:brush xml:id="br0">
      <inkml:brushProperty name="width" value="0.035" units="cm"/>
      <inkml:brushProperty name="height" value="0.035" units="cm"/>
    </inkml:brush>
  </inkml:definitions>
  <inkml:trace contextRef="#ctx0" brushRef="#br0">0 1 24575,'0'0'-8191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5.446"/>
    </inkml:context>
    <inkml:brush xml:id="br0">
      <inkml:brushProperty name="width" value="0.035" units="cm"/>
      <inkml:brushProperty name="height" value="0.035" units="cm"/>
    </inkml:brush>
  </inkml:definitions>
  <inkml:trace contextRef="#ctx0" brushRef="#br0">1 1 24575,'0'0'-8191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7.457"/>
    </inkml:context>
    <inkml:brush xml:id="br0">
      <inkml:brushProperty name="width" value="0.035" units="cm"/>
      <inkml:brushProperty name="height" value="0.035" units="cm"/>
    </inkml:brush>
  </inkml:definitions>
  <inkml:trace contextRef="#ctx0" brushRef="#br0">1 1 24575</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8.317"/>
    </inkml:context>
    <inkml:brush xml:id="br0">
      <inkml:brushProperty name="width" value="0.035" units="cm"/>
      <inkml:brushProperty name="height" value="0.035" units="cm"/>
    </inkml:brush>
  </inkml:definitions>
  <inkml:trace contextRef="#ctx0" brushRef="#br0">1 0 24575,'0'0'-8191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9.345"/>
    </inkml:context>
    <inkml:brush xml:id="br0">
      <inkml:brushProperty name="width" value="0.035" units="cm"/>
      <inkml:brushProperty name="height" value="0.035" units="cm"/>
    </inkml:brush>
  </inkml:definitions>
  <inkml:trace contextRef="#ctx0" brushRef="#br0">0 0 24575,'0'0'-8191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20.106"/>
    </inkml:context>
    <inkml:brush xml:id="br0">
      <inkml:brushProperty name="width" value="0.035" units="cm"/>
      <inkml:brushProperty name="height" value="0.035" units="cm"/>
    </inkml:brush>
  </inkml:definitions>
  <inkml:trace contextRef="#ctx0" brushRef="#br0">0 1 24575</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21.627"/>
    </inkml:context>
    <inkml:brush xml:id="br0">
      <inkml:brushProperty name="width" value="0.035" units="cm"/>
      <inkml:brushProperty name="height" value="0.035" units="cm"/>
    </inkml:brush>
  </inkml:definitions>
  <inkml:trace contextRef="#ctx0" brushRef="#br0">1 1 24575,'0'0'-8191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0.431"/>
    </inkml:context>
    <inkml:brush xml:id="br0">
      <inkml:brushProperty name="width" value="0.035" units="cm"/>
      <inkml:brushProperty name="height" value="0.035" units="cm"/>
    </inkml:brush>
  </inkml:definitions>
  <inkml:trace contextRef="#ctx0" brushRef="#br0">0 0 24575,'0'0'-8191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2.878"/>
    </inkml:context>
    <inkml:brush xml:id="br0">
      <inkml:brushProperty name="width" value="0.035" units="cm"/>
      <inkml:brushProperty name="height" value="0.035" units="cm"/>
    </inkml:brush>
  </inkml:definitions>
  <inkml:trace contextRef="#ctx0" brushRef="#br0">0 0 24575,'0'0'-8191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4.643"/>
    </inkml:context>
    <inkml:brush xml:id="br0">
      <inkml:brushProperty name="width" value="0.035" units="cm"/>
      <inkml:brushProperty name="height" value="0.035" units="cm"/>
    </inkml:brush>
  </inkml:definitions>
  <inkml:trace contextRef="#ctx0" brushRef="#br0">1 1 24575,'0'0'-8191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5.784"/>
    </inkml:context>
    <inkml:brush xml:id="br0">
      <inkml:brushProperty name="width" value="0.035" units="cm"/>
      <inkml:brushProperty name="height" value="0.035" units="cm"/>
    </inkml:brush>
  </inkml:definitions>
  <inkml:trace contextRef="#ctx0" brushRef="#br0">1 0 24575,'0'0'-8191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6.579"/>
    </inkml:context>
    <inkml:brush xml:id="br0">
      <inkml:brushProperty name="width" value="0.035" units="cm"/>
      <inkml:brushProperty name="height" value="0.035" units="cm"/>
    </inkml:brush>
  </inkml:definitions>
  <inkml:trace contextRef="#ctx0" brushRef="#br0">0 0 24575,'0'0'-8191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7.780"/>
    </inkml:context>
    <inkml:brush xml:id="br0">
      <inkml:brushProperty name="width" value="0.035" units="cm"/>
      <inkml:brushProperty name="height" value="0.035" units="cm"/>
    </inkml:brush>
  </inkml:definitions>
  <inkml:trace contextRef="#ctx0" brushRef="#br0">0 0 24575,'0'0'-8191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8.624"/>
    </inkml:context>
    <inkml:brush xml:id="br0">
      <inkml:brushProperty name="width" value="0.035" units="cm"/>
      <inkml:brushProperty name="height" value="0.035" units="cm"/>
    </inkml:brush>
  </inkml:definitions>
  <inkml:trace contextRef="#ctx0" brushRef="#br0">1 1 24575,'0'0'-8191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9.137"/>
    </inkml:context>
    <inkml:brush xml:id="br0">
      <inkml:brushProperty name="width" value="0.035" units="cm"/>
      <inkml:brushProperty name="height" value="0.035" units="cm"/>
    </inkml:brush>
  </inkml:definitions>
  <inkml:trace contextRef="#ctx0" brushRef="#br0">0 1 24575,'0'0'-8191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9.778"/>
    </inkml:context>
    <inkml:brush xml:id="br0">
      <inkml:brushProperty name="width" value="0.035" units="cm"/>
      <inkml:brushProperty name="height" value="0.035" units="cm"/>
    </inkml:brush>
  </inkml:definitions>
  <inkml:trace contextRef="#ctx0" brushRef="#br0">0 1 24575,'0'0'-8191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0.431"/>
    </inkml:context>
    <inkml:brush xml:id="br0">
      <inkml:brushProperty name="width" value="0.035" units="cm"/>
      <inkml:brushProperty name="height" value="0.035" units="cm"/>
    </inkml:brush>
  </inkml:definitions>
  <inkml:trace contextRef="#ctx0" brushRef="#br0">0 1 24575,'0'0'-8191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1.039"/>
    </inkml:context>
    <inkml:brush xml:id="br0">
      <inkml:brushProperty name="width" value="0.035" units="cm"/>
      <inkml:brushProperty name="height" value="0.035" units="cm"/>
    </inkml:brush>
  </inkml:definitions>
  <inkml:trace contextRef="#ctx0" brushRef="#br0">0 1 24575,'0'0'-8191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1.618"/>
    </inkml:context>
    <inkml:brush xml:id="br0">
      <inkml:brushProperty name="width" value="0.035" units="cm"/>
      <inkml:brushProperty name="height" value="0.035" units="cm"/>
    </inkml:brush>
  </inkml:definitions>
  <inkml:trace contextRef="#ctx0" brushRef="#br0">1 0 24575,'0'0'-8191</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2.366"/>
    </inkml:context>
    <inkml:brush xml:id="br0">
      <inkml:brushProperty name="width" value="0.035" units="cm"/>
      <inkml:brushProperty name="height" value="0.035" units="cm"/>
    </inkml:brush>
  </inkml:definitions>
  <inkml:trace contextRef="#ctx0" brushRef="#br0">0 0 24575,'0'0'-8191</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3.409"/>
    </inkml:context>
    <inkml:brush xml:id="br0">
      <inkml:brushProperty name="width" value="0.035" units="cm"/>
      <inkml:brushProperty name="height" value="0.035" units="cm"/>
    </inkml:brush>
  </inkml:definitions>
  <inkml:trace contextRef="#ctx0" brushRef="#br0">1 0 24575,'0'0'-8191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3.982"/>
    </inkml:context>
    <inkml:brush xml:id="br0">
      <inkml:brushProperty name="width" value="0.035" units="cm"/>
      <inkml:brushProperty name="height" value="0.035" units="cm"/>
    </inkml:brush>
  </inkml:definitions>
  <inkml:trace contextRef="#ctx0" brushRef="#br0">0 0 24575,'0'0'-8191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5.027"/>
    </inkml:context>
    <inkml:brush xml:id="br0">
      <inkml:brushProperty name="width" value="0.035" units="cm"/>
      <inkml:brushProperty name="height" value="0.035" units="cm"/>
    </inkml:brush>
  </inkml:definitions>
  <inkml:trace contextRef="#ctx0" brushRef="#br0">0 0 24575,'0'0'-8191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6.391"/>
    </inkml:context>
    <inkml:brush xml:id="br0">
      <inkml:brushProperty name="width" value="0.035" units="cm"/>
      <inkml:brushProperty name="height" value="0.035" units="cm"/>
    </inkml:brush>
  </inkml:definitions>
  <inkml:trace contextRef="#ctx0" brushRef="#br0">1 0 24575,'0'0'-8191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7.309"/>
    </inkml:context>
    <inkml:brush xml:id="br0">
      <inkml:brushProperty name="width" value="0.035" units="cm"/>
      <inkml:brushProperty name="height" value="0.035" units="cm"/>
    </inkml:brush>
  </inkml:definitions>
  <inkml:trace contextRef="#ctx0" brushRef="#br0">1 0 24575</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9.741"/>
    </inkml:context>
    <inkml:brush xml:id="br0">
      <inkml:brushProperty name="width" value="0.035" units="cm"/>
      <inkml:brushProperty name="height" value="0.035" units="cm"/>
    </inkml:brush>
  </inkml:definitions>
  <inkml:trace contextRef="#ctx0" brushRef="#br0">0 0 24575</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2.314"/>
    </inkml:context>
    <inkml:brush xml:id="br0">
      <inkml:brushProperty name="width" value="0.035" units="cm"/>
      <inkml:brushProperty name="height" value="0.035" units="cm"/>
    </inkml:brush>
  </inkml:definitions>
  <inkml:trace contextRef="#ctx0" brushRef="#br0">1 0 24575,'0'0'-8191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3.109"/>
    </inkml:context>
    <inkml:brush xml:id="br0">
      <inkml:brushProperty name="width" value="0.035" units="cm"/>
      <inkml:brushProperty name="height" value="0.035" units="cm"/>
    </inkml:brush>
  </inkml:definitions>
  <inkml:trace contextRef="#ctx0" brushRef="#br0">0 0 24575,'0'0'-8191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4.064"/>
    </inkml:context>
    <inkml:brush xml:id="br0">
      <inkml:brushProperty name="width" value="0.035" units="cm"/>
      <inkml:brushProperty name="height" value="0.035" units="cm"/>
    </inkml:brush>
  </inkml:definitions>
  <inkml:trace contextRef="#ctx0" brushRef="#br0">0 1 24575,'0'0'-8191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6.189"/>
    </inkml:context>
    <inkml:brush xml:id="br0">
      <inkml:brushProperty name="width" value="0.035" units="cm"/>
      <inkml:brushProperty name="height" value="0.035" units="cm"/>
    </inkml:brush>
  </inkml:definitions>
  <inkml:trace contextRef="#ctx0" brushRef="#br0">1 1 24575,'0'0'-8191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6.733"/>
    </inkml:context>
    <inkml:brush xml:id="br0">
      <inkml:brushProperty name="width" value="0.035" units="cm"/>
      <inkml:brushProperty name="height" value="0.035" units="cm"/>
    </inkml:brush>
  </inkml:definitions>
  <inkml:trace contextRef="#ctx0" brushRef="#br0">1 0 24575,'0'0'-8191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7.282"/>
    </inkml:context>
    <inkml:brush xml:id="br0">
      <inkml:brushProperty name="width" value="0.035" units="cm"/>
      <inkml:brushProperty name="height" value="0.035" units="cm"/>
    </inkml:brush>
  </inkml:definitions>
  <inkml:trace contextRef="#ctx0" brushRef="#br0">0 0 24575,'0'0'-8191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7.806"/>
    </inkml:context>
    <inkml:brush xml:id="br0">
      <inkml:brushProperty name="width" value="0.035" units="cm"/>
      <inkml:brushProperty name="height" value="0.035" units="cm"/>
    </inkml:brush>
  </inkml:definitions>
  <inkml:trace contextRef="#ctx0" brushRef="#br0">0 0 24575,'0'0'-8191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9.100"/>
    </inkml:context>
    <inkml:brush xml:id="br0">
      <inkml:brushProperty name="width" value="0.035" units="cm"/>
      <inkml:brushProperty name="height" value="0.035" units="cm"/>
    </inkml:brush>
  </inkml:definitions>
  <inkml:trace contextRef="#ctx0" brushRef="#br0">1 1 24575,'0'0'-8191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9.955"/>
    </inkml:context>
    <inkml:brush xml:id="br0">
      <inkml:brushProperty name="width" value="0.035" units="cm"/>
      <inkml:brushProperty name="height" value="0.035" units="cm"/>
    </inkml:brush>
  </inkml:definitions>
  <inkml:trace contextRef="#ctx0" brushRef="#br0">0 0 24575,'0'0'-8191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0.970"/>
    </inkml:context>
    <inkml:brush xml:id="br0">
      <inkml:brushProperty name="width" value="0.035" units="cm"/>
      <inkml:brushProperty name="height" value="0.035" units="cm"/>
    </inkml:brush>
  </inkml:definitions>
  <inkml:trace contextRef="#ctx0" brushRef="#br0">1 1 24575,'0'0'-8191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1.592"/>
    </inkml:context>
    <inkml:brush xml:id="br0">
      <inkml:brushProperty name="width" value="0.035" units="cm"/>
      <inkml:brushProperty name="height" value="0.035" units="cm"/>
    </inkml:brush>
  </inkml:definitions>
  <inkml:trace contextRef="#ctx0" brushRef="#br0">0 1 24575,'0'0'-8191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2.013"/>
    </inkml:context>
    <inkml:brush xml:id="br0">
      <inkml:brushProperty name="width" value="0.035" units="cm"/>
      <inkml:brushProperty name="height" value="0.035" units="cm"/>
    </inkml:brush>
  </inkml:definitions>
  <inkml:trace contextRef="#ctx0" brushRef="#br0">1 1 24575,'0'0'-8191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3.088"/>
    </inkml:context>
    <inkml:brush xml:id="br0">
      <inkml:brushProperty name="width" value="0.035" units="cm"/>
      <inkml:brushProperty name="height" value="0.035" units="cm"/>
    </inkml:brush>
  </inkml:definitions>
  <inkml:trace contextRef="#ctx0" brushRef="#br0">0 0 24575,'0'0'-8191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3.864"/>
    </inkml:context>
    <inkml:brush xml:id="br0">
      <inkml:brushProperty name="width" value="0.035" units="cm"/>
      <inkml:brushProperty name="height" value="0.035" units="cm"/>
    </inkml:brush>
  </inkml:definitions>
  <inkml:trace contextRef="#ctx0" brushRef="#br0">1 1 24575</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4.271"/>
    </inkml:context>
    <inkml:brush xml:id="br0">
      <inkml:brushProperty name="width" value="0.035" units="cm"/>
      <inkml:brushProperty name="height" value="0.035" units="cm"/>
    </inkml:brush>
  </inkml:definitions>
  <inkml:trace contextRef="#ctx0" brushRef="#br0">0 0 24575,'0'0'-8191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4.868"/>
    </inkml:context>
    <inkml:brush xml:id="br0">
      <inkml:brushProperty name="width" value="0.035" units="cm"/>
      <inkml:brushProperty name="height" value="0.035" units="cm"/>
    </inkml:brush>
  </inkml:definitions>
  <inkml:trace contextRef="#ctx0" brushRef="#br0">1 0 24575,'0'0'-8191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5.662"/>
    </inkml:context>
    <inkml:brush xml:id="br0">
      <inkml:brushProperty name="width" value="0.035" units="cm"/>
      <inkml:brushProperty name="height" value="0.035" units="cm"/>
    </inkml:brush>
  </inkml:definitions>
  <inkml:trace contextRef="#ctx0" brushRef="#br0">0 0 24575,'0'0'-8191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6.273"/>
    </inkml:context>
    <inkml:brush xml:id="br0">
      <inkml:brushProperty name="width" value="0.035" units="cm"/>
      <inkml:brushProperty name="height" value="0.035" units="cm"/>
    </inkml:brush>
  </inkml:definitions>
  <inkml:trace contextRef="#ctx0" brushRef="#br0">1 0 24575,'0'0'-8191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7.128"/>
    </inkml:context>
    <inkml:brush xml:id="br0">
      <inkml:brushProperty name="width" value="0.035" units="cm"/>
      <inkml:brushProperty name="height" value="0.035" units="cm"/>
    </inkml:brush>
  </inkml:definitions>
  <inkml:trace contextRef="#ctx0" brushRef="#br0">0 1 24575,'0'0'-8191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8.044"/>
    </inkml:context>
    <inkml:brush xml:id="br0">
      <inkml:brushProperty name="width" value="0.035" units="cm"/>
      <inkml:brushProperty name="height" value="0.035" units="cm"/>
    </inkml:brush>
  </inkml:definitions>
  <inkml:trace contextRef="#ctx0" brushRef="#br0">0 1 24575,'0'0'-8191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9.459"/>
    </inkml:context>
    <inkml:brush xml:id="br0">
      <inkml:brushProperty name="width" value="0.035" units="cm"/>
      <inkml:brushProperty name="height" value="0.035" units="cm"/>
    </inkml:brush>
  </inkml:definitions>
  <inkml:trace contextRef="#ctx0" brushRef="#br0">1 1 24575,'0'0'-8191</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50.158"/>
    </inkml:context>
    <inkml:brush xml:id="br0">
      <inkml:brushProperty name="width" value="0.035" units="cm"/>
      <inkml:brushProperty name="height" value="0.035" units="cm"/>
    </inkml:brush>
  </inkml:definitions>
  <inkml:trace contextRef="#ctx0" brushRef="#br0">1 1 24575,'0'0'-8191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50.861"/>
    </inkml:context>
    <inkml:brush xml:id="br0">
      <inkml:brushProperty name="width" value="0.035" units="cm"/>
      <inkml:brushProperty name="height" value="0.035" units="cm"/>
    </inkml:brush>
  </inkml:definitions>
  <inkml:trace contextRef="#ctx0" brushRef="#br0">1 1 24575</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36.491"/>
    </inkml:context>
    <inkml:brush xml:id="br0">
      <inkml:brushProperty name="width" value="0.035" units="cm"/>
      <inkml:brushProperty name="height" value="0.035" units="cm"/>
    </inkml:brush>
  </inkml:definitions>
  <inkml:trace contextRef="#ctx0" brushRef="#br0">1 0 24575,'0'0'-8191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37.602"/>
    </inkml:context>
    <inkml:brush xml:id="br0">
      <inkml:brushProperty name="width" value="0.035" units="cm"/>
      <inkml:brushProperty name="height" value="0.035" units="cm"/>
    </inkml:brush>
  </inkml:definitions>
  <inkml:trace contextRef="#ctx0" brushRef="#br0">0 0 24575,'0'0'-8191</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38.461"/>
    </inkml:context>
    <inkml:brush xml:id="br0">
      <inkml:brushProperty name="width" value="0.035" units="cm"/>
      <inkml:brushProperty name="height" value="0.035" units="cm"/>
    </inkml:brush>
  </inkml:definitions>
  <inkml:trace contextRef="#ctx0" brushRef="#br0">0 0 24575,'0'0'-8191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0.068"/>
    </inkml:context>
    <inkml:brush xml:id="br0">
      <inkml:brushProperty name="width" value="0.035" units="cm"/>
      <inkml:brushProperty name="height" value="0.035" units="cm"/>
    </inkml:brush>
  </inkml:definitions>
  <inkml:trace contextRef="#ctx0" brushRef="#br0">1 0 24575,'0'0'-8191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0.912"/>
    </inkml:context>
    <inkml:brush xml:id="br0">
      <inkml:brushProperty name="width" value="0.035" units="cm"/>
      <inkml:brushProperty name="height" value="0.035" units="cm"/>
    </inkml:brush>
  </inkml:definitions>
  <inkml:trace contextRef="#ctx0" brushRef="#br0">0 1 24575,'0'0'-8191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2.037"/>
    </inkml:context>
    <inkml:brush xml:id="br0">
      <inkml:brushProperty name="width" value="0.035" units="cm"/>
      <inkml:brushProperty name="height" value="0.035" units="cm"/>
    </inkml:brush>
  </inkml:definitions>
  <inkml:trace contextRef="#ctx0" brushRef="#br0">0 1 24575</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2.863"/>
    </inkml:context>
    <inkml:brush xml:id="br0">
      <inkml:brushProperty name="width" value="0.035" units="cm"/>
      <inkml:brushProperty name="height" value="0.035" units="cm"/>
    </inkml:brush>
  </inkml:definitions>
  <inkml:trace contextRef="#ctx0" brushRef="#br0">1 1 24575,'0'0'-8191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3.520"/>
    </inkml:context>
    <inkml:brush xml:id="br0">
      <inkml:brushProperty name="width" value="0.035" units="cm"/>
      <inkml:brushProperty name="height" value="0.035" units="cm"/>
    </inkml:brush>
  </inkml:definitions>
  <inkml:trace contextRef="#ctx0" brushRef="#br0">0 1 24575</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4.016"/>
    </inkml:context>
    <inkml:brush xml:id="br0">
      <inkml:brushProperty name="width" value="0.035" units="cm"/>
      <inkml:brushProperty name="height" value="0.035" units="cm"/>
    </inkml:brush>
  </inkml:definitions>
  <inkml:trace contextRef="#ctx0" brushRef="#br0">1 0 24575,'0'0'-8191</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4.826"/>
    </inkml:context>
    <inkml:brush xml:id="br0">
      <inkml:brushProperty name="width" value="0.035" units="cm"/>
      <inkml:brushProperty name="height" value="0.035" units="cm"/>
    </inkml:brush>
  </inkml:definitions>
  <inkml:trace contextRef="#ctx0" brushRef="#br0">0 0 24575,'0'0'-8191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6.684"/>
    </inkml:context>
    <inkml:brush xml:id="br0">
      <inkml:brushProperty name="width" value="0.035" units="cm"/>
      <inkml:brushProperty name="height" value="0.035" units="cm"/>
    </inkml:brush>
  </inkml:definitions>
  <inkml:trace contextRef="#ctx0" brushRef="#br0">1 1 24575</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7.181"/>
    </inkml:context>
    <inkml:brush xml:id="br0">
      <inkml:brushProperty name="width" value="0.035" units="cm"/>
      <inkml:brushProperty name="height" value="0.035" units="cm"/>
    </inkml:brush>
  </inkml:definitions>
  <inkml:trace contextRef="#ctx0" brushRef="#br0">0 1 24575</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7.646"/>
    </inkml:context>
    <inkml:brush xml:id="br0">
      <inkml:brushProperty name="width" value="0.035" units="cm"/>
      <inkml:brushProperty name="height" value="0.035" units="cm"/>
    </inkml:brush>
  </inkml:definitions>
  <inkml:trace contextRef="#ctx0" brushRef="#br0">1 1 24575</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8.379"/>
    </inkml:context>
    <inkml:brush xml:id="br0">
      <inkml:brushProperty name="width" value="0.035" units="cm"/>
      <inkml:brushProperty name="height" value="0.035" units="cm"/>
    </inkml:brush>
  </inkml:definitions>
  <inkml:trace contextRef="#ctx0" brushRef="#br0">0 1 24575,'0'0'-8191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8.876"/>
    </inkml:context>
    <inkml:brush xml:id="br0">
      <inkml:brushProperty name="width" value="0.035" units="cm"/>
      <inkml:brushProperty name="height" value="0.035" units="cm"/>
    </inkml:brush>
  </inkml:definitions>
  <inkml:trace contextRef="#ctx0" brushRef="#br0">1 0 24575,'0'0'-8191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9.358"/>
    </inkml:context>
    <inkml:brush xml:id="br0">
      <inkml:brushProperty name="width" value="0.035" units="cm"/>
      <inkml:brushProperty name="height" value="0.035" units="cm"/>
    </inkml:brush>
  </inkml:definitions>
  <inkml:trace contextRef="#ctx0" brushRef="#br0">1 0 24575,'0'0'-8191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0.025"/>
    </inkml:context>
    <inkml:brush xml:id="br0">
      <inkml:brushProperty name="width" value="0.035" units="cm"/>
      <inkml:brushProperty name="height" value="0.035" units="cm"/>
    </inkml:brush>
  </inkml:definitions>
  <inkml:trace contextRef="#ctx0" brushRef="#br0">0 1 24575,'0'0'-8191</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0.507"/>
    </inkml:context>
    <inkml:brush xml:id="br0">
      <inkml:brushProperty name="width" value="0.035" units="cm"/>
      <inkml:brushProperty name="height" value="0.035" units="cm"/>
    </inkml:brush>
  </inkml:definitions>
  <inkml:trace contextRef="#ctx0" brushRef="#br0">1 1 24575,'0'0'-8191</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0.910"/>
    </inkml:context>
    <inkml:brush xml:id="br0">
      <inkml:brushProperty name="width" value="0.035" units="cm"/>
      <inkml:brushProperty name="height" value="0.035" units="cm"/>
    </inkml:brush>
  </inkml:definitions>
  <inkml:trace contextRef="#ctx0" brushRef="#br0">0 1 24575,'0'0'-8191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1.394"/>
    </inkml:context>
    <inkml:brush xml:id="br0">
      <inkml:brushProperty name="width" value="0.035" units="cm"/>
      <inkml:brushProperty name="height" value="0.035" units="cm"/>
    </inkml:brush>
  </inkml:definitions>
  <inkml:trace contextRef="#ctx0" brushRef="#br0">0 1 24575,'0'0'-8191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1.875"/>
    </inkml:context>
    <inkml:brush xml:id="br0">
      <inkml:brushProperty name="width" value="0.035" units="cm"/>
      <inkml:brushProperty name="height" value="0.035" units="cm"/>
    </inkml:brush>
  </inkml:definitions>
  <inkml:trace contextRef="#ctx0" brushRef="#br0">1 1 24575,'0'0'-8191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2.530"/>
    </inkml:context>
    <inkml:brush xml:id="br0">
      <inkml:brushProperty name="width" value="0.035" units="cm"/>
      <inkml:brushProperty name="height" value="0.035" units="cm"/>
    </inkml:brush>
  </inkml:definitions>
  <inkml:trace contextRef="#ctx0" brushRef="#br0">0 1 24575,'0'0'-8191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3.170"/>
    </inkml:context>
    <inkml:brush xml:id="br0">
      <inkml:brushProperty name="width" value="0.035" units="cm"/>
      <inkml:brushProperty name="height" value="0.035" units="cm"/>
    </inkml:brush>
  </inkml:definitions>
  <inkml:trace contextRef="#ctx0" brushRef="#br0">0 1 24575,'0'0'-8191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9.701"/>
    </inkml:context>
    <inkml:brush xml:id="br0">
      <inkml:brushProperty name="width" value="0.035" units="cm"/>
      <inkml:brushProperty name="height" value="0.035" units="cm"/>
    </inkml:brush>
  </inkml:definitions>
  <inkml:trace contextRef="#ctx0" brushRef="#br0">1 0 24575,'0'0'-8191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2.704"/>
    </inkml:context>
    <inkml:brush xml:id="br0">
      <inkml:brushProperty name="width" value="0.035" units="cm"/>
      <inkml:brushProperty name="height" value="0.035" units="cm"/>
    </inkml:brush>
  </inkml:definitions>
  <inkml:trace contextRef="#ctx0" brushRef="#br0">0 0 24575</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3.407"/>
    </inkml:context>
    <inkml:brush xml:id="br0">
      <inkml:brushProperty name="width" value="0.035" units="cm"/>
      <inkml:brushProperty name="height" value="0.035" units="cm"/>
    </inkml:brush>
  </inkml:definitions>
  <inkml:trace contextRef="#ctx0" brushRef="#br0">0 0 24575,'0'0'-8191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4.858"/>
    </inkml:context>
    <inkml:brush xml:id="br0">
      <inkml:brushProperty name="width" value="0.035" units="cm"/>
      <inkml:brushProperty name="height" value="0.035" units="cm"/>
    </inkml:brush>
  </inkml:definitions>
  <inkml:trace contextRef="#ctx0" brushRef="#br0">1 1 24575,'0'0'-8191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8.210"/>
    </inkml:context>
    <inkml:brush xml:id="br0">
      <inkml:brushProperty name="width" value="0.035" units="cm"/>
      <inkml:brushProperty name="height" value="0.035" units="cm"/>
    </inkml:brush>
  </inkml:definitions>
  <inkml:trace contextRef="#ctx0" brushRef="#br0">0 0 24575,'0'0'-8191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12.498"/>
    </inkml:context>
    <inkml:brush xml:id="br0">
      <inkml:brushProperty name="width" value="0.035" units="cm"/>
      <inkml:brushProperty name="height" value="0.035" units="cm"/>
    </inkml:brush>
  </inkml:definitions>
  <inkml:trace contextRef="#ctx0" brushRef="#br0">1 1 24575,'0'0'-8191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16.020"/>
    </inkml:context>
    <inkml:brush xml:id="br0">
      <inkml:brushProperty name="width" value="0.035" units="cm"/>
      <inkml:brushProperty name="height" value="0.035" units="cm"/>
    </inkml:brush>
  </inkml:definitions>
  <inkml:trace contextRef="#ctx0" brushRef="#br0">0 0 24575,'0'0'-8191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18.901"/>
    </inkml:context>
    <inkml:brush xml:id="br0">
      <inkml:brushProperty name="width" value="0.035" units="cm"/>
      <inkml:brushProperty name="height" value="0.035" units="cm"/>
    </inkml:brush>
  </inkml:definitions>
  <inkml:trace contextRef="#ctx0" brushRef="#br0">0 0 24575</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23.083"/>
    </inkml:context>
    <inkml:brush xml:id="br0">
      <inkml:brushProperty name="width" value="0.035" units="cm"/>
      <inkml:brushProperty name="height" value="0.035" units="cm"/>
    </inkml:brush>
  </inkml:definitions>
  <inkml:trace contextRef="#ctx0" brushRef="#br0">0 1 24575,'0'0'-8191</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3.177"/>
    </inkml:context>
    <inkml:brush xml:id="br0">
      <inkml:brushProperty name="width" value="0.035" units="cm"/>
      <inkml:brushProperty name="height" value="0.035" units="cm"/>
    </inkml:brush>
  </inkml:definitions>
  <inkml:trace contextRef="#ctx0" brushRef="#br0">1 1324 24575,'0'-5'0,"1"1"0,0-1 0,0 1 0,0 0 0,0 0 0,1-1 0,0 1 0,0 0 0,0 0 0,0 0 0,6-6 0,38-43 0,-19 23 0,5-13 0,-21 28 0,0 0 0,1 0 0,1 1 0,21-18 0,-29 28 0,1 0 0,0 1 0,0-1 0,0 1 0,0 1 0,0-1 0,1 1 0,-1 0 0,1 0 0,-1 1 0,1 0 0,0 0 0,0 1 0,0-1 0,-1 1 0,12 2 0,18 5 0,71 21 0,-22-4 0,11 2 0,-69-16 0,0-2 0,0-1 0,1-2 0,0 0 0,0-2 0,0-1 0,51-2 0,-59-3 0,9 0 0,-1-1 0,1-1 0,-1-2 0,0-1 0,40-16 0,256-170 0,-164 93 0,59-42 0,-214 140 0,1 1 0,-1-1 0,1 1 0,-1 1 0,1-1 0,0 1 0,0 0 0,0 0 0,0 1 0,-1 0 0,10 0 0,66 15 0,-54-9 0,65 14 0,0-4 0,2-4 0,113 0 0,-201-12 0,1-1 0,-1 0 0,1-1 0,-1 0 0,0 0 0,0 0 0,0-1 0,0 1 0,0-2 0,0 1 0,-1-1 0,1 1 0,-1-1 0,0-1 0,0 1 0,-1-1 0,1 0 0,-1 0 0,0 0 0,0-1 0,4-7 0,6-13 0,-1-1 0,-1 0 0,11-38 0,-5-18 0,-15 64 0,1 1 0,0-1 0,8-18 0,-11 34 0,0 1 0,1 0 0,-1-1 0,1 1 0,-1 0 0,1 0 0,0 0 0,0 0 0,0 0 0,0 0 0,0 1 0,0-1 0,1 0 0,-1 1 0,0 0 0,1 0 0,-1 0 0,1 0 0,0 0 0,-1 0 0,1 1 0,0-1 0,-1 1 0,1 0 0,0-1 0,-1 1 0,1 0 0,0 1 0,0-1 0,-1 1 0,1-1 0,0 1 0,2 1 0,13 3 0,-1 1 0,0 0 0,30 17 0,-30-15 0,89 45 0,137 61 0,-226-109 0,1 0 0,-1-1 0,1 0 0,0-2 0,26 2 0,93-8 0,-53 0 0,-24 4 0,0-3 0,0-2 0,0-3 0,0-3 0,-1-2 0,82-30 0,-73 12 0,-49 21 0,0 1 0,1 1 0,-1 1 0,1 0 0,37-6 0,-50 13 0,1 1 0,-1 0 0,0 0 0,0 1 0,0 0 0,0 0 0,0 1 0,0 0 0,0 0 0,-1 1 0,0-1 0,1 1 0,-1 1 0,-1-1 0,9 9 0,-6-6 0,1 0 0,1 0 0,-1-1 0,1-1 0,14 7 0,-21-11 0,1 0 0,0 0 0,0 0 0,-1-1 0,1 1 0,0-1 0,0 0 0,0 0 0,0-1 0,0 1 0,-1-1 0,1 1 0,0-1 0,0-1 0,-1 1 0,1 0 0,-1-1 0,1 0 0,5-4 0,3-1 0,-1-1 0,-1-1 0,0 0 0,0-1 0,-1 0 0,16-21 0,39-76 0,1-1 0,-57 97 0,0 0 0,1 1 0,1 0 0,-1 1 0,1 0 0,1 0 0,12-7 0,-11 9 0,1 1 0,-1 1 0,1 0 0,0 1 0,0 0 0,0 1 0,0 1 0,15-2 0,112 1 0,-98 3 0,-14 1 0,224 7 0,-217-4 0,-1 1 0,0 1 0,0 2 0,0 1 0,37 17 0,-68-25 0,0 1 0,0 0 0,0 0 0,-1-1 0,1 1 0,-1 1 0,1-1 0,-1 0 0,0 1 0,0-1 0,0 1 0,0 0 0,0-1 0,-1 1 0,1 0 0,-1 0 0,0 0 0,0 0 0,1 5 0,1 6 0,-1 0 0,0 0 0,-1 20 0,2 13 0,0-24 0,0-4 0,0 1 0,1-1 0,11 32 0,-12-44 0,0 0 0,1 0 0,0-1 0,0 1 0,0-1 0,1 0 0,0-1 0,0 1 0,0-1 0,1 0 0,0 0 0,0-1 0,9 6 0,18 7 0,1-1 0,0-1 0,1-2 0,0-2 0,1-1 0,0-2 0,65 7 0,-98-15 0,0 1 0,0-1 0,1 1 0,-1 0 0,0 0 0,0 0 0,0 0 0,0 0 0,0 1 0,0 0 0,0-1 0,-1 1 0,1 0 0,0 0 0,-1 1 0,0-1 0,1 0 0,1 4 0,0 1 0,1 1 0,-1 0 0,-1 0 0,0 0 0,3 10 0,-3-9 0,0 0 0,0-1 0,1 1 0,6 9 0,-9-15 0,1-1 0,0 1 0,0-1 0,0 0 0,1 1 0,-1-1 0,1 0 0,-1 0 0,1-1 0,-1 1 0,1-1 0,0 1 0,0-1 0,0 0 0,0 0 0,5 1 0,6 0-341,0-1 0,-1 0-1,18-1 1,-8-1-6485</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3.958"/>
    </inkml:context>
    <inkml:brush xml:id="br0">
      <inkml:brushProperty name="width" value="0.035" units="cm"/>
      <inkml:brushProperty name="height" value="0.035" units="cm"/>
    </inkml:brush>
  </inkml:definitions>
  <inkml:trace contextRef="#ctx0" brushRef="#br0">0 1 24575,'0'0'-8191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5.328"/>
    </inkml:context>
    <inkml:brush xml:id="br0">
      <inkml:brushProperty name="width" value="0.035" units="cm"/>
      <inkml:brushProperty name="height" value="0.035" units="cm"/>
    </inkml:brush>
  </inkml:definitions>
  <inkml:trace contextRef="#ctx0" brushRef="#br0">0 1 24575</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6.781"/>
    </inkml:context>
    <inkml:brush xml:id="br0">
      <inkml:brushProperty name="width" value="0.035" units="cm"/>
      <inkml:brushProperty name="height" value="0.035" units="cm"/>
    </inkml:brush>
  </inkml:definitions>
  <inkml:trace contextRef="#ctx0" brushRef="#br0">0 0 24575,'0'0'-8191</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7.841"/>
    </inkml:context>
    <inkml:brush xml:id="br0">
      <inkml:brushProperty name="width" value="0.035" units="cm"/>
      <inkml:brushProperty name="height" value="0.035" units="cm"/>
    </inkml:brush>
  </inkml:definitions>
  <inkml:trace contextRef="#ctx0" brushRef="#br0">0 0 24575</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9.328"/>
    </inkml:context>
    <inkml:brush xml:id="br0">
      <inkml:brushProperty name="width" value="0.035" units="cm"/>
      <inkml:brushProperty name="height" value="0.035" units="cm"/>
    </inkml:brush>
  </inkml:definitions>
  <inkml:trace contextRef="#ctx0" brushRef="#br0">0 1 24575,'0'0'-8191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0.258"/>
    </inkml:context>
    <inkml:brush xml:id="br0">
      <inkml:brushProperty name="width" value="0.035" units="cm"/>
      <inkml:brushProperty name="height" value="0.035" units="cm"/>
    </inkml:brush>
  </inkml:definitions>
  <inkml:trace contextRef="#ctx0" brushRef="#br0">1 0 24575,'0'0'-8191</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28.670"/>
    </inkml:context>
    <inkml:brush xml:id="br0">
      <inkml:brushProperty name="width" value="0.035" units="cm"/>
      <inkml:brushProperty name="height" value="0.035" units="cm"/>
    </inkml:brush>
  </inkml:definitions>
  <inkml:trace contextRef="#ctx0" brushRef="#br0">0 1 24575,'0'0'-8191</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1.223"/>
    </inkml:context>
    <inkml:brush xml:id="br0">
      <inkml:brushProperty name="width" value="0.035" units="cm"/>
      <inkml:brushProperty name="height" value="0.035" units="cm"/>
    </inkml:brush>
  </inkml:definitions>
  <inkml:trace contextRef="#ctx0" brushRef="#br0">1 1 24575,'4'0'0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3.061"/>
    </inkml:context>
    <inkml:brush xml:id="br0">
      <inkml:brushProperty name="width" value="0.035" units="cm"/>
      <inkml:brushProperty name="height" value="0.035" units="cm"/>
    </inkml:brush>
  </inkml:definitions>
  <inkml:trace contextRef="#ctx0" brushRef="#br0">1 1 24575,'0'0'-8191</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3.734"/>
    </inkml:context>
    <inkml:brush xml:id="br0">
      <inkml:brushProperty name="width" value="0.035" units="cm"/>
      <inkml:brushProperty name="height" value="0.035" units="cm"/>
    </inkml:brush>
  </inkml:definitions>
  <inkml:trace contextRef="#ctx0" brushRef="#br0">1 1 24575,'0'0'-8191</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4.339"/>
    </inkml:context>
    <inkml:brush xml:id="br0">
      <inkml:brushProperty name="width" value="0.035" units="cm"/>
      <inkml:brushProperty name="height" value="0.035" units="cm"/>
    </inkml:brush>
  </inkml:definitions>
  <inkml:trace contextRef="#ctx0" brushRef="#br0">0 1 24575,'0'0'-8191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5.199"/>
    </inkml:context>
    <inkml:brush xml:id="br0">
      <inkml:brushProperty name="width" value="0.035" units="cm"/>
      <inkml:brushProperty name="height" value="0.035" units="cm"/>
    </inkml:brush>
  </inkml:definitions>
  <inkml:trace contextRef="#ctx0" brushRef="#br0">1 1 24575,'0'0'-8191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5.992"/>
    </inkml:context>
    <inkml:brush xml:id="br0">
      <inkml:brushProperty name="width" value="0.035" units="cm"/>
      <inkml:brushProperty name="height" value="0.035" units="cm"/>
    </inkml:brush>
  </inkml:definitions>
  <inkml:trace contextRef="#ctx0" brushRef="#br0">0 0 24575,'0'0'-8191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6.895"/>
    </inkml:context>
    <inkml:brush xml:id="br0">
      <inkml:brushProperty name="width" value="0.035" units="cm"/>
      <inkml:brushProperty name="height" value="0.035" units="cm"/>
    </inkml:brush>
  </inkml:definitions>
  <inkml:trace contextRef="#ctx0" brushRef="#br0">0 1 24575,'0'0'-8191</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7.816"/>
    </inkml:context>
    <inkml:brush xml:id="br0">
      <inkml:brushProperty name="width" value="0.035" units="cm"/>
      <inkml:brushProperty name="height" value="0.035" units="cm"/>
    </inkml:brush>
  </inkml:definitions>
  <inkml:trace contextRef="#ctx0" brushRef="#br0">0 0 24575,'0'0'-8191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9.267"/>
    </inkml:context>
    <inkml:brush xml:id="br0">
      <inkml:brushProperty name="width" value="0.035" units="cm"/>
      <inkml:brushProperty name="height" value="0.035" units="cm"/>
    </inkml:brush>
  </inkml:definitions>
  <inkml:trace contextRef="#ctx0" brushRef="#br0">0 0 24575</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39.978"/>
    </inkml:context>
    <inkml:brush xml:id="br0">
      <inkml:brushProperty name="width" value="0.035" units="cm"/>
      <inkml:brushProperty name="height" value="0.035" units="cm"/>
    </inkml:brush>
  </inkml:definitions>
  <inkml:trace contextRef="#ctx0" brushRef="#br0">1 0 24575</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40.755"/>
    </inkml:context>
    <inkml:brush xml:id="br0">
      <inkml:brushProperty name="width" value="0.035" units="cm"/>
      <inkml:brushProperty name="height" value="0.035" units="cm"/>
    </inkml:brush>
  </inkml:definitions>
  <inkml:trace contextRef="#ctx0" brushRef="#br0">1 0 24575,'0'0'-8191</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41.409"/>
    </inkml:context>
    <inkml:brush xml:id="br0">
      <inkml:brushProperty name="width" value="0.035" units="cm"/>
      <inkml:brushProperty name="height" value="0.035" units="cm"/>
    </inkml:brush>
  </inkml:definitions>
  <inkml:trace contextRef="#ctx0" brushRef="#br0">1 0 24575,'0'0'-8191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3:41.965"/>
    </inkml:context>
    <inkml:brush xml:id="br0">
      <inkml:brushProperty name="width" value="0.035" units="cm"/>
      <inkml:brushProperty name="height" value="0.035" units="cm"/>
    </inkml:brush>
  </inkml:definitions>
  <inkml:trace contextRef="#ctx0" brushRef="#br0">1 1 24575,'0'0'-8191</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3.032"/>
    </inkml:context>
    <inkml:brush xml:id="br0">
      <inkml:brushProperty name="width" value="0.035" units="cm"/>
      <inkml:brushProperty name="height" value="0.035" units="cm"/>
    </inkml:brush>
  </inkml:definitions>
  <inkml:trace contextRef="#ctx0" brushRef="#br0">1 1 24575</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4.048"/>
    </inkml:context>
    <inkml:brush xml:id="br0">
      <inkml:brushProperty name="width" value="0.035" units="cm"/>
      <inkml:brushProperty name="height" value="0.035" units="cm"/>
    </inkml:brush>
  </inkml:definitions>
  <inkml:trace contextRef="#ctx0" brushRef="#br0">0 1 24575</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5.091"/>
    </inkml:context>
    <inkml:brush xml:id="br0">
      <inkml:brushProperty name="width" value="0.035" units="cm"/>
      <inkml:brushProperty name="height" value="0.035" units="cm"/>
    </inkml:brush>
  </inkml:definitions>
  <inkml:trace contextRef="#ctx0" brushRef="#br0">1 0 24575,'0'0'-8191</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6.825"/>
    </inkml:context>
    <inkml:brush xml:id="br0">
      <inkml:brushProperty name="width" value="0.035" units="cm"/>
      <inkml:brushProperty name="height" value="0.035" units="cm"/>
    </inkml:brush>
  </inkml:definitions>
  <inkml:trace contextRef="#ctx0" brushRef="#br0">0 0 24575,'0'0'-8191</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7.762"/>
    </inkml:context>
    <inkml:brush xml:id="br0">
      <inkml:brushProperty name="width" value="0.035" units="cm"/>
      <inkml:brushProperty name="height" value="0.035" units="cm"/>
    </inkml:brush>
  </inkml:definitions>
  <inkml:trace contextRef="#ctx0" brushRef="#br0">1 1 24575,'0'0'-8191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09.300"/>
    </inkml:context>
    <inkml:brush xml:id="br0">
      <inkml:brushProperty name="width" value="0.035" units="cm"/>
      <inkml:brushProperty name="height" value="0.035" units="cm"/>
    </inkml:brush>
  </inkml:definitions>
  <inkml:trace contextRef="#ctx0" brushRef="#br0">1 1 24575,'0'0'-8191</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0.465"/>
    </inkml:context>
    <inkml:brush xml:id="br0">
      <inkml:brushProperty name="width" value="0.035" units="cm"/>
      <inkml:brushProperty name="height" value="0.035" units="cm"/>
    </inkml:brush>
  </inkml:definitions>
  <inkml:trace contextRef="#ctx0" brushRef="#br0">1 0 24575,'0'0'-8191</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1.172"/>
    </inkml:context>
    <inkml:brush xml:id="br0">
      <inkml:brushProperty name="width" value="0.035" units="cm"/>
      <inkml:brushProperty name="height" value="0.035" units="cm"/>
    </inkml:brush>
  </inkml:definitions>
  <inkml:trace contextRef="#ctx0" brushRef="#br0">0 0 24575,'0'0'-8191</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1.855"/>
    </inkml:context>
    <inkml:brush xml:id="br0">
      <inkml:brushProperty name="width" value="0.035" units="cm"/>
      <inkml:brushProperty name="height" value="0.035" units="cm"/>
    </inkml:brush>
  </inkml:definitions>
  <inkml:trace contextRef="#ctx0" brushRef="#br0">1 0 24575,'0'0'-8191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3.841"/>
    </inkml:context>
    <inkml:brush xml:id="br0">
      <inkml:brushProperty name="width" value="0.035" units="cm"/>
      <inkml:brushProperty name="height" value="0.035" units="cm"/>
    </inkml:brush>
  </inkml:definitions>
  <inkml:trace contextRef="#ctx0" brushRef="#br0">0 1 24575,'0'0'-8191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5.446"/>
    </inkml:context>
    <inkml:brush xml:id="br0">
      <inkml:brushProperty name="width" value="0.035" units="cm"/>
      <inkml:brushProperty name="height" value="0.035" units="cm"/>
    </inkml:brush>
  </inkml:definitions>
  <inkml:trace contextRef="#ctx0" brushRef="#br0">1 1 24575,'0'0'-8191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7.457"/>
    </inkml:context>
    <inkml:brush xml:id="br0">
      <inkml:brushProperty name="width" value="0.035" units="cm"/>
      <inkml:brushProperty name="height" value="0.035" units="cm"/>
    </inkml:brush>
  </inkml:definitions>
  <inkml:trace contextRef="#ctx0" brushRef="#br0">1 1 24575</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8.317"/>
    </inkml:context>
    <inkml:brush xml:id="br0">
      <inkml:brushProperty name="width" value="0.035" units="cm"/>
      <inkml:brushProperty name="height" value="0.035" units="cm"/>
    </inkml:brush>
  </inkml:definitions>
  <inkml:trace contextRef="#ctx0" brushRef="#br0">1 0 24575,'0'0'-8191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19.345"/>
    </inkml:context>
    <inkml:brush xml:id="br0">
      <inkml:brushProperty name="width" value="0.035" units="cm"/>
      <inkml:brushProperty name="height" value="0.035" units="cm"/>
    </inkml:brush>
  </inkml:definitions>
  <inkml:trace contextRef="#ctx0" brushRef="#br0">0 0 24575,'0'0'-8191</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20.106"/>
    </inkml:context>
    <inkml:brush xml:id="br0">
      <inkml:brushProperty name="width" value="0.035" units="cm"/>
      <inkml:brushProperty name="height" value="0.035" units="cm"/>
    </inkml:brush>
  </inkml:definitions>
  <inkml:trace contextRef="#ctx0" brushRef="#br0">0 1 24575</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07:21.627"/>
    </inkml:context>
    <inkml:brush xml:id="br0">
      <inkml:brushProperty name="width" value="0.035" units="cm"/>
      <inkml:brushProperty name="height" value="0.035" units="cm"/>
    </inkml:brush>
  </inkml:definitions>
  <inkml:trace contextRef="#ctx0" brushRef="#br0">1 1 24575,'0'0'-8191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0.431"/>
    </inkml:context>
    <inkml:brush xml:id="br0">
      <inkml:brushProperty name="width" value="0.035" units="cm"/>
      <inkml:brushProperty name="height" value="0.035" units="cm"/>
    </inkml:brush>
  </inkml:definitions>
  <inkml:trace contextRef="#ctx0" brushRef="#br0">0 0 24575,'0'0'-8191</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2.878"/>
    </inkml:context>
    <inkml:brush xml:id="br0">
      <inkml:brushProperty name="width" value="0.035" units="cm"/>
      <inkml:brushProperty name="height" value="0.035" units="cm"/>
    </inkml:brush>
  </inkml:definitions>
  <inkml:trace contextRef="#ctx0" brushRef="#br0">0 0 24575,'0'0'-8191</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4.643"/>
    </inkml:context>
    <inkml:brush xml:id="br0">
      <inkml:brushProperty name="width" value="0.035" units="cm"/>
      <inkml:brushProperty name="height" value="0.035" units="cm"/>
    </inkml:brush>
  </inkml:definitions>
  <inkml:trace contextRef="#ctx0" brushRef="#br0">1 1 24575,'0'0'-8191</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5.784"/>
    </inkml:context>
    <inkml:brush xml:id="br0">
      <inkml:brushProperty name="width" value="0.035" units="cm"/>
      <inkml:brushProperty name="height" value="0.035" units="cm"/>
    </inkml:brush>
  </inkml:definitions>
  <inkml:trace contextRef="#ctx0" brushRef="#br0">1 0 24575,'0'0'-8191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6.579"/>
    </inkml:context>
    <inkml:brush xml:id="br0">
      <inkml:brushProperty name="width" value="0.035" units="cm"/>
      <inkml:brushProperty name="height" value="0.035" units="cm"/>
    </inkml:brush>
  </inkml:definitions>
  <inkml:trace contextRef="#ctx0" brushRef="#br0">0 0 24575,'0'0'-8191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7.780"/>
    </inkml:context>
    <inkml:brush xml:id="br0">
      <inkml:brushProperty name="width" value="0.035" units="cm"/>
      <inkml:brushProperty name="height" value="0.035" units="cm"/>
    </inkml:brush>
  </inkml:definitions>
  <inkml:trace contextRef="#ctx0" brushRef="#br0">0 0 24575,'0'0'-8191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8.624"/>
    </inkml:context>
    <inkml:brush xml:id="br0">
      <inkml:brushProperty name="width" value="0.035" units="cm"/>
      <inkml:brushProperty name="height" value="0.035" units="cm"/>
    </inkml:brush>
  </inkml:definitions>
  <inkml:trace contextRef="#ctx0" brushRef="#br0">1 1 24575,'0'0'-8191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9.137"/>
    </inkml:context>
    <inkml:brush xml:id="br0">
      <inkml:brushProperty name="width" value="0.035" units="cm"/>
      <inkml:brushProperty name="height" value="0.035" units="cm"/>
    </inkml:brush>
  </inkml:definitions>
  <inkml:trace contextRef="#ctx0" brushRef="#br0">0 1 24575,'0'0'-8191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19.778"/>
    </inkml:context>
    <inkml:brush xml:id="br0">
      <inkml:brushProperty name="width" value="0.035" units="cm"/>
      <inkml:brushProperty name="height" value="0.035" units="cm"/>
    </inkml:brush>
  </inkml:definitions>
  <inkml:trace contextRef="#ctx0" brushRef="#br0">0 1 24575,'0'0'-8191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0.431"/>
    </inkml:context>
    <inkml:brush xml:id="br0">
      <inkml:brushProperty name="width" value="0.035" units="cm"/>
      <inkml:brushProperty name="height" value="0.035" units="cm"/>
    </inkml:brush>
  </inkml:definitions>
  <inkml:trace contextRef="#ctx0" brushRef="#br0">0 1 24575,'0'0'-8191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1.039"/>
    </inkml:context>
    <inkml:brush xml:id="br0">
      <inkml:brushProperty name="width" value="0.035" units="cm"/>
      <inkml:brushProperty name="height" value="0.035" units="cm"/>
    </inkml:brush>
  </inkml:definitions>
  <inkml:trace contextRef="#ctx0" brushRef="#br0">0 1 24575,'0'0'-8191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1.618"/>
    </inkml:context>
    <inkml:brush xml:id="br0">
      <inkml:brushProperty name="width" value="0.035" units="cm"/>
      <inkml:brushProperty name="height" value="0.035" units="cm"/>
    </inkml:brush>
  </inkml:definitions>
  <inkml:trace contextRef="#ctx0" brushRef="#br0">1 0 24575,'0'0'-8191</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2.366"/>
    </inkml:context>
    <inkml:brush xml:id="br0">
      <inkml:brushProperty name="width" value="0.035" units="cm"/>
      <inkml:brushProperty name="height" value="0.035" units="cm"/>
    </inkml:brush>
  </inkml:definitions>
  <inkml:trace contextRef="#ctx0" brushRef="#br0">0 0 24575,'0'0'-8191</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3.409"/>
    </inkml:context>
    <inkml:brush xml:id="br0">
      <inkml:brushProperty name="width" value="0.035" units="cm"/>
      <inkml:brushProperty name="height" value="0.035" units="cm"/>
    </inkml:brush>
  </inkml:definitions>
  <inkml:trace contextRef="#ctx0" brushRef="#br0">1 0 24575,'0'0'-8191</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3.982"/>
    </inkml:context>
    <inkml:brush xml:id="br0">
      <inkml:brushProperty name="width" value="0.035" units="cm"/>
      <inkml:brushProperty name="height" value="0.035" units="cm"/>
    </inkml:brush>
  </inkml:definitions>
  <inkml:trace contextRef="#ctx0" brushRef="#br0">0 0 24575,'0'0'-8191</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5.027"/>
    </inkml:context>
    <inkml:brush xml:id="br0">
      <inkml:brushProperty name="width" value="0.035" units="cm"/>
      <inkml:brushProperty name="height" value="0.035" units="cm"/>
    </inkml:brush>
  </inkml:definitions>
  <inkml:trace contextRef="#ctx0" brushRef="#br0">0 0 24575,'0'0'-8191</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6.391"/>
    </inkml:context>
    <inkml:brush xml:id="br0">
      <inkml:brushProperty name="width" value="0.035" units="cm"/>
      <inkml:brushProperty name="height" value="0.035" units="cm"/>
    </inkml:brush>
  </inkml:definitions>
  <inkml:trace contextRef="#ctx0" brushRef="#br0">1 0 24575,'0'0'-8191</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7.309"/>
    </inkml:context>
    <inkml:brush xml:id="br0">
      <inkml:brushProperty name="width" value="0.035" units="cm"/>
      <inkml:brushProperty name="height" value="0.035" units="cm"/>
    </inkml:brush>
  </inkml:definitions>
  <inkml:trace contextRef="#ctx0" brushRef="#br0">1 0 24575</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29.741"/>
    </inkml:context>
    <inkml:brush xml:id="br0">
      <inkml:brushProperty name="width" value="0.035" units="cm"/>
      <inkml:brushProperty name="height" value="0.035" units="cm"/>
    </inkml:brush>
  </inkml:definitions>
  <inkml:trace contextRef="#ctx0" brushRef="#br0">0 0 24575</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2.314"/>
    </inkml:context>
    <inkml:brush xml:id="br0">
      <inkml:brushProperty name="width" value="0.035" units="cm"/>
      <inkml:brushProperty name="height" value="0.035" units="cm"/>
    </inkml:brush>
  </inkml:definitions>
  <inkml:trace contextRef="#ctx0" brushRef="#br0">1 0 24575,'0'0'-8191</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3.109"/>
    </inkml:context>
    <inkml:brush xml:id="br0">
      <inkml:brushProperty name="width" value="0.035" units="cm"/>
      <inkml:brushProperty name="height" value="0.035" units="cm"/>
    </inkml:brush>
  </inkml:definitions>
  <inkml:trace contextRef="#ctx0" brushRef="#br0">0 0 24575,'0'0'-8191</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4.064"/>
    </inkml:context>
    <inkml:brush xml:id="br0">
      <inkml:brushProperty name="width" value="0.035" units="cm"/>
      <inkml:brushProperty name="height" value="0.035" units="cm"/>
    </inkml:brush>
  </inkml:definitions>
  <inkml:trace contextRef="#ctx0" brushRef="#br0">0 1 24575,'0'0'-8191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6.189"/>
    </inkml:context>
    <inkml:brush xml:id="br0">
      <inkml:brushProperty name="width" value="0.035" units="cm"/>
      <inkml:brushProperty name="height" value="0.035" units="cm"/>
    </inkml:brush>
  </inkml:definitions>
  <inkml:trace contextRef="#ctx0" brushRef="#br0">1 1 24575,'0'0'-8191</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6.733"/>
    </inkml:context>
    <inkml:brush xml:id="br0">
      <inkml:brushProperty name="width" value="0.035" units="cm"/>
      <inkml:brushProperty name="height" value="0.035" units="cm"/>
    </inkml:brush>
  </inkml:definitions>
  <inkml:trace contextRef="#ctx0" brushRef="#br0">1 0 24575,'0'0'-8191</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7.282"/>
    </inkml:context>
    <inkml:brush xml:id="br0">
      <inkml:brushProperty name="width" value="0.035" units="cm"/>
      <inkml:brushProperty name="height" value="0.035" units="cm"/>
    </inkml:brush>
  </inkml:definitions>
  <inkml:trace contextRef="#ctx0" brushRef="#br0">0 0 24575,'0'0'-8191</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7.806"/>
    </inkml:context>
    <inkml:brush xml:id="br0">
      <inkml:brushProperty name="width" value="0.035" units="cm"/>
      <inkml:brushProperty name="height" value="0.035" units="cm"/>
    </inkml:brush>
  </inkml:definitions>
  <inkml:trace contextRef="#ctx0" brushRef="#br0">0 0 24575,'0'0'-8191</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9.100"/>
    </inkml:context>
    <inkml:brush xml:id="br0">
      <inkml:brushProperty name="width" value="0.035" units="cm"/>
      <inkml:brushProperty name="height" value="0.035" units="cm"/>
    </inkml:brush>
  </inkml:definitions>
  <inkml:trace contextRef="#ctx0" brushRef="#br0">1 1 24575,'0'0'-8191</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39.955"/>
    </inkml:context>
    <inkml:brush xml:id="br0">
      <inkml:brushProperty name="width" value="0.035" units="cm"/>
      <inkml:brushProperty name="height" value="0.035" units="cm"/>
    </inkml:brush>
  </inkml:definitions>
  <inkml:trace contextRef="#ctx0" brushRef="#br0">0 0 24575,'0'0'-8191</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0.970"/>
    </inkml:context>
    <inkml:brush xml:id="br0">
      <inkml:brushProperty name="width" value="0.035" units="cm"/>
      <inkml:brushProperty name="height" value="0.035" units="cm"/>
    </inkml:brush>
  </inkml:definitions>
  <inkml:trace contextRef="#ctx0" brushRef="#br0">1 1 24575,'0'0'-8191</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1.592"/>
    </inkml:context>
    <inkml:brush xml:id="br0">
      <inkml:brushProperty name="width" value="0.035" units="cm"/>
      <inkml:brushProperty name="height" value="0.035" units="cm"/>
    </inkml:brush>
  </inkml:definitions>
  <inkml:trace contextRef="#ctx0" brushRef="#br0">0 1 24575,'0'0'-8191</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2.013"/>
    </inkml:context>
    <inkml:brush xml:id="br0">
      <inkml:brushProperty name="width" value="0.035" units="cm"/>
      <inkml:brushProperty name="height" value="0.035" units="cm"/>
    </inkml:brush>
  </inkml:definitions>
  <inkml:trace contextRef="#ctx0" brushRef="#br0">1 1 24575,'0'0'-8191</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3.088"/>
    </inkml:context>
    <inkml:brush xml:id="br0">
      <inkml:brushProperty name="width" value="0.035" units="cm"/>
      <inkml:brushProperty name="height" value="0.035" units="cm"/>
    </inkml:brush>
  </inkml:definitions>
  <inkml:trace contextRef="#ctx0" brushRef="#br0">0 0 24575,'0'0'-8191</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3.864"/>
    </inkml:context>
    <inkml:brush xml:id="br0">
      <inkml:brushProperty name="width" value="0.035" units="cm"/>
      <inkml:brushProperty name="height" value="0.035" units="cm"/>
    </inkml:brush>
  </inkml:definitions>
  <inkml:trace contextRef="#ctx0" brushRef="#br0">1 1 24575</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4.271"/>
    </inkml:context>
    <inkml:brush xml:id="br0">
      <inkml:brushProperty name="width" value="0.035" units="cm"/>
      <inkml:brushProperty name="height" value="0.035" units="cm"/>
    </inkml:brush>
  </inkml:definitions>
  <inkml:trace contextRef="#ctx0" brushRef="#br0">0 0 24575,'0'0'-8191</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4.868"/>
    </inkml:context>
    <inkml:brush xml:id="br0">
      <inkml:brushProperty name="width" value="0.035" units="cm"/>
      <inkml:brushProperty name="height" value="0.035" units="cm"/>
    </inkml:brush>
  </inkml:definitions>
  <inkml:trace contextRef="#ctx0" brushRef="#br0">1 0 24575,'0'0'-8191</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5.662"/>
    </inkml:context>
    <inkml:brush xml:id="br0">
      <inkml:brushProperty name="width" value="0.035" units="cm"/>
      <inkml:brushProperty name="height" value="0.035" units="cm"/>
    </inkml:brush>
  </inkml:definitions>
  <inkml:trace contextRef="#ctx0" brushRef="#br0">0 0 24575,'0'0'-8191</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6.273"/>
    </inkml:context>
    <inkml:brush xml:id="br0">
      <inkml:brushProperty name="width" value="0.035" units="cm"/>
      <inkml:brushProperty name="height" value="0.035" units="cm"/>
    </inkml:brush>
  </inkml:definitions>
  <inkml:trace contextRef="#ctx0" brushRef="#br0">1 0 24575,'0'0'-8191</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7.128"/>
    </inkml:context>
    <inkml:brush xml:id="br0">
      <inkml:brushProperty name="width" value="0.035" units="cm"/>
      <inkml:brushProperty name="height" value="0.035" units="cm"/>
    </inkml:brush>
  </inkml:definitions>
  <inkml:trace contextRef="#ctx0" brushRef="#br0">0 1 24575,'0'0'-8191</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8.044"/>
    </inkml:context>
    <inkml:brush xml:id="br0">
      <inkml:brushProperty name="width" value="0.035" units="cm"/>
      <inkml:brushProperty name="height" value="0.035" units="cm"/>
    </inkml:brush>
  </inkml:definitions>
  <inkml:trace contextRef="#ctx0" brushRef="#br0">0 1 24575,'0'0'-8191</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49.459"/>
    </inkml:context>
    <inkml:brush xml:id="br0">
      <inkml:brushProperty name="width" value="0.035" units="cm"/>
      <inkml:brushProperty name="height" value="0.035" units="cm"/>
    </inkml:brush>
  </inkml:definitions>
  <inkml:trace contextRef="#ctx0" brushRef="#br0">1 1 24575,'0'0'-8191</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50.158"/>
    </inkml:context>
    <inkml:brush xml:id="br0">
      <inkml:brushProperty name="width" value="0.035" units="cm"/>
      <inkml:brushProperty name="height" value="0.035" units="cm"/>
    </inkml:brush>
  </inkml:definitions>
  <inkml:trace contextRef="#ctx0" brushRef="#br0">1 1 24575,'0'0'-8191</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16:50.861"/>
    </inkml:context>
    <inkml:brush xml:id="br0">
      <inkml:brushProperty name="width" value="0.035" units="cm"/>
      <inkml:brushProperty name="height" value="0.035" units="cm"/>
    </inkml:brush>
  </inkml:definitions>
  <inkml:trace contextRef="#ctx0" brushRef="#br0">1 1 24575</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36.491"/>
    </inkml:context>
    <inkml:brush xml:id="br0">
      <inkml:brushProperty name="width" value="0.035" units="cm"/>
      <inkml:brushProperty name="height" value="0.035" units="cm"/>
    </inkml:brush>
  </inkml:definitions>
  <inkml:trace contextRef="#ctx0" brushRef="#br0">1 0 24575,'0'0'-8191</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37.602"/>
    </inkml:context>
    <inkml:brush xml:id="br0">
      <inkml:brushProperty name="width" value="0.035" units="cm"/>
      <inkml:brushProperty name="height" value="0.035" units="cm"/>
    </inkml:brush>
  </inkml:definitions>
  <inkml:trace contextRef="#ctx0" brushRef="#br0">0 0 24575,'0'0'-8191</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38.461"/>
    </inkml:context>
    <inkml:brush xml:id="br0">
      <inkml:brushProperty name="width" value="0.035" units="cm"/>
      <inkml:brushProperty name="height" value="0.035" units="cm"/>
    </inkml:brush>
  </inkml:definitions>
  <inkml:trace contextRef="#ctx0" brushRef="#br0">0 0 24575,'0'0'-8191</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0.068"/>
    </inkml:context>
    <inkml:brush xml:id="br0">
      <inkml:brushProperty name="width" value="0.035" units="cm"/>
      <inkml:brushProperty name="height" value="0.035" units="cm"/>
    </inkml:brush>
  </inkml:definitions>
  <inkml:trace contextRef="#ctx0" brushRef="#br0">1 0 24575,'0'0'-8191</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0.912"/>
    </inkml:context>
    <inkml:brush xml:id="br0">
      <inkml:brushProperty name="width" value="0.035" units="cm"/>
      <inkml:brushProperty name="height" value="0.035" units="cm"/>
    </inkml:brush>
  </inkml:definitions>
  <inkml:trace contextRef="#ctx0" brushRef="#br0">0 1 24575,'0'0'-8191</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2.037"/>
    </inkml:context>
    <inkml:brush xml:id="br0">
      <inkml:brushProperty name="width" value="0.035" units="cm"/>
      <inkml:brushProperty name="height" value="0.035" units="cm"/>
    </inkml:brush>
  </inkml:definitions>
  <inkml:trace contextRef="#ctx0" brushRef="#br0">0 1 24575</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2.863"/>
    </inkml:context>
    <inkml:brush xml:id="br0">
      <inkml:brushProperty name="width" value="0.035" units="cm"/>
      <inkml:brushProperty name="height" value="0.035" units="cm"/>
    </inkml:brush>
  </inkml:definitions>
  <inkml:trace contextRef="#ctx0" brushRef="#br0">1 1 24575,'0'0'-8191</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3.520"/>
    </inkml:context>
    <inkml:brush xml:id="br0">
      <inkml:brushProperty name="width" value="0.035" units="cm"/>
      <inkml:brushProperty name="height" value="0.035" units="cm"/>
    </inkml:brush>
  </inkml:definitions>
  <inkml:trace contextRef="#ctx0" brushRef="#br0">0 1 24575</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4.016"/>
    </inkml:context>
    <inkml:brush xml:id="br0">
      <inkml:brushProperty name="width" value="0.035" units="cm"/>
      <inkml:brushProperty name="height" value="0.035" units="cm"/>
    </inkml:brush>
  </inkml:definitions>
  <inkml:trace contextRef="#ctx0" brushRef="#br0">1 0 24575,'0'0'-8191</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4.826"/>
    </inkml:context>
    <inkml:brush xml:id="br0">
      <inkml:brushProperty name="width" value="0.035" units="cm"/>
      <inkml:brushProperty name="height" value="0.035" units="cm"/>
    </inkml:brush>
  </inkml:definitions>
  <inkml:trace contextRef="#ctx0" brushRef="#br0">0 0 24575,'0'0'-8191</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6.684"/>
    </inkml:context>
    <inkml:brush xml:id="br0">
      <inkml:brushProperty name="width" value="0.035" units="cm"/>
      <inkml:brushProperty name="height" value="0.035" units="cm"/>
    </inkml:brush>
  </inkml:definitions>
  <inkml:trace contextRef="#ctx0" brushRef="#br0">1 1 24575</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7.181"/>
    </inkml:context>
    <inkml:brush xml:id="br0">
      <inkml:brushProperty name="width" value="0.035" units="cm"/>
      <inkml:brushProperty name="height" value="0.035" units="cm"/>
    </inkml:brush>
  </inkml:definitions>
  <inkml:trace contextRef="#ctx0" brushRef="#br0">0 1 24575</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7.646"/>
    </inkml:context>
    <inkml:brush xml:id="br0">
      <inkml:brushProperty name="width" value="0.035" units="cm"/>
      <inkml:brushProperty name="height" value="0.035" units="cm"/>
    </inkml:brush>
  </inkml:definitions>
  <inkml:trace contextRef="#ctx0" brushRef="#br0">1 1 24575</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8.379"/>
    </inkml:context>
    <inkml:brush xml:id="br0">
      <inkml:brushProperty name="width" value="0.035" units="cm"/>
      <inkml:brushProperty name="height" value="0.035" units="cm"/>
    </inkml:brush>
  </inkml:definitions>
  <inkml:trace contextRef="#ctx0" brushRef="#br0">0 1 24575,'0'0'-8191</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8.876"/>
    </inkml:context>
    <inkml:brush xml:id="br0">
      <inkml:brushProperty name="width" value="0.035" units="cm"/>
      <inkml:brushProperty name="height" value="0.035" units="cm"/>
    </inkml:brush>
  </inkml:definitions>
  <inkml:trace contextRef="#ctx0" brushRef="#br0">1 0 24575,'0'0'-8191</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49.358"/>
    </inkml:context>
    <inkml:brush xml:id="br0">
      <inkml:brushProperty name="width" value="0.035" units="cm"/>
      <inkml:brushProperty name="height" value="0.035" units="cm"/>
    </inkml:brush>
  </inkml:definitions>
  <inkml:trace contextRef="#ctx0" brushRef="#br0">1 0 24575,'0'0'-8191</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0.025"/>
    </inkml:context>
    <inkml:brush xml:id="br0">
      <inkml:brushProperty name="width" value="0.035" units="cm"/>
      <inkml:brushProperty name="height" value="0.035" units="cm"/>
    </inkml:brush>
  </inkml:definitions>
  <inkml:trace contextRef="#ctx0" brushRef="#br0">0 1 24575,'0'0'-8191</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0.507"/>
    </inkml:context>
    <inkml:brush xml:id="br0">
      <inkml:brushProperty name="width" value="0.035" units="cm"/>
      <inkml:brushProperty name="height" value="0.035" units="cm"/>
    </inkml:brush>
  </inkml:definitions>
  <inkml:trace contextRef="#ctx0" brushRef="#br0">1 1 24575,'0'0'-8191</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0.910"/>
    </inkml:context>
    <inkml:brush xml:id="br0">
      <inkml:brushProperty name="width" value="0.035" units="cm"/>
      <inkml:brushProperty name="height" value="0.035" units="cm"/>
    </inkml:brush>
  </inkml:definitions>
  <inkml:trace contextRef="#ctx0" brushRef="#br0">0 1 24575,'0'0'-8191</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1.394"/>
    </inkml:context>
    <inkml:brush xml:id="br0">
      <inkml:brushProperty name="width" value="0.035" units="cm"/>
      <inkml:brushProperty name="height" value="0.035" units="cm"/>
    </inkml:brush>
  </inkml:definitions>
  <inkml:trace contextRef="#ctx0" brushRef="#br0">0 1 24575,'0'0'-8191</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1.875"/>
    </inkml:context>
    <inkml:brush xml:id="br0">
      <inkml:brushProperty name="width" value="0.035" units="cm"/>
      <inkml:brushProperty name="height" value="0.035" units="cm"/>
    </inkml:brush>
  </inkml:definitions>
  <inkml:trace contextRef="#ctx0" brushRef="#br0">1 1 24575,'0'0'-8191</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2.530"/>
    </inkml:context>
    <inkml:brush xml:id="br0">
      <inkml:brushProperty name="width" value="0.035" units="cm"/>
      <inkml:brushProperty name="height" value="0.035" units="cm"/>
    </inkml:brush>
  </inkml:definitions>
  <inkml:trace contextRef="#ctx0" brushRef="#br0">0 1 24575,'0'0'-8191</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3.170"/>
    </inkml:context>
    <inkml:brush xml:id="br0">
      <inkml:brushProperty name="width" value="0.035" units="cm"/>
      <inkml:brushProperty name="height" value="0.035" units="cm"/>
    </inkml:brush>
  </inkml:definitions>
  <inkml:trace contextRef="#ctx0" brushRef="#br0">0 1 24575,'0'0'-8191</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6:59.701"/>
    </inkml:context>
    <inkml:brush xml:id="br0">
      <inkml:brushProperty name="width" value="0.035" units="cm"/>
      <inkml:brushProperty name="height" value="0.035" units="cm"/>
    </inkml:brush>
  </inkml:definitions>
  <inkml:trace contextRef="#ctx0" brushRef="#br0">1 0 24575,'0'0'-8191</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2.704"/>
    </inkml:context>
    <inkml:brush xml:id="br0">
      <inkml:brushProperty name="width" value="0.035" units="cm"/>
      <inkml:brushProperty name="height" value="0.035" units="cm"/>
    </inkml:brush>
  </inkml:definitions>
  <inkml:trace contextRef="#ctx0" brushRef="#br0">0 0 24575</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3.407"/>
    </inkml:context>
    <inkml:brush xml:id="br0">
      <inkml:brushProperty name="width" value="0.035" units="cm"/>
      <inkml:brushProperty name="height" value="0.035" units="cm"/>
    </inkml:brush>
  </inkml:definitions>
  <inkml:trace contextRef="#ctx0" brushRef="#br0">0 0 24575,'0'0'-8191</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4.858"/>
    </inkml:context>
    <inkml:brush xml:id="br0">
      <inkml:brushProperty name="width" value="0.035" units="cm"/>
      <inkml:brushProperty name="height" value="0.035" units="cm"/>
    </inkml:brush>
  </inkml:definitions>
  <inkml:trace contextRef="#ctx0" brushRef="#br0">1 1 24575,'0'0'-8191</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08.210"/>
    </inkml:context>
    <inkml:brush xml:id="br0">
      <inkml:brushProperty name="width" value="0.035" units="cm"/>
      <inkml:brushProperty name="height" value="0.035" units="cm"/>
    </inkml:brush>
  </inkml:definitions>
  <inkml:trace contextRef="#ctx0" brushRef="#br0">0 0 24575,'0'0'-8191</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12.498"/>
    </inkml:context>
    <inkml:brush xml:id="br0">
      <inkml:brushProperty name="width" value="0.035" units="cm"/>
      <inkml:brushProperty name="height" value="0.035" units="cm"/>
    </inkml:brush>
  </inkml:definitions>
  <inkml:trace contextRef="#ctx0" brushRef="#br0">1 1 24575,'0'0'-8191</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16.020"/>
    </inkml:context>
    <inkml:brush xml:id="br0">
      <inkml:brushProperty name="width" value="0.035" units="cm"/>
      <inkml:brushProperty name="height" value="0.035" units="cm"/>
    </inkml:brush>
  </inkml:definitions>
  <inkml:trace contextRef="#ctx0" brushRef="#br0">0 0 24575,'0'0'-8191</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18.901"/>
    </inkml:context>
    <inkml:brush xml:id="br0">
      <inkml:brushProperty name="width" value="0.035" units="cm"/>
      <inkml:brushProperty name="height" value="0.035" units="cm"/>
    </inkml:brush>
  </inkml:definitions>
  <inkml:trace contextRef="#ctx0" brushRef="#br0">0 0 24575</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6T00:27:23.083"/>
    </inkml:context>
    <inkml:brush xml:id="br0">
      <inkml:brushProperty name="width" value="0.035" units="cm"/>
      <inkml:brushProperty name="height" value="0.035" units="cm"/>
    </inkml:brush>
  </inkml:definitions>
  <inkml:trace contextRef="#ctx0" brushRef="#br0">0 1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1F636-9649-1B5A-FBBB-92810C67CA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798E38-E565-C730-5B97-EBAC12C464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08132D-0D1C-3BAD-435D-5119688FBF7A}"/>
              </a:ext>
            </a:extLst>
          </p:cNvPr>
          <p:cNvSpPr>
            <a:spLocks noGrp="1"/>
          </p:cNvSpPr>
          <p:nvPr>
            <p:ph type="dt" sz="half" idx="10"/>
          </p:nvPr>
        </p:nvSpPr>
        <p:spPr/>
        <p:txBody>
          <a:bodyPr/>
          <a:lstStyle/>
          <a:p>
            <a:fld id="{23E65DF1-6695-4003-AF40-DFEF2B774C43}" type="datetimeFigureOut">
              <a:rPr lang="en-US" smtClean="0"/>
              <a:t>9/23/2026</a:t>
            </a:fld>
            <a:endParaRPr lang="en-US"/>
          </a:p>
        </p:txBody>
      </p:sp>
      <p:sp>
        <p:nvSpPr>
          <p:cNvPr id="5" name="Footer Placeholder 4">
            <a:extLst>
              <a:ext uri="{FF2B5EF4-FFF2-40B4-BE49-F238E27FC236}">
                <a16:creationId xmlns:a16="http://schemas.microsoft.com/office/drawing/2014/main" id="{98F953E4-15CE-132A-EFAD-D793E611FB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9AA4DC-4878-C3A9-4599-00A62069F340}"/>
              </a:ext>
            </a:extLst>
          </p:cNvPr>
          <p:cNvSpPr>
            <a:spLocks noGrp="1"/>
          </p:cNvSpPr>
          <p:nvPr>
            <p:ph type="sldNum" sz="quarter" idx="12"/>
          </p:nvPr>
        </p:nvSpPr>
        <p:spPr/>
        <p:txBody>
          <a:bodyPr/>
          <a:lstStyle/>
          <a:p>
            <a:fld id="{66070CE3-0A21-4452-B09E-C779432ACB5F}" type="slidenum">
              <a:rPr lang="en-US" smtClean="0"/>
              <a:t>‹#›</a:t>
            </a:fld>
            <a:endParaRPr lang="en-US"/>
          </a:p>
        </p:txBody>
      </p:sp>
    </p:spTree>
    <p:extLst>
      <p:ext uri="{BB962C8B-B14F-4D97-AF65-F5344CB8AC3E}">
        <p14:creationId xmlns:p14="http://schemas.microsoft.com/office/powerpoint/2010/main" val="299576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3AFB-229A-C525-88A6-D23FF25C52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B7303D-824B-8E43-2827-B96BCF2F97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B62051-02EB-5601-B236-B0053539605B}"/>
              </a:ext>
            </a:extLst>
          </p:cNvPr>
          <p:cNvSpPr>
            <a:spLocks noGrp="1"/>
          </p:cNvSpPr>
          <p:nvPr>
            <p:ph type="dt" sz="half" idx="10"/>
          </p:nvPr>
        </p:nvSpPr>
        <p:spPr/>
        <p:txBody>
          <a:bodyPr/>
          <a:lstStyle/>
          <a:p>
            <a:fld id="{23E65DF1-6695-4003-AF40-DFEF2B774C43}" type="datetimeFigureOut">
              <a:rPr lang="en-US" smtClean="0"/>
              <a:t>9/23/2026</a:t>
            </a:fld>
            <a:endParaRPr lang="en-US"/>
          </a:p>
        </p:txBody>
      </p:sp>
      <p:sp>
        <p:nvSpPr>
          <p:cNvPr id="5" name="Footer Placeholder 4">
            <a:extLst>
              <a:ext uri="{FF2B5EF4-FFF2-40B4-BE49-F238E27FC236}">
                <a16:creationId xmlns:a16="http://schemas.microsoft.com/office/drawing/2014/main" id="{AA5BC4B9-D7DF-0D63-90D3-AFBB00F5F3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BFF997-2C9E-C81C-1B2C-A23B99967921}"/>
              </a:ext>
            </a:extLst>
          </p:cNvPr>
          <p:cNvSpPr>
            <a:spLocks noGrp="1"/>
          </p:cNvSpPr>
          <p:nvPr>
            <p:ph type="sldNum" sz="quarter" idx="12"/>
          </p:nvPr>
        </p:nvSpPr>
        <p:spPr/>
        <p:txBody>
          <a:bodyPr/>
          <a:lstStyle/>
          <a:p>
            <a:fld id="{66070CE3-0A21-4452-B09E-C779432ACB5F}" type="slidenum">
              <a:rPr lang="en-US" smtClean="0"/>
              <a:t>‹#›</a:t>
            </a:fld>
            <a:endParaRPr lang="en-US"/>
          </a:p>
        </p:txBody>
      </p:sp>
    </p:spTree>
    <p:extLst>
      <p:ext uri="{BB962C8B-B14F-4D97-AF65-F5344CB8AC3E}">
        <p14:creationId xmlns:p14="http://schemas.microsoft.com/office/powerpoint/2010/main" val="699209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02451-9465-A0B5-1429-FD052697C6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AF5CFB-A849-B187-A7D3-3E239BBEC9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423851-962A-0271-1565-1BD2AA95CFDF}"/>
              </a:ext>
            </a:extLst>
          </p:cNvPr>
          <p:cNvSpPr>
            <a:spLocks noGrp="1"/>
          </p:cNvSpPr>
          <p:nvPr>
            <p:ph type="dt" sz="half" idx="10"/>
          </p:nvPr>
        </p:nvSpPr>
        <p:spPr/>
        <p:txBody>
          <a:bodyPr/>
          <a:lstStyle/>
          <a:p>
            <a:fld id="{23E65DF1-6695-4003-AF40-DFEF2B774C43}" type="datetimeFigureOut">
              <a:rPr lang="en-US" smtClean="0"/>
              <a:t>9/23/2026</a:t>
            </a:fld>
            <a:endParaRPr lang="en-US"/>
          </a:p>
        </p:txBody>
      </p:sp>
      <p:sp>
        <p:nvSpPr>
          <p:cNvPr id="5" name="Footer Placeholder 4">
            <a:extLst>
              <a:ext uri="{FF2B5EF4-FFF2-40B4-BE49-F238E27FC236}">
                <a16:creationId xmlns:a16="http://schemas.microsoft.com/office/drawing/2014/main" id="{2D2C58C2-BC1B-988B-FCCB-75210A105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E808F3-14E0-661C-1225-BCE40FD5A143}"/>
              </a:ext>
            </a:extLst>
          </p:cNvPr>
          <p:cNvSpPr>
            <a:spLocks noGrp="1"/>
          </p:cNvSpPr>
          <p:nvPr>
            <p:ph type="sldNum" sz="quarter" idx="12"/>
          </p:nvPr>
        </p:nvSpPr>
        <p:spPr/>
        <p:txBody>
          <a:bodyPr/>
          <a:lstStyle/>
          <a:p>
            <a:fld id="{66070CE3-0A21-4452-B09E-C779432ACB5F}" type="slidenum">
              <a:rPr lang="en-US" smtClean="0"/>
              <a:t>‹#›</a:t>
            </a:fld>
            <a:endParaRPr lang="en-US"/>
          </a:p>
        </p:txBody>
      </p:sp>
    </p:spTree>
    <p:extLst>
      <p:ext uri="{BB962C8B-B14F-4D97-AF65-F5344CB8AC3E}">
        <p14:creationId xmlns:p14="http://schemas.microsoft.com/office/powerpoint/2010/main" val="1342158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EEB7C-D46F-0391-7403-8D27A8E6C8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763861-5F13-7172-3ED6-66175E1797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1372D6-0AA9-105F-121D-20B4426AEC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AF0364-5DF6-4A0A-F40B-7E701664DF69}"/>
              </a:ext>
            </a:extLst>
          </p:cNvPr>
          <p:cNvSpPr>
            <a:spLocks noGrp="1"/>
          </p:cNvSpPr>
          <p:nvPr>
            <p:ph type="dt" sz="half" idx="10"/>
          </p:nvPr>
        </p:nvSpPr>
        <p:spPr/>
        <p:txBody>
          <a:bodyPr/>
          <a:lstStyle/>
          <a:p>
            <a:fld id="{23E65DF1-6695-4003-AF40-DFEF2B774C43}" type="datetimeFigureOut">
              <a:rPr lang="en-US" smtClean="0"/>
              <a:t>9/23/2026</a:t>
            </a:fld>
            <a:endParaRPr lang="en-US"/>
          </a:p>
        </p:txBody>
      </p:sp>
      <p:sp>
        <p:nvSpPr>
          <p:cNvPr id="6" name="Footer Placeholder 5">
            <a:extLst>
              <a:ext uri="{FF2B5EF4-FFF2-40B4-BE49-F238E27FC236}">
                <a16:creationId xmlns:a16="http://schemas.microsoft.com/office/drawing/2014/main" id="{59302704-9FBD-5E57-7693-8E48D4D262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5F6E27-4F89-BDC9-5388-28043333C4AE}"/>
              </a:ext>
            </a:extLst>
          </p:cNvPr>
          <p:cNvSpPr>
            <a:spLocks noGrp="1"/>
          </p:cNvSpPr>
          <p:nvPr>
            <p:ph type="sldNum" sz="quarter" idx="12"/>
          </p:nvPr>
        </p:nvSpPr>
        <p:spPr/>
        <p:txBody>
          <a:bodyPr/>
          <a:lstStyle/>
          <a:p>
            <a:fld id="{66070CE3-0A21-4452-B09E-C779432ACB5F}" type="slidenum">
              <a:rPr lang="en-US" smtClean="0"/>
              <a:t>‹#›</a:t>
            </a:fld>
            <a:endParaRPr lang="en-US"/>
          </a:p>
        </p:txBody>
      </p:sp>
    </p:spTree>
    <p:extLst>
      <p:ext uri="{BB962C8B-B14F-4D97-AF65-F5344CB8AC3E}">
        <p14:creationId xmlns:p14="http://schemas.microsoft.com/office/powerpoint/2010/main" val="960917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13578-BB52-C72A-CCDD-122B9BC92C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D6BD38-6F49-0750-0626-BB41F9B7C8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1B60C7-A469-A860-E73B-DC365AB60F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B475B0-D818-B9BA-B2D2-987AF10223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094471-4D3F-3C4D-FE30-41C58C1260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370E64-E65E-16AA-B90C-CDB013F1FC1D}"/>
              </a:ext>
            </a:extLst>
          </p:cNvPr>
          <p:cNvSpPr>
            <a:spLocks noGrp="1"/>
          </p:cNvSpPr>
          <p:nvPr>
            <p:ph type="dt" sz="half" idx="10"/>
          </p:nvPr>
        </p:nvSpPr>
        <p:spPr/>
        <p:txBody>
          <a:bodyPr/>
          <a:lstStyle/>
          <a:p>
            <a:fld id="{23E65DF1-6695-4003-AF40-DFEF2B774C43}" type="datetimeFigureOut">
              <a:rPr lang="en-US" smtClean="0"/>
              <a:t>9/23/2026</a:t>
            </a:fld>
            <a:endParaRPr lang="en-US"/>
          </a:p>
        </p:txBody>
      </p:sp>
      <p:sp>
        <p:nvSpPr>
          <p:cNvPr id="8" name="Footer Placeholder 7">
            <a:extLst>
              <a:ext uri="{FF2B5EF4-FFF2-40B4-BE49-F238E27FC236}">
                <a16:creationId xmlns:a16="http://schemas.microsoft.com/office/drawing/2014/main" id="{04F38DCF-3E14-3A69-A012-26D3F83DE2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07347F-4FBD-AD74-6337-05BB6FAA6F38}"/>
              </a:ext>
            </a:extLst>
          </p:cNvPr>
          <p:cNvSpPr>
            <a:spLocks noGrp="1"/>
          </p:cNvSpPr>
          <p:nvPr>
            <p:ph type="sldNum" sz="quarter" idx="12"/>
          </p:nvPr>
        </p:nvSpPr>
        <p:spPr/>
        <p:txBody>
          <a:bodyPr/>
          <a:lstStyle/>
          <a:p>
            <a:fld id="{66070CE3-0A21-4452-B09E-C779432ACB5F}" type="slidenum">
              <a:rPr lang="en-US" smtClean="0"/>
              <a:t>‹#›</a:t>
            </a:fld>
            <a:endParaRPr lang="en-US"/>
          </a:p>
        </p:txBody>
      </p:sp>
    </p:spTree>
    <p:extLst>
      <p:ext uri="{BB962C8B-B14F-4D97-AF65-F5344CB8AC3E}">
        <p14:creationId xmlns:p14="http://schemas.microsoft.com/office/powerpoint/2010/main" val="2379963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18DF2-6F70-678C-1E4B-2AD11D8B0D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73AE7E-EBA3-D3DB-8A7A-34F8A91DDF7B}"/>
              </a:ext>
            </a:extLst>
          </p:cNvPr>
          <p:cNvSpPr>
            <a:spLocks noGrp="1"/>
          </p:cNvSpPr>
          <p:nvPr>
            <p:ph type="dt" sz="half" idx="10"/>
          </p:nvPr>
        </p:nvSpPr>
        <p:spPr/>
        <p:txBody>
          <a:bodyPr/>
          <a:lstStyle/>
          <a:p>
            <a:fld id="{23E65DF1-6695-4003-AF40-DFEF2B774C43}" type="datetimeFigureOut">
              <a:rPr lang="en-US" smtClean="0"/>
              <a:t>9/23/2026</a:t>
            </a:fld>
            <a:endParaRPr lang="en-US"/>
          </a:p>
        </p:txBody>
      </p:sp>
      <p:sp>
        <p:nvSpPr>
          <p:cNvPr id="4" name="Footer Placeholder 3">
            <a:extLst>
              <a:ext uri="{FF2B5EF4-FFF2-40B4-BE49-F238E27FC236}">
                <a16:creationId xmlns:a16="http://schemas.microsoft.com/office/drawing/2014/main" id="{00B130BF-68C1-F373-59E3-F030F25B58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73BACB-2892-3D93-0152-7AE76EB5FAA4}"/>
              </a:ext>
            </a:extLst>
          </p:cNvPr>
          <p:cNvSpPr>
            <a:spLocks noGrp="1"/>
          </p:cNvSpPr>
          <p:nvPr>
            <p:ph type="sldNum" sz="quarter" idx="12"/>
          </p:nvPr>
        </p:nvSpPr>
        <p:spPr/>
        <p:txBody>
          <a:bodyPr/>
          <a:lstStyle/>
          <a:p>
            <a:fld id="{66070CE3-0A21-4452-B09E-C779432ACB5F}" type="slidenum">
              <a:rPr lang="en-US" smtClean="0"/>
              <a:t>‹#›</a:t>
            </a:fld>
            <a:endParaRPr lang="en-US"/>
          </a:p>
        </p:txBody>
      </p:sp>
    </p:spTree>
    <p:extLst>
      <p:ext uri="{BB962C8B-B14F-4D97-AF65-F5344CB8AC3E}">
        <p14:creationId xmlns:p14="http://schemas.microsoft.com/office/powerpoint/2010/main" val="2786968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DB6604-C5F9-FA9B-452C-95B1226C8D42}"/>
              </a:ext>
            </a:extLst>
          </p:cNvPr>
          <p:cNvSpPr>
            <a:spLocks noGrp="1"/>
          </p:cNvSpPr>
          <p:nvPr>
            <p:ph type="dt" sz="half" idx="10"/>
          </p:nvPr>
        </p:nvSpPr>
        <p:spPr/>
        <p:txBody>
          <a:bodyPr/>
          <a:lstStyle/>
          <a:p>
            <a:fld id="{23E65DF1-6695-4003-AF40-DFEF2B774C43}" type="datetimeFigureOut">
              <a:rPr lang="en-US" smtClean="0"/>
              <a:t>9/23/2026</a:t>
            </a:fld>
            <a:endParaRPr lang="en-US"/>
          </a:p>
        </p:txBody>
      </p:sp>
      <p:sp>
        <p:nvSpPr>
          <p:cNvPr id="3" name="Footer Placeholder 2">
            <a:extLst>
              <a:ext uri="{FF2B5EF4-FFF2-40B4-BE49-F238E27FC236}">
                <a16:creationId xmlns:a16="http://schemas.microsoft.com/office/drawing/2014/main" id="{D7A5F429-C2C0-0AC4-5DA9-4BDAE213D5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6EE4BF-B2A0-7FFD-95C1-20E36F1195DB}"/>
              </a:ext>
            </a:extLst>
          </p:cNvPr>
          <p:cNvSpPr>
            <a:spLocks noGrp="1"/>
          </p:cNvSpPr>
          <p:nvPr>
            <p:ph type="sldNum" sz="quarter" idx="12"/>
          </p:nvPr>
        </p:nvSpPr>
        <p:spPr/>
        <p:txBody>
          <a:bodyPr/>
          <a:lstStyle/>
          <a:p>
            <a:fld id="{66070CE3-0A21-4452-B09E-C779432ACB5F}" type="slidenum">
              <a:rPr lang="en-US" smtClean="0"/>
              <a:t>‹#›</a:t>
            </a:fld>
            <a:endParaRPr lang="en-US"/>
          </a:p>
        </p:txBody>
      </p:sp>
    </p:spTree>
    <p:extLst>
      <p:ext uri="{BB962C8B-B14F-4D97-AF65-F5344CB8AC3E}">
        <p14:creationId xmlns:p14="http://schemas.microsoft.com/office/powerpoint/2010/main" val="2954551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68830-823E-6EAB-DF29-436FCD6108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F2E265-7F75-D3AA-D54A-7D3BCA6E35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479C56-C6D2-8FE4-2437-725B9599E5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49C8EE-E6E6-6BE6-2DFE-9001097027A8}"/>
              </a:ext>
            </a:extLst>
          </p:cNvPr>
          <p:cNvSpPr>
            <a:spLocks noGrp="1"/>
          </p:cNvSpPr>
          <p:nvPr>
            <p:ph type="dt" sz="half" idx="10"/>
          </p:nvPr>
        </p:nvSpPr>
        <p:spPr/>
        <p:txBody>
          <a:bodyPr/>
          <a:lstStyle/>
          <a:p>
            <a:fld id="{23E65DF1-6695-4003-AF40-DFEF2B774C43}" type="datetimeFigureOut">
              <a:rPr lang="en-US" smtClean="0"/>
              <a:t>9/23/2026</a:t>
            </a:fld>
            <a:endParaRPr lang="en-US"/>
          </a:p>
        </p:txBody>
      </p:sp>
      <p:sp>
        <p:nvSpPr>
          <p:cNvPr id="6" name="Footer Placeholder 5">
            <a:extLst>
              <a:ext uri="{FF2B5EF4-FFF2-40B4-BE49-F238E27FC236}">
                <a16:creationId xmlns:a16="http://schemas.microsoft.com/office/drawing/2014/main" id="{9463BAE9-6E86-8BF7-2337-7BF727223F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7D4896-9CE5-8B2F-88B1-E9B1E1D3BF72}"/>
              </a:ext>
            </a:extLst>
          </p:cNvPr>
          <p:cNvSpPr>
            <a:spLocks noGrp="1"/>
          </p:cNvSpPr>
          <p:nvPr>
            <p:ph type="sldNum" sz="quarter" idx="12"/>
          </p:nvPr>
        </p:nvSpPr>
        <p:spPr/>
        <p:txBody>
          <a:bodyPr/>
          <a:lstStyle/>
          <a:p>
            <a:fld id="{66070CE3-0A21-4452-B09E-C779432ACB5F}" type="slidenum">
              <a:rPr lang="en-US" smtClean="0"/>
              <a:t>‹#›</a:t>
            </a:fld>
            <a:endParaRPr lang="en-US"/>
          </a:p>
        </p:txBody>
      </p:sp>
    </p:spTree>
    <p:extLst>
      <p:ext uri="{BB962C8B-B14F-4D97-AF65-F5344CB8AC3E}">
        <p14:creationId xmlns:p14="http://schemas.microsoft.com/office/powerpoint/2010/main" val="1805997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4ABA-310E-42B6-CF1B-3C074D0AC6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DCBC8D-0679-0BF9-12D8-139222A6C5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0CEDB5-32FB-A2E2-D22A-2A1C48438C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0688E6-E472-D0E1-0FD3-7B5EBDD2D196}"/>
              </a:ext>
            </a:extLst>
          </p:cNvPr>
          <p:cNvSpPr>
            <a:spLocks noGrp="1"/>
          </p:cNvSpPr>
          <p:nvPr>
            <p:ph type="dt" sz="half" idx="10"/>
          </p:nvPr>
        </p:nvSpPr>
        <p:spPr/>
        <p:txBody>
          <a:bodyPr/>
          <a:lstStyle/>
          <a:p>
            <a:fld id="{23E65DF1-6695-4003-AF40-DFEF2B774C43}" type="datetimeFigureOut">
              <a:rPr lang="en-US" smtClean="0"/>
              <a:t>9/23/2026</a:t>
            </a:fld>
            <a:endParaRPr lang="en-US"/>
          </a:p>
        </p:txBody>
      </p:sp>
      <p:sp>
        <p:nvSpPr>
          <p:cNvPr id="6" name="Footer Placeholder 5">
            <a:extLst>
              <a:ext uri="{FF2B5EF4-FFF2-40B4-BE49-F238E27FC236}">
                <a16:creationId xmlns:a16="http://schemas.microsoft.com/office/drawing/2014/main" id="{C5426408-084F-37DA-D5E3-609AC86642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6ECC5A-7073-50E0-3B14-C727D4EA7B6D}"/>
              </a:ext>
            </a:extLst>
          </p:cNvPr>
          <p:cNvSpPr>
            <a:spLocks noGrp="1"/>
          </p:cNvSpPr>
          <p:nvPr>
            <p:ph type="sldNum" sz="quarter" idx="12"/>
          </p:nvPr>
        </p:nvSpPr>
        <p:spPr/>
        <p:txBody>
          <a:bodyPr/>
          <a:lstStyle/>
          <a:p>
            <a:fld id="{66070CE3-0A21-4452-B09E-C779432ACB5F}" type="slidenum">
              <a:rPr lang="en-US" smtClean="0"/>
              <a:t>‹#›</a:t>
            </a:fld>
            <a:endParaRPr lang="en-US"/>
          </a:p>
        </p:txBody>
      </p:sp>
    </p:spTree>
    <p:extLst>
      <p:ext uri="{BB962C8B-B14F-4D97-AF65-F5344CB8AC3E}">
        <p14:creationId xmlns:p14="http://schemas.microsoft.com/office/powerpoint/2010/main" val="206555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BB11F-B0BD-FED2-FB09-1D16F67BDB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6AF8EE-195A-52B8-7031-81F5CC04CA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F324D4-A06B-C02D-EA99-19451254E153}"/>
              </a:ext>
            </a:extLst>
          </p:cNvPr>
          <p:cNvSpPr>
            <a:spLocks noGrp="1"/>
          </p:cNvSpPr>
          <p:nvPr>
            <p:ph type="dt" sz="half" idx="10"/>
          </p:nvPr>
        </p:nvSpPr>
        <p:spPr/>
        <p:txBody>
          <a:bodyPr/>
          <a:lstStyle/>
          <a:p>
            <a:fld id="{23E65DF1-6695-4003-AF40-DFEF2B774C43}" type="datetimeFigureOut">
              <a:rPr lang="en-US" smtClean="0"/>
              <a:t>9/23/2026</a:t>
            </a:fld>
            <a:endParaRPr lang="en-US"/>
          </a:p>
        </p:txBody>
      </p:sp>
      <p:sp>
        <p:nvSpPr>
          <p:cNvPr id="5" name="Footer Placeholder 4">
            <a:extLst>
              <a:ext uri="{FF2B5EF4-FFF2-40B4-BE49-F238E27FC236}">
                <a16:creationId xmlns:a16="http://schemas.microsoft.com/office/drawing/2014/main" id="{7955E854-8F4F-C782-6A42-1A2D66B667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8EA4E9-A3DD-E565-0283-678BC13C08D1}"/>
              </a:ext>
            </a:extLst>
          </p:cNvPr>
          <p:cNvSpPr>
            <a:spLocks noGrp="1"/>
          </p:cNvSpPr>
          <p:nvPr>
            <p:ph type="sldNum" sz="quarter" idx="12"/>
          </p:nvPr>
        </p:nvSpPr>
        <p:spPr/>
        <p:txBody>
          <a:bodyPr/>
          <a:lstStyle/>
          <a:p>
            <a:fld id="{66070CE3-0A21-4452-B09E-C779432ACB5F}" type="slidenum">
              <a:rPr lang="en-US" smtClean="0"/>
              <a:t>‹#›</a:t>
            </a:fld>
            <a:endParaRPr lang="en-US"/>
          </a:p>
        </p:txBody>
      </p:sp>
    </p:spTree>
    <p:extLst>
      <p:ext uri="{BB962C8B-B14F-4D97-AF65-F5344CB8AC3E}">
        <p14:creationId xmlns:p14="http://schemas.microsoft.com/office/powerpoint/2010/main" val="4055911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6E245F-A50A-775E-127A-2ADD504E77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F07279-68E5-40DA-099D-9A5DAED80B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3F902B-D428-2FF0-1981-740D5DAAA598}"/>
              </a:ext>
            </a:extLst>
          </p:cNvPr>
          <p:cNvSpPr>
            <a:spLocks noGrp="1"/>
          </p:cNvSpPr>
          <p:nvPr>
            <p:ph type="dt" sz="half" idx="10"/>
          </p:nvPr>
        </p:nvSpPr>
        <p:spPr/>
        <p:txBody>
          <a:bodyPr/>
          <a:lstStyle/>
          <a:p>
            <a:fld id="{23E65DF1-6695-4003-AF40-DFEF2B774C43}" type="datetimeFigureOut">
              <a:rPr lang="en-US" smtClean="0"/>
              <a:t>9/23/2026</a:t>
            </a:fld>
            <a:endParaRPr lang="en-US"/>
          </a:p>
        </p:txBody>
      </p:sp>
      <p:sp>
        <p:nvSpPr>
          <p:cNvPr id="5" name="Footer Placeholder 4">
            <a:extLst>
              <a:ext uri="{FF2B5EF4-FFF2-40B4-BE49-F238E27FC236}">
                <a16:creationId xmlns:a16="http://schemas.microsoft.com/office/drawing/2014/main" id="{BA95685E-36A3-7873-A61E-7FD69D619E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91D6E5-80B1-5334-61EE-21CD57E71A1E}"/>
              </a:ext>
            </a:extLst>
          </p:cNvPr>
          <p:cNvSpPr>
            <a:spLocks noGrp="1"/>
          </p:cNvSpPr>
          <p:nvPr>
            <p:ph type="sldNum" sz="quarter" idx="12"/>
          </p:nvPr>
        </p:nvSpPr>
        <p:spPr/>
        <p:txBody>
          <a:bodyPr/>
          <a:lstStyle/>
          <a:p>
            <a:fld id="{66070CE3-0A21-4452-B09E-C779432ACB5F}" type="slidenum">
              <a:rPr lang="en-US" smtClean="0"/>
              <a:t>‹#›</a:t>
            </a:fld>
            <a:endParaRPr lang="en-US"/>
          </a:p>
        </p:txBody>
      </p:sp>
    </p:spTree>
    <p:extLst>
      <p:ext uri="{BB962C8B-B14F-4D97-AF65-F5344CB8AC3E}">
        <p14:creationId xmlns:p14="http://schemas.microsoft.com/office/powerpoint/2010/main" val="3959491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405F1A-7337-C2D0-502F-1E3AB884A5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2CE681-D159-6E6E-5E3D-8FB0DFCEC3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09F7B5-8718-F0EA-3AE5-A905EFF154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E65DF1-6695-4003-AF40-DFEF2B774C43}" type="datetimeFigureOut">
              <a:rPr lang="en-US" smtClean="0"/>
              <a:t>9/23/2026</a:t>
            </a:fld>
            <a:endParaRPr lang="en-US"/>
          </a:p>
        </p:txBody>
      </p:sp>
      <p:sp>
        <p:nvSpPr>
          <p:cNvPr id="5" name="Footer Placeholder 4">
            <a:extLst>
              <a:ext uri="{FF2B5EF4-FFF2-40B4-BE49-F238E27FC236}">
                <a16:creationId xmlns:a16="http://schemas.microsoft.com/office/drawing/2014/main" id="{4DF7797E-79B2-5ED6-0A8A-5841550905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CE9461-44BC-A9FD-4CAE-E12358A7E3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070CE3-0A21-4452-B09E-C779432ACB5F}" type="slidenum">
              <a:rPr lang="en-US" smtClean="0"/>
              <a:t>‹#›</a:t>
            </a:fld>
            <a:endParaRPr lang="en-US"/>
          </a:p>
        </p:txBody>
      </p:sp>
    </p:spTree>
    <p:extLst>
      <p:ext uri="{BB962C8B-B14F-4D97-AF65-F5344CB8AC3E}">
        <p14:creationId xmlns:p14="http://schemas.microsoft.com/office/powerpoint/2010/main" val="4169448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5.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customXml" Target="../ink/ink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7.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customXml" Target="../ink/ink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13.xml"/><Relationship Id="rId1" Type="http://schemas.openxmlformats.org/officeDocument/2006/relationships/slideLayout" Target="../slideLayouts/slideLayout1.xml"/><Relationship Id="rId4" Type="http://schemas.openxmlformats.org/officeDocument/2006/relationships/hyperlink" Target="https://www.youtube.com/watch?v=1_4NGDns73E&amp;t=1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customXml" Target="../ink/ink17.xml"/><Relationship Id="rId1" Type="http://schemas.openxmlformats.org/officeDocument/2006/relationships/slideLayout" Target="../slideLayouts/slideLayout1.xml"/><Relationship Id="rId5"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6" Type="http://schemas.openxmlformats.org/officeDocument/2006/relationships/customXml" Target="../ink/ink41.xml"/><Relationship Id="rId21" Type="http://schemas.openxmlformats.org/officeDocument/2006/relationships/customXml" Target="../ink/ink36.xml"/><Relationship Id="rId42" Type="http://schemas.openxmlformats.org/officeDocument/2006/relationships/customXml" Target="../ink/ink57.xml"/><Relationship Id="rId47" Type="http://schemas.openxmlformats.org/officeDocument/2006/relationships/customXml" Target="../ink/ink62.xml"/><Relationship Id="rId63" Type="http://schemas.openxmlformats.org/officeDocument/2006/relationships/customXml" Target="../ink/ink78.xml"/><Relationship Id="rId68" Type="http://schemas.openxmlformats.org/officeDocument/2006/relationships/customXml" Target="../ink/ink83.xml"/><Relationship Id="rId84" Type="http://schemas.openxmlformats.org/officeDocument/2006/relationships/customXml" Target="../ink/ink99.xml"/><Relationship Id="rId89" Type="http://schemas.openxmlformats.org/officeDocument/2006/relationships/customXml" Target="../ink/ink104.xml"/><Relationship Id="rId112" Type="http://schemas.openxmlformats.org/officeDocument/2006/relationships/customXml" Target="../ink/ink127.xml"/><Relationship Id="rId2" Type="http://schemas.openxmlformats.org/officeDocument/2006/relationships/customXml" Target="../ink/ink19.xml"/><Relationship Id="rId16" Type="http://schemas.openxmlformats.org/officeDocument/2006/relationships/customXml" Target="../ink/ink31.xml"/><Relationship Id="rId29" Type="http://schemas.openxmlformats.org/officeDocument/2006/relationships/customXml" Target="../ink/ink44.xml"/><Relationship Id="rId107" Type="http://schemas.openxmlformats.org/officeDocument/2006/relationships/customXml" Target="../ink/ink122.xml"/><Relationship Id="rId11" Type="http://schemas.openxmlformats.org/officeDocument/2006/relationships/customXml" Target="../ink/ink26.xml"/><Relationship Id="rId24" Type="http://schemas.openxmlformats.org/officeDocument/2006/relationships/customXml" Target="../ink/ink39.xml"/><Relationship Id="rId32" Type="http://schemas.openxmlformats.org/officeDocument/2006/relationships/customXml" Target="../ink/ink47.xml"/><Relationship Id="rId37" Type="http://schemas.openxmlformats.org/officeDocument/2006/relationships/customXml" Target="../ink/ink52.xml"/><Relationship Id="rId40" Type="http://schemas.openxmlformats.org/officeDocument/2006/relationships/customXml" Target="../ink/ink55.xml"/><Relationship Id="rId45" Type="http://schemas.openxmlformats.org/officeDocument/2006/relationships/customXml" Target="../ink/ink60.xml"/><Relationship Id="rId53" Type="http://schemas.openxmlformats.org/officeDocument/2006/relationships/customXml" Target="../ink/ink68.xml"/><Relationship Id="rId58" Type="http://schemas.openxmlformats.org/officeDocument/2006/relationships/customXml" Target="../ink/ink73.xml"/><Relationship Id="rId66" Type="http://schemas.openxmlformats.org/officeDocument/2006/relationships/customXml" Target="../ink/ink81.xml"/><Relationship Id="rId74" Type="http://schemas.openxmlformats.org/officeDocument/2006/relationships/customXml" Target="../ink/ink89.xml"/><Relationship Id="rId79" Type="http://schemas.openxmlformats.org/officeDocument/2006/relationships/customXml" Target="../ink/ink94.xml"/><Relationship Id="rId87" Type="http://schemas.openxmlformats.org/officeDocument/2006/relationships/customXml" Target="../ink/ink102.xml"/><Relationship Id="rId102" Type="http://schemas.openxmlformats.org/officeDocument/2006/relationships/customXml" Target="../ink/ink117.xml"/><Relationship Id="rId110" Type="http://schemas.openxmlformats.org/officeDocument/2006/relationships/customXml" Target="../ink/ink125.xml"/><Relationship Id="rId5" Type="http://schemas.openxmlformats.org/officeDocument/2006/relationships/image" Target="../media/image15.png"/><Relationship Id="rId61" Type="http://schemas.openxmlformats.org/officeDocument/2006/relationships/customXml" Target="../ink/ink76.xml"/><Relationship Id="rId82" Type="http://schemas.openxmlformats.org/officeDocument/2006/relationships/customXml" Target="../ink/ink97.xml"/><Relationship Id="rId90" Type="http://schemas.openxmlformats.org/officeDocument/2006/relationships/customXml" Target="../ink/ink105.xml"/><Relationship Id="rId95" Type="http://schemas.openxmlformats.org/officeDocument/2006/relationships/customXml" Target="../ink/ink110.xml"/><Relationship Id="rId19" Type="http://schemas.openxmlformats.org/officeDocument/2006/relationships/customXml" Target="../ink/ink34.xml"/><Relationship Id="rId14" Type="http://schemas.openxmlformats.org/officeDocument/2006/relationships/customXml" Target="../ink/ink29.xml"/><Relationship Id="rId22" Type="http://schemas.openxmlformats.org/officeDocument/2006/relationships/customXml" Target="../ink/ink37.xml"/><Relationship Id="rId27" Type="http://schemas.openxmlformats.org/officeDocument/2006/relationships/customXml" Target="../ink/ink42.xml"/><Relationship Id="rId30" Type="http://schemas.openxmlformats.org/officeDocument/2006/relationships/customXml" Target="../ink/ink45.xml"/><Relationship Id="rId35" Type="http://schemas.openxmlformats.org/officeDocument/2006/relationships/customXml" Target="../ink/ink50.xml"/><Relationship Id="rId43" Type="http://schemas.openxmlformats.org/officeDocument/2006/relationships/customXml" Target="../ink/ink58.xml"/><Relationship Id="rId48" Type="http://schemas.openxmlformats.org/officeDocument/2006/relationships/customXml" Target="../ink/ink63.xml"/><Relationship Id="rId56" Type="http://schemas.openxmlformats.org/officeDocument/2006/relationships/customXml" Target="../ink/ink71.xml"/><Relationship Id="rId64" Type="http://schemas.openxmlformats.org/officeDocument/2006/relationships/customXml" Target="../ink/ink79.xml"/><Relationship Id="rId69" Type="http://schemas.openxmlformats.org/officeDocument/2006/relationships/customXml" Target="../ink/ink84.xml"/><Relationship Id="rId77" Type="http://schemas.openxmlformats.org/officeDocument/2006/relationships/customXml" Target="../ink/ink92.xml"/><Relationship Id="rId100" Type="http://schemas.openxmlformats.org/officeDocument/2006/relationships/customXml" Target="../ink/ink115.xml"/><Relationship Id="rId105" Type="http://schemas.openxmlformats.org/officeDocument/2006/relationships/customXml" Target="../ink/ink120.xml"/><Relationship Id="rId113" Type="http://schemas.openxmlformats.org/officeDocument/2006/relationships/customXml" Target="../ink/ink128.xml"/><Relationship Id="rId8" Type="http://schemas.openxmlformats.org/officeDocument/2006/relationships/customXml" Target="../ink/ink23.xml"/><Relationship Id="rId51" Type="http://schemas.openxmlformats.org/officeDocument/2006/relationships/customXml" Target="../ink/ink66.xml"/><Relationship Id="rId72" Type="http://schemas.openxmlformats.org/officeDocument/2006/relationships/customXml" Target="../ink/ink87.xml"/><Relationship Id="rId80" Type="http://schemas.openxmlformats.org/officeDocument/2006/relationships/customXml" Target="../ink/ink95.xml"/><Relationship Id="rId85" Type="http://schemas.openxmlformats.org/officeDocument/2006/relationships/customXml" Target="../ink/ink100.xml"/><Relationship Id="rId93" Type="http://schemas.openxmlformats.org/officeDocument/2006/relationships/customXml" Target="../ink/ink108.xml"/><Relationship Id="rId98" Type="http://schemas.openxmlformats.org/officeDocument/2006/relationships/customXml" Target="../ink/ink113.xml"/><Relationship Id="rId3" Type="http://schemas.openxmlformats.org/officeDocument/2006/relationships/image" Target="../media/image14.png"/><Relationship Id="rId12" Type="http://schemas.openxmlformats.org/officeDocument/2006/relationships/customXml" Target="../ink/ink27.xml"/><Relationship Id="rId17" Type="http://schemas.openxmlformats.org/officeDocument/2006/relationships/customXml" Target="../ink/ink32.xml"/><Relationship Id="rId25" Type="http://schemas.openxmlformats.org/officeDocument/2006/relationships/customXml" Target="../ink/ink40.xml"/><Relationship Id="rId33" Type="http://schemas.openxmlformats.org/officeDocument/2006/relationships/customXml" Target="../ink/ink48.xml"/><Relationship Id="rId38" Type="http://schemas.openxmlformats.org/officeDocument/2006/relationships/customXml" Target="../ink/ink53.xml"/><Relationship Id="rId46" Type="http://schemas.openxmlformats.org/officeDocument/2006/relationships/customXml" Target="../ink/ink61.xml"/><Relationship Id="rId59" Type="http://schemas.openxmlformats.org/officeDocument/2006/relationships/customXml" Target="../ink/ink74.xml"/><Relationship Id="rId67" Type="http://schemas.openxmlformats.org/officeDocument/2006/relationships/customXml" Target="../ink/ink82.xml"/><Relationship Id="rId103" Type="http://schemas.openxmlformats.org/officeDocument/2006/relationships/customXml" Target="../ink/ink118.xml"/><Relationship Id="rId108" Type="http://schemas.openxmlformats.org/officeDocument/2006/relationships/customXml" Target="../ink/ink123.xml"/><Relationship Id="rId20" Type="http://schemas.openxmlformats.org/officeDocument/2006/relationships/customXml" Target="../ink/ink35.xml"/><Relationship Id="rId41" Type="http://schemas.openxmlformats.org/officeDocument/2006/relationships/customXml" Target="../ink/ink56.xml"/><Relationship Id="rId54" Type="http://schemas.openxmlformats.org/officeDocument/2006/relationships/customXml" Target="../ink/ink69.xml"/><Relationship Id="rId62" Type="http://schemas.openxmlformats.org/officeDocument/2006/relationships/customXml" Target="../ink/ink77.xml"/><Relationship Id="rId70" Type="http://schemas.openxmlformats.org/officeDocument/2006/relationships/customXml" Target="../ink/ink85.xml"/><Relationship Id="rId75" Type="http://schemas.openxmlformats.org/officeDocument/2006/relationships/customXml" Target="../ink/ink90.xml"/><Relationship Id="rId83" Type="http://schemas.openxmlformats.org/officeDocument/2006/relationships/customXml" Target="../ink/ink98.xml"/><Relationship Id="rId88" Type="http://schemas.openxmlformats.org/officeDocument/2006/relationships/customXml" Target="../ink/ink103.xml"/><Relationship Id="rId91" Type="http://schemas.openxmlformats.org/officeDocument/2006/relationships/customXml" Target="../ink/ink106.xml"/><Relationship Id="rId96" Type="http://schemas.openxmlformats.org/officeDocument/2006/relationships/customXml" Target="../ink/ink111.xml"/><Relationship Id="rId111" Type="http://schemas.openxmlformats.org/officeDocument/2006/relationships/customXml" Target="../ink/ink126.xml"/><Relationship Id="rId1" Type="http://schemas.openxmlformats.org/officeDocument/2006/relationships/slideLayout" Target="../slideLayouts/slideLayout2.xml"/><Relationship Id="rId6" Type="http://schemas.openxmlformats.org/officeDocument/2006/relationships/customXml" Target="../ink/ink21.xml"/><Relationship Id="rId15" Type="http://schemas.openxmlformats.org/officeDocument/2006/relationships/customXml" Target="../ink/ink30.xml"/><Relationship Id="rId23" Type="http://schemas.openxmlformats.org/officeDocument/2006/relationships/customXml" Target="../ink/ink38.xml"/><Relationship Id="rId28" Type="http://schemas.openxmlformats.org/officeDocument/2006/relationships/customXml" Target="../ink/ink43.xml"/><Relationship Id="rId36" Type="http://schemas.openxmlformats.org/officeDocument/2006/relationships/customXml" Target="../ink/ink51.xml"/><Relationship Id="rId49" Type="http://schemas.openxmlformats.org/officeDocument/2006/relationships/customXml" Target="../ink/ink64.xml"/><Relationship Id="rId57" Type="http://schemas.openxmlformats.org/officeDocument/2006/relationships/customXml" Target="../ink/ink72.xml"/><Relationship Id="rId106" Type="http://schemas.openxmlformats.org/officeDocument/2006/relationships/customXml" Target="../ink/ink121.xml"/><Relationship Id="rId114" Type="http://schemas.openxmlformats.org/officeDocument/2006/relationships/customXml" Target="../ink/ink129.xml"/><Relationship Id="rId10" Type="http://schemas.openxmlformats.org/officeDocument/2006/relationships/customXml" Target="../ink/ink25.xml"/><Relationship Id="rId31" Type="http://schemas.openxmlformats.org/officeDocument/2006/relationships/customXml" Target="../ink/ink46.xml"/><Relationship Id="rId44" Type="http://schemas.openxmlformats.org/officeDocument/2006/relationships/customXml" Target="../ink/ink59.xml"/><Relationship Id="rId52" Type="http://schemas.openxmlformats.org/officeDocument/2006/relationships/customXml" Target="../ink/ink67.xml"/><Relationship Id="rId60" Type="http://schemas.openxmlformats.org/officeDocument/2006/relationships/customXml" Target="../ink/ink75.xml"/><Relationship Id="rId65" Type="http://schemas.openxmlformats.org/officeDocument/2006/relationships/customXml" Target="../ink/ink80.xml"/><Relationship Id="rId73" Type="http://schemas.openxmlformats.org/officeDocument/2006/relationships/customXml" Target="../ink/ink88.xml"/><Relationship Id="rId78" Type="http://schemas.openxmlformats.org/officeDocument/2006/relationships/customXml" Target="../ink/ink93.xml"/><Relationship Id="rId81" Type="http://schemas.openxmlformats.org/officeDocument/2006/relationships/customXml" Target="../ink/ink96.xml"/><Relationship Id="rId86" Type="http://schemas.openxmlformats.org/officeDocument/2006/relationships/customXml" Target="../ink/ink101.xml"/><Relationship Id="rId94" Type="http://schemas.openxmlformats.org/officeDocument/2006/relationships/customXml" Target="../ink/ink109.xml"/><Relationship Id="rId99" Type="http://schemas.openxmlformats.org/officeDocument/2006/relationships/customXml" Target="../ink/ink114.xml"/><Relationship Id="rId101" Type="http://schemas.openxmlformats.org/officeDocument/2006/relationships/customXml" Target="../ink/ink116.xml"/><Relationship Id="rId4" Type="http://schemas.openxmlformats.org/officeDocument/2006/relationships/customXml" Target="../ink/ink20.xml"/><Relationship Id="rId9" Type="http://schemas.openxmlformats.org/officeDocument/2006/relationships/customXml" Target="../ink/ink24.xml"/><Relationship Id="rId13" Type="http://schemas.openxmlformats.org/officeDocument/2006/relationships/customXml" Target="../ink/ink28.xml"/><Relationship Id="rId18" Type="http://schemas.openxmlformats.org/officeDocument/2006/relationships/customXml" Target="../ink/ink33.xml"/><Relationship Id="rId39" Type="http://schemas.openxmlformats.org/officeDocument/2006/relationships/customXml" Target="../ink/ink54.xml"/><Relationship Id="rId109" Type="http://schemas.openxmlformats.org/officeDocument/2006/relationships/customXml" Target="../ink/ink124.xml"/><Relationship Id="rId34" Type="http://schemas.openxmlformats.org/officeDocument/2006/relationships/customXml" Target="../ink/ink49.xml"/><Relationship Id="rId50" Type="http://schemas.openxmlformats.org/officeDocument/2006/relationships/customXml" Target="../ink/ink65.xml"/><Relationship Id="rId55" Type="http://schemas.openxmlformats.org/officeDocument/2006/relationships/customXml" Target="../ink/ink70.xml"/><Relationship Id="rId76" Type="http://schemas.openxmlformats.org/officeDocument/2006/relationships/customXml" Target="../ink/ink91.xml"/><Relationship Id="rId97" Type="http://schemas.openxmlformats.org/officeDocument/2006/relationships/customXml" Target="../ink/ink112.xml"/><Relationship Id="rId104" Type="http://schemas.openxmlformats.org/officeDocument/2006/relationships/customXml" Target="../ink/ink119.xml"/><Relationship Id="rId7" Type="http://schemas.openxmlformats.org/officeDocument/2006/relationships/customXml" Target="../ink/ink22.xml"/><Relationship Id="rId71" Type="http://schemas.openxmlformats.org/officeDocument/2006/relationships/customXml" Target="../ink/ink86.xml"/><Relationship Id="rId92" Type="http://schemas.openxmlformats.org/officeDocument/2006/relationships/customXml" Target="../ink/ink107.xml"/></Relationships>
</file>

<file path=ppt/slides/_rels/slide52.xml.rels><?xml version="1.0" encoding="UTF-8" standalone="yes"?>
<Relationships xmlns="http://schemas.openxmlformats.org/package/2006/relationships"><Relationship Id="rId26" Type="http://schemas.openxmlformats.org/officeDocument/2006/relationships/customXml" Target="../ink/ink152.xml"/><Relationship Id="rId21" Type="http://schemas.openxmlformats.org/officeDocument/2006/relationships/customXml" Target="../ink/ink147.xml"/><Relationship Id="rId42" Type="http://schemas.openxmlformats.org/officeDocument/2006/relationships/customXml" Target="../ink/ink168.xml"/><Relationship Id="rId47" Type="http://schemas.openxmlformats.org/officeDocument/2006/relationships/customXml" Target="../ink/ink173.xml"/><Relationship Id="rId63" Type="http://schemas.openxmlformats.org/officeDocument/2006/relationships/customXml" Target="../ink/ink189.xml"/><Relationship Id="rId68" Type="http://schemas.openxmlformats.org/officeDocument/2006/relationships/customXml" Target="../ink/ink194.xml"/><Relationship Id="rId84" Type="http://schemas.openxmlformats.org/officeDocument/2006/relationships/customXml" Target="../ink/ink210.xml"/><Relationship Id="rId89" Type="http://schemas.openxmlformats.org/officeDocument/2006/relationships/customXml" Target="../ink/ink215.xml"/><Relationship Id="rId112" Type="http://schemas.openxmlformats.org/officeDocument/2006/relationships/customXml" Target="../ink/ink238.xml"/><Relationship Id="rId2" Type="http://schemas.openxmlformats.org/officeDocument/2006/relationships/customXml" Target="../ink/ink130.xml"/><Relationship Id="rId16" Type="http://schemas.openxmlformats.org/officeDocument/2006/relationships/customXml" Target="../ink/ink142.xml"/><Relationship Id="rId29" Type="http://schemas.openxmlformats.org/officeDocument/2006/relationships/customXml" Target="../ink/ink155.xml"/><Relationship Id="rId107" Type="http://schemas.openxmlformats.org/officeDocument/2006/relationships/customXml" Target="../ink/ink233.xml"/><Relationship Id="rId11" Type="http://schemas.openxmlformats.org/officeDocument/2006/relationships/customXml" Target="../ink/ink137.xml"/><Relationship Id="rId24" Type="http://schemas.openxmlformats.org/officeDocument/2006/relationships/customXml" Target="../ink/ink150.xml"/><Relationship Id="rId32" Type="http://schemas.openxmlformats.org/officeDocument/2006/relationships/customXml" Target="../ink/ink158.xml"/><Relationship Id="rId37" Type="http://schemas.openxmlformats.org/officeDocument/2006/relationships/customXml" Target="../ink/ink163.xml"/><Relationship Id="rId40" Type="http://schemas.openxmlformats.org/officeDocument/2006/relationships/customXml" Target="../ink/ink166.xml"/><Relationship Id="rId45" Type="http://schemas.openxmlformats.org/officeDocument/2006/relationships/customXml" Target="../ink/ink171.xml"/><Relationship Id="rId53" Type="http://schemas.openxmlformats.org/officeDocument/2006/relationships/customXml" Target="../ink/ink179.xml"/><Relationship Id="rId58" Type="http://schemas.openxmlformats.org/officeDocument/2006/relationships/customXml" Target="../ink/ink184.xml"/><Relationship Id="rId66" Type="http://schemas.openxmlformats.org/officeDocument/2006/relationships/customXml" Target="../ink/ink192.xml"/><Relationship Id="rId74" Type="http://schemas.openxmlformats.org/officeDocument/2006/relationships/customXml" Target="../ink/ink200.xml"/><Relationship Id="rId79" Type="http://schemas.openxmlformats.org/officeDocument/2006/relationships/customXml" Target="../ink/ink205.xml"/><Relationship Id="rId87" Type="http://schemas.openxmlformats.org/officeDocument/2006/relationships/customXml" Target="../ink/ink213.xml"/><Relationship Id="rId102" Type="http://schemas.openxmlformats.org/officeDocument/2006/relationships/customXml" Target="../ink/ink228.xml"/><Relationship Id="rId110" Type="http://schemas.openxmlformats.org/officeDocument/2006/relationships/customXml" Target="../ink/ink236.xml"/><Relationship Id="rId5" Type="http://schemas.openxmlformats.org/officeDocument/2006/relationships/image" Target="../media/image15.png"/><Relationship Id="rId61" Type="http://schemas.openxmlformats.org/officeDocument/2006/relationships/customXml" Target="../ink/ink187.xml"/><Relationship Id="rId82" Type="http://schemas.openxmlformats.org/officeDocument/2006/relationships/customXml" Target="../ink/ink208.xml"/><Relationship Id="rId90" Type="http://schemas.openxmlformats.org/officeDocument/2006/relationships/customXml" Target="../ink/ink216.xml"/><Relationship Id="rId95" Type="http://schemas.openxmlformats.org/officeDocument/2006/relationships/customXml" Target="../ink/ink221.xml"/><Relationship Id="rId19" Type="http://schemas.openxmlformats.org/officeDocument/2006/relationships/customXml" Target="../ink/ink145.xml"/><Relationship Id="rId14" Type="http://schemas.openxmlformats.org/officeDocument/2006/relationships/customXml" Target="../ink/ink140.xml"/><Relationship Id="rId22" Type="http://schemas.openxmlformats.org/officeDocument/2006/relationships/customXml" Target="../ink/ink148.xml"/><Relationship Id="rId27" Type="http://schemas.openxmlformats.org/officeDocument/2006/relationships/customXml" Target="../ink/ink153.xml"/><Relationship Id="rId30" Type="http://schemas.openxmlformats.org/officeDocument/2006/relationships/customXml" Target="../ink/ink156.xml"/><Relationship Id="rId35" Type="http://schemas.openxmlformats.org/officeDocument/2006/relationships/customXml" Target="../ink/ink161.xml"/><Relationship Id="rId43" Type="http://schemas.openxmlformats.org/officeDocument/2006/relationships/customXml" Target="../ink/ink169.xml"/><Relationship Id="rId48" Type="http://schemas.openxmlformats.org/officeDocument/2006/relationships/customXml" Target="../ink/ink174.xml"/><Relationship Id="rId56" Type="http://schemas.openxmlformats.org/officeDocument/2006/relationships/customXml" Target="../ink/ink182.xml"/><Relationship Id="rId64" Type="http://schemas.openxmlformats.org/officeDocument/2006/relationships/customXml" Target="../ink/ink190.xml"/><Relationship Id="rId69" Type="http://schemas.openxmlformats.org/officeDocument/2006/relationships/customXml" Target="../ink/ink195.xml"/><Relationship Id="rId77" Type="http://schemas.openxmlformats.org/officeDocument/2006/relationships/customXml" Target="../ink/ink203.xml"/><Relationship Id="rId100" Type="http://schemas.openxmlformats.org/officeDocument/2006/relationships/customXml" Target="../ink/ink226.xml"/><Relationship Id="rId105" Type="http://schemas.openxmlformats.org/officeDocument/2006/relationships/customXml" Target="../ink/ink231.xml"/><Relationship Id="rId113" Type="http://schemas.openxmlformats.org/officeDocument/2006/relationships/customXml" Target="../ink/ink239.xml"/><Relationship Id="rId8" Type="http://schemas.openxmlformats.org/officeDocument/2006/relationships/customXml" Target="../ink/ink134.xml"/><Relationship Id="rId51" Type="http://schemas.openxmlformats.org/officeDocument/2006/relationships/customXml" Target="../ink/ink177.xml"/><Relationship Id="rId72" Type="http://schemas.openxmlformats.org/officeDocument/2006/relationships/customXml" Target="../ink/ink198.xml"/><Relationship Id="rId80" Type="http://schemas.openxmlformats.org/officeDocument/2006/relationships/customXml" Target="../ink/ink206.xml"/><Relationship Id="rId85" Type="http://schemas.openxmlformats.org/officeDocument/2006/relationships/customXml" Target="../ink/ink211.xml"/><Relationship Id="rId93" Type="http://schemas.openxmlformats.org/officeDocument/2006/relationships/customXml" Target="../ink/ink219.xml"/><Relationship Id="rId98" Type="http://schemas.openxmlformats.org/officeDocument/2006/relationships/customXml" Target="../ink/ink224.xml"/><Relationship Id="rId3" Type="http://schemas.openxmlformats.org/officeDocument/2006/relationships/image" Target="../media/image16.png"/><Relationship Id="rId12" Type="http://schemas.openxmlformats.org/officeDocument/2006/relationships/customXml" Target="../ink/ink138.xml"/><Relationship Id="rId17" Type="http://schemas.openxmlformats.org/officeDocument/2006/relationships/customXml" Target="../ink/ink143.xml"/><Relationship Id="rId25" Type="http://schemas.openxmlformats.org/officeDocument/2006/relationships/customXml" Target="../ink/ink151.xml"/><Relationship Id="rId33" Type="http://schemas.openxmlformats.org/officeDocument/2006/relationships/customXml" Target="../ink/ink159.xml"/><Relationship Id="rId38" Type="http://schemas.openxmlformats.org/officeDocument/2006/relationships/customXml" Target="../ink/ink164.xml"/><Relationship Id="rId46" Type="http://schemas.openxmlformats.org/officeDocument/2006/relationships/customXml" Target="../ink/ink172.xml"/><Relationship Id="rId59" Type="http://schemas.openxmlformats.org/officeDocument/2006/relationships/customXml" Target="../ink/ink185.xml"/><Relationship Id="rId67" Type="http://schemas.openxmlformats.org/officeDocument/2006/relationships/customXml" Target="../ink/ink193.xml"/><Relationship Id="rId103" Type="http://schemas.openxmlformats.org/officeDocument/2006/relationships/customXml" Target="../ink/ink229.xml"/><Relationship Id="rId108" Type="http://schemas.openxmlformats.org/officeDocument/2006/relationships/customXml" Target="../ink/ink234.xml"/><Relationship Id="rId20" Type="http://schemas.openxmlformats.org/officeDocument/2006/relationships/customXml" Target="../ink/ink146.xml"/><Relationship Id="rId41" Type="http://schemas.openxmlformats.org/officeDocument/2006/relationships/customXml" Target="../ink/ink167.xml"/><Relationship Id="rId54" Type="http://schemas.openxmlformats.org/officeDocument/2006/relationships/customXml" Target="../ink/ink180.xml"/><Relationship Id="rId62" Type="http://schemas.openxmlformats.org/officeDocument/2006/relationships/customXml" Target="../ink/ink188.xml"/><Relationship Id="rId70" Type="http://schemas.openxmlformats.org/officeDocument/2006/relationships/customXml" Target="../ink/ink196.xml"/><Relationship Id="rId75" Type="http://schemas.openxmlformats.org/officeDocument/2006/relationships/customXml" Target="../ink/ink201.xml"/><Relationship Id="rId83" Type="http://schemas.openxmlformats.org/officeDocument/2006/relationships/customXml" Target="../ink/ink209.xml"/><Relationship Id="rId88" Type="http://schemas.openxmlformats.org/officeDocument/2006/relationships/customXml" Target="../ink/ink214.xml"/><Relationship Id="rId91" Type="http://schemas.openxmlformats.org/officeDocument/2006/relationships/customXml" Target="../ink/ink217.xml"/><Relationship Id="rId96" Type="http://schemas.openxmlformats.org/officeDocument/2006/relationships/customXml" Target="../ink/ink222.xml"/><Relationship Id="rId111" Type="http://schemas.openxmlformats.org/officeDocument/2006/relationships/customXml" Target="../ink/ink237.xml"/><Relationship Id="rId1" Type="http://schemas.openxmlformats.org/officeDocument/2006/relationships/slideLayout" Target="../slideLayouts/slideLayout2.xml"/><Relationship Id="rId6" Type="http://schemas.openxmlformats.org/officeDocument/2006/relationships/customXml" Target="../ink/ink132.xml"/><Relationship Id="rId15" Type="http://schemas.openxmlformats.org/officeDocument/2006/relationships/customXml" Target="../ink/ink141.xml"/><Relationship Id="rId23" Type="http://schemas.openxmlformats.org/officeDocument/2006/relationships/customXml" Target="../ink/ink149.xml"/><Relationship Id="rId28" Type="http://schemas.openxmlformats.org/officeDocument/2006/relationships/customXml" Target="../ink/ink154.xml"/><Relationship Id="rId36" Type="http://schemas.openxmlformats.org/officeDocument/2006/relationships/customXml" Target="../ink/ink162.xml"/><Relationship Id="rId49" Type="http://schemas.openxmlformats.org/officeDocument/2006/relationships/customXml" Target="../ink/ink175.xml"/><Relationship Id="rId57" Type="http://schemas.openxmlformats.org/officeDocument/2006/relationships/customXml" Target="../ink/ink183.xml"/><Relationship Id="rId106" Type="http://schemas.openxmlformats.org/officeDocument/2006/relationships/customXml" Target="../ink/ink232.xml"/><Relationship Id="rId114" Type="http://schemas.openxmlformats.org/officeDocument/2006/relationships/customXml" Target="../ink/ink240.xml"/><Relationship Id="rId10" Type="http://schemas.openxmlformats.org/officeDocument/2006/relationships/customXml" Target="../ink/ink136.xml"/><Relationship Id="rId31" Type="http://schemas.openxmlformats.org/officeDocument/2006/relationships/customXml" Target="../ink/ink157.xml"/><Relationship Id="rId44" Type="http://schemas.openxmlformats.org/officeDocument/2006/relationships/customXml" Target="../ink/ink170.xml"/><Relationship Id="rId52" Type="http://schemas.openxmlformats.org/officeDocument/2006/relationships/customXml" Target="../ink/ink178.xml"/><Relationship Id="rId60" Type="http://schemas.openxmlformats.org/officeDocument/2006/relationships/customXml" Target="../ink/ink186.xml"/><Relationship Id="rId65" Type="http://schemas.openxmlformats.org/officeDocument/2006/relationships/customXml" Target="../ink/ink191.xml"/><Relationship Id="rId73" Type="http://schemas.openxmlformats.org/officeDocument/2006/relationships/customXml" Target="../ink/ink199.xml"/><Relationship Id="rId78" Type="http://schemas.openxmlformats.org/officeDocument/2006/relationships/customXml" Target="../ink/ink204.xml"/><Relationship Id="rId81" Type="http://schemas.openxmlformats.org/officeDocument/2006/relationships/customXml" Target="../ink/ink207.xml"/><Relationship Id="rId86" Type="http://schemas.openxmlformats.org/officeDocument/2006/relationships/customXml" Target="../ink/ink212.xml"/><Relationship Id="rId94" Type="http://schemas.openxmlformats.org/officeDocument/2006/relationships/customXml" Target="../ink/ink220.xml"/><Relationship Id="rId99" Type="http://schemas.openxmlformats.org/officeDocument/2006/relationships/customXml" Target="../ink/ink225.xml"/><Relationship Id="rId101" Type="http://schemas.openxmlformats.org/officeDocument/2006/relationships/customXml" Target="../ink/ink227.xml"/><Relationship Id="rId4" Type="http://schemas.openxmlformats.org/officeDocument/2006/relationships/customXml" Target="../ink/ink131.xml"/><Relationship Id="rId9" Type="http://schemas.openxmlformats.org/officeDocument/2006/relationships/customXml" Target="../ink/ink135.xml"/><Relationship Id="rId13" Type="http://schemas.openxmlformats.org/officeDocument/2006/relationships/customXml" Target="../ink/ink139.xml"/><Relationship Id="rId18" Type="http://schemas.openxmlformats.org/officeDocument/2006/relationships/customXml" Target="../ink/ink144.xml"/><Relationship Id="rId39" Type="http://schemas.openxmlformats.org/officeDocument/2006/relationships/customXml" Target="../ink/ink165.xml"/><Relationship Id="rId109" Type="http://schemas.openxmlformats.org/officeDocument/2006/relationships/customXml" Target="../ink/ink235.xml"/><Relationship Id="rId34" Type="http://schemas.openxmlformats.org/officeDocument/2006/relationships/customXml" Target="../ink/ink160.xml"/><Relationship Id="rId50" Type="http://schemas.openxmlformats.org/officeDocument/2006/relationships/customXml" Target="../ink/ink176.xml"/><Relationship Id="rId55" Type="http://schemas.openxmlformats.org/officeDocument/2006/relationships/customXml" Target="../ink/ink181.xml"/><Relationship Id="rId76" Type="http://schemas.openxmlformats.org/officeDocument/2006/relationships/customXml" Target="../ink/ink202.xml"/><Relationship Id="rId97" Type="http://schemas.openxmlformats.org/officeDocument/2006/relationships/customXml" Target="../ink/ink223.xml"/><Relationship Id="rId104" Type="http://schemas.openxmlformats.org/officeDocument/2006/relationships/customXml" Target="../ink/ink230.xml"/><Relationship Id="rId7" Type="http://schemas.openxmlformats.org/officeDocument/2006/relationships/customXml" Target="../ink/ink133.xml"/><Relationship Id="rId71" Type="http://schemas.openxmlformats.org/officeDocument/2006/relationships/customXml" Target="../ink/ink197.xml"/><Relationship Id="rId92" Type="http://schemas.openxmlformats.org/officeDocument/2006/relationships/customXml" Target="../ink/ink218.xml"/></Relationships>
</file>

<file path=ppt/slides/_rels/slide53.xml.rels><?xml version="1.0" encoding="UTF-8" standalone="yes"?>
<Relationships xmlns="http://schemas.openxmlformats.org/package/2006/relationships"><Relationship Id="rId26" Type="http://schemas.openxmlformats.org/officeDocument/2006/relationships/customXml" Target="../ink/ink263.xml"/><Relationship Id="rId21" Type="http://schemas.openxmlformats.org/officeDocument/2006/relationships/customXml" Target="../ink/ink258.xml"/><Relationship Id="rId42" Type="http://schemas.openxmlformats.org/officeDocument/2006/relationships/customXml" Target="../ink/ink279.xml"/><Relationship Id="rId47" Type="http://schemas.openxmlformats.org/officeDocument/2006/relationships/customXml" Target="../ink/ink284.xml"/><Relationship Id="rId63" Type="http://schemas.openxmlformats.org/officeDocument/2006/relationships/customXml" Target="../ink/ink300.xml"/><Relationship Id="rId68" Type="http://schemas.openxmlformats.org/officeDocument/2006/relationships/customXml" Target="../ink/ink305.xml"/><Relationship Id="rId84" Type="http://schemas.openxmlformats.org/officeDocument/2006/relationships/customXml" Target="../ink/ink321.xml"/><Relationship Id="rId89" Type="http://schemas.openxmlformats.org/officeDocument/2006/relationships/customXml" Target="../ink/ink326.xml"/><Relationship Id="rId112" Type="http://schemas.openxmlformats.org/officeDocument/2006/relationships/customXml" Target="../ink/ink349.xml"/><Relationship Id="rId2" Type="http://schemas.openxmlformats.org/officeDocument/2006/relationships/customXml" Target="../ink/ink241.xml"/><Relationship Id="rId16" Type="http://schemas.openxmlformats.org/officeDocument/2006/relationships/customXml" Target="../ink/ink253.xml"/><Relationship Id="rId29" Type="http://schemas.openxmlformats.org/officeDocument/2006/relationships/customXml" Target="../ink/ink266.xml"/><Relationship Id="rId107" Type="http://schemas.openxmlformats.org/officeDocument/2006/relationships/customXml" Target="../ink/ink344.xml"/><Relationship Id="rId11" Type="http://schemas.openxmlformats.org/officeDocument/2006/relationships/customXml" Target="../ink/ink248.xml"/><Relationship Id="rId24" Type="http://schemas.openxmlformats.org/officeDocument/2006/relationships/customXml" Target="../ink/ink261.xml"/><Relationship Id="rId32" Type="http://schemas.openxmlformats.org/officeDocument/2006/relationships/customXml" Target="../ink/ink269.xml"/><Relationship Id="rId37" Type="http://schemas.openxmlformats.org/officeDocument/2006/relationships/customXml" Target="../ink/ink274.xml"/><Relationship Id="rId40" Type="http://schemas.openxmlformats.org/officeDocument/2006/relationships/customXml" Target="../ink/ink277.xml"/><Relationship Id="rId45" Type="http://schemas.openxmlformats.org/officeDocument/2006/relationships/customXml" Target="../ink/ink282.xml"/><Relationship Id="rId53" Type="http://schemas.openxmlformats.org/officeDocument/2006/relationships/customXml" Target="../ink/ink290.xml"/><Relationship Id="rId58" Type="http://schemas.openxmlformats.org/officeDocument/2006/relationships/customXml" Target="../ink/ink295.xml"/><Relationship Id="rId66" Type="http://schemas.openxmlformats.org/officeDocument/2006/relationships/customXml" Target="../ink/ink303.xml"/><Relationship Id="rId74" Type="http://schemas.openxmlformats.org/officeDocument/2006/relationships/customXml" Target="../ink/ink311.xml"/><Relationship Id="rId79" Type="http://schemas.openxmlformats.org/officeDocument/2006/relationships/customXml" Target="../ink/ink316.xml"/><Relationship Id="rId87" Type="http://schemas.openxmlformats.org/officeDocument/2006/relationships/customXml" Target="../ink/ink324.xml"/><Relationship Id="rId102" Type="http://schemas.openxmlformats.org/officeDocument/2006/relationships/customXml" Target="../ink/ink339.xml"/><Relationship Id="rId110" Type="http://schemas.openxmlformats.org/officeDocument/2006/relationships/customXml" Target="../ink/ink347.xml"/><Relationship Id="rId5" Type="http://schemas.openxmlformats.org/officeDocument/2006/relationships/image" Target="../media/image15.png"/><Relationship Id="rId61" Type="http://schemas.openxmlformats.org/officeDocument/2006/relationships/customXml" Target="../ink/ink298.xml"/><Relationship Id="rId82" Type="http://schemas.openxmlformats.org/officeDocument/2006/relationships/customXml" Target="../ink/ink319.xml"/><Relationship Id="rId90" Type="http://schemas.openxmlformats.org/officeDocument/2006/relationships/customXml" Target="../ink/ink327.xml"/><Relationship Id="rId95" Type="http://schemas.openxmlformats.org/officeDocument/2006/relationships/customXml" Target="../ink/ink332.xml"/><Relationship Id="rId19" Type="http://schemas.openxmlformats.org/officeDocument/2006/relationships/customXml" Target="../ink/ink256.xml"/><Relationship Id="rId14" Type="http://schemas.openxmlformats.org/officeDocument/2006/relationships/customXml" Target="../ink/ink251.xml"/><Relationship Id="rId22" Type="http://schemas.openxmlformats.org/officeDocument/2006/relationships/customXml" Target="../ink/ink259.xml"/><Relationship Id="rId27" Type="http://schemas.openxmlformats.org/officeDocument/2006/relationships/customXml" Target="../ink/ink264.xml"/><Relationship Id="rId30" Type="http://schemas.openxmlformats.org/officeDocument/2006/relationships/customXml" Target="../ink/ink267.xml"/><Relationship Id="rId35" Type="http://schemas.openxmlformats.org/officeDocument/2006/relationships/customXml" Target="../ink/ink272.xml"/><Relationship Id="rId43" Type="http://schemas.openxmlformats.org/officeDocument/2006/relationships/customXml" Target="../ink/ink280.xml"/><Relationship Id="rId48" Type="http://schemas.openxmlformats.org/officeDocument/2006/relationships/customXml" Target="../ink/ink285.xml"/><Relationship Id="rId56" Type="http://schemas.openxmlformats.org/officeDocument/2006/relationships/customXml" Target="../ink/ink293.xml"/><Relationship Id="rId64" Type="http://schemas.openxmlformats.org/officeDocument/2006/relationships/customXml" Target="../ink/ink301.xml"/><Relationship Id="rId69" Type="http://schemas.openxmlformats.org/officeDocument/2006/relationships/customXml" Target="../ink/ink306.xml"/><Relationship Id="rId77" Type="http://schemas.openxmlformats.org/officeDocument/2006/relationships/customXml" Target="../ink/ink314.xml"/><Relationship Id="rId100" Type="http://schemas.openxmlformats.org/officeDocument/2006/relationships/customXml" Target="../ink/ink337.xml"/><Relationship Id="rId105" Type="http://schemas.openxmlformats.org/officeDocument/2006/relationships/customXml" Target="../ink/ink342.xml"/><Relationship Id="rId113" Type="http://schemas.openxmlformats.org/officeDocument/2006/relationships/customXml" Target="../ink/ink350.xml"/><Relationship Id="rId8" Type="http://schemas.openxmlformats.org/officeDocument/2006/relationships/customXml" Target="../ink/ink245.xml"/><Relationship Id="rId51" Type="http://schemas.openxmlformats.org/officeDocument/2006/relationships/customXml" Target="../ink/ink288.xml"/><Relationship Id="rId72" Type="http://schemas.openxmlformats.org/officeDocument/2006/relationships/customXml" Target="../ink/ink309.xml"/><Relationship Id="rId80" Type="http://schemas.openxmlformats.org/officeDocument/2006/relationships/customXml" Target="../ink/ink317.xml"/><Relationship Id="rId85" Type="http://schemas.openxmlformats.org/officeDocument/2006/relationships/customXml" Target="../ink/ink322.xml"/><Relationship Id="rId93" Type="http://schemas.openxmlformats.org/officeDocument/2006/relationships/customXml" Target="../ink/ink330.xml"/><Relationship Id="rId98" Type="http://schemas.openxmlformats.org/officeDocument/2006/relationships/customXml" Target="../ink/ink335.xml"/><Relationship Id="rId3" Type="http://schemas.openxmlformats.org/officeDocument/2006/relationships/image" Target="../media/image16.png"/><Relationship Id="rId12" Type="http://schemas.openxmlformats.org/officeDocument/2006/relationships/customXml" Target="../ink/ink249.xml"/><Relationship Id="rId17" Type="http://schemas.openxmlformats.org/officeDocument/2006/relationships/customXml" Target="../ink/ink254.xml"/><Relationship Id="rId25" Type="http://schemas.openxmlformats.org/officeDocument/2006/relationships/customXml" Target="../ink/ink262.xml"/><Relationship Id="rId33" Type="http://schemas.openxmlformats.org/officeDocument/2006/relationships/customXml" Target="../ink/ink270.xml"/><Relationship Id="rId38" Type="http://schemas.openxmlformats.org/officeDocument/2006/relationships/customXml" Target="../ink/ink275.xml"/><Relationship Id="rId46" Type="http://schemas.openxmlformats.org/officeDocument/2006/relationships/customXml" Target="../ink/ink283.xml"/><Relationship Id="rId59" Type="http://schemas.openxmlformats.org/officeDocument/2006/relationships/customXml" Target="../ink/ink296.xml"/><Relationship Id="rId67" Type="http://schemas.openxmlformats.org/officeDocument/2006/relationships/customXml" Target="../ink/ink304.xml"/><Relationship Id="rId103" Type="http://schemas.openxmlformats.org/officeDocument/2006/relationships/customXml" Target="../ink/ink340.xml"/><Relationship Id="rId108" Type="http://schemas.openxmlformats.org/officeDocument/2006/relationships/customXml" Target="../ink/ink345.xml"/><Relationship Id="rId20" Type="http://schemas.openxmlformats.org/officeDocument/2006/relationships/customXml" Target="../ink/ink257.xml"/><Relationship Id="rId41" Type="http://schemas.openxmlformats.org/officeDocument/2006/relationships/customXml" Target="../ink/ink278.xml"/><Relationship Id="rId54" Type="http://schemas.openxmlformats.org/officeDocument/2006/relationships/customXml" Target="../ink/ink291.xml"/><Relationship Id="rId62" Type="http://schemas.openxmlformats.org/officeDocument/2006/relationships/customXml" Target="../ink/ink299.xml"/><Relationship Id="rId70" Type="http://schemas.openxmlformats.org/officeDocument/2006/relationships/customXml" Target="../ink/ink307.xml"/><Relationship Id="rId75" Type="http://schemas.openxmlformats.org/officeDocument/2006/relationships/customXml" Target="../ink/ink312.xml"/><Relationship Id="rId83" Type="http://schemas.openxmlformats.org/officeDocument/2006/relationships/customXml" Target="../ink/ink320.xml"/><Relationship Id="rId88" Type="http://schemas.openxmlformats.org/officeDocument/2006/relationships/customXml" Target="../ink/ink325.xml"/><Relationship Id="rId91" Type="http://schemas.openxmlformats.org/officeDocument/2006/relationships/customXml" Target="../ink/ink328.xml"/><Relationship Id="rId96" Type="http://schemas.openxmlformats.org/officeDocument/2006/relationships/customXml" Target="../ink/ink333.xml"/><Relationship Id="rId111" Type="http://schemas.openxmlformats.org/officeDocument/2006/relationships/customXml" Target="../ink/ink348.xml"/><Relationship Id="rId1" Type="http://schemas.openxmlformats.org/officeDocument/2006/relationships/slideLayout" Target="../slideLayouts/slideLayout2.xml"/><Relationship Id="rId6" Type="http://schemas.openxmlformats.org/officeDocument/2006/relationships/customXml" Target="../ink/ink243.xml"/><Relationship Id="rId15" Type="http://schemas.openxmlformats.org/officeDocument/2006/relationships/customXml" Target="../ink/ink252.xml"/><Relationship Id="rId23" Type="http://schemas.openxmlformats.org/officeDocument/2006/relationships/customXml" Target="../ink/ink260.xml"/><Relationship Id="rId28" Type="http://schemas.openxmlformats.org/officeDocument/2006/relationships/customXml" Target="../ink/ink265.xml"/><Relationship Id="rId36" Type="http://schemas.openxmlformats.org/officeDocument/2006/relationships/customXml" Target="../ink/ink273.xml"/><Relationship Id="rId49" Type="http://schemas.openxmlformats.org/officeDocument/2006/relationships/customXml" Target="../ink/ink286.xml"/><Relationship Id="rId57" Type="http://schemas.openxmlformats.org/officeDocument/2006/relationships/customXml" Target="../ink/ink294.xml"/><Relationship Id="rId106" Type="http://schemas.openxmlformats.org/officeDocument/2006/relationships/customXml" Target="../ink/ink343.xml"/><Relationship Id="rId114" Type="http://schemas.openxmlformats.org/officeDocument/2006/relationships/customXml" Target="../ink/ink351.xml"/><Relationship Id="rId10" Type="http://schemas.openxmlformats.org/officeDocument/2006/relationships/customXml" Target="../ink/ink247.xml"/><Relationship Id="rId31" Type="http://schemas.openxmlformats.org/officeDocument/2006/relationships/customXml" Target="../ink/ink268.xml"/><Relationship Id="rId44" Type="http://schemas.openxmlformats.org/officeDocument/2006/relationships/customXml" Target="../ink/ink281.xml"/><Relationship Id="rId52" Type="http://schemas.openxmlformats.org/officeDocument/2006/relationships/customXml" Target="../ink/ink289.xml"/><Relationship Id="rId60" Type="http://schemas.openxmlformats.org/officeDocument/2006/relationships/customXml" Target="../ink/ink297.xml"/><Relationship Id="rId65" Type="http://schemas.openxmlformats.org/officeDocument/2006/relationships/customXml" Target="../ink/ink302.xml"/><Relationship Id="rId73" Type="http://schemas.openxmlformats.org/officeDocument/2006/relationships/customXml" Target="../ink/ink310.xml"/><Relationship Id="rId78" Type="http://schemas.openxmlformats.org/officeDocument/2006/relationships/customXml" Target="../ink/ink315.xml"/><Relationship Id="rId81" Type="http://schemas.openxmlformats.org/officeDocument/2006/relationships/customXml" Target="../ink/ink318.xml"/><Relationship Id="rId86" Type="http://schemas.openxmlformats.org/officeDocument/2006/relationships/customXml" Target="../ink/ink323.xml"/><Relationship Id="rId94" Type="http://schemas.openxmlformats.org/officeDocument/2006/relationships/customXml" Target="../ink/ink331.xml"/><Relationship Id="rId99" Type="http://schemas.openxmlformats.org/officeDocument/2006/relationships/customXml" Target="../ink/ink336.xml"/><Relationship Id="rId101" Type="http://schemas.openxmlformats.org/officeDocument/2006/relationships/customXml" Target="../ink/ink338.xml"/><Relationship Id="rId4" Type="http://schemas.openxmlformats.org/officeDocument/2006/relationships/customXml" Target="../ink/ink242.xml"/><Relationship Id="rId9" Type="http://schemas.openxmlformats.org/officeDocument/2006/relationships/customXml" Target="../ink/ink246.xml"/><Relationship Id="rId13" Type="http://schemas.openxmlformats.org/officeDocument/2006/relationships/customXml" Target="../ink/ink250.xml"/><Relationship Id="rId18" Type="http://schemas.openxmlformats.org/officeDocument/2006/relationships/customXml" Target="../ink/ink255.xml"/><Relationship Id="rId39" Type="http://schemas.openxmlformats.org/officeDocument/2006/relationships/customXml" Target="../ink/ink276.xml"/><Relationship Id="rId109" Type="http://schemas.openxmlformats.org/officeDocument/2006/relationships/customXml" Target="../ink/ink346.xml"/><Relationship Id="rId34" Type="http://schemas.openxmlformats.org/officeDocument/2006/relationships/customXml" Target="../ink/ink271.xml"/><Relationship Id="rId50" Type="http://schemas.openxmlformats.org/officeDocument/2006/relationships/customXml" Target="../ink/ink287.xml"/><Relationship Id="rId55" Type="http://schemas.openxmlformats.org/officeDocument/2006/relationships/customXml" Target="../ink/ink292.xml"/><Relationship Id="rId76" Type="http://schemas.openxmlformats.org/officeDocument/2006/relationships/customXml" Target="../ink/ink313.xml"/><Relationship Id="rId97" Type="http://schemas.openxmlformats.org/officeDocument/2006/relationships/customXml" Target="../ink/ink334.xml"/><Relationship Id="rId104" Type="http://schemas.openxmlformats.org/officeDocument/2006/relationships/customXml" Target="../ink/ink341.xml"/><Relationship Id="rId7" Type="http://schemas.openxmlformats.org/officeDocument/2006/relationships/customXml" Target="../ink/ink244.xml"/><Relationship Id="rId71" Type="http://schemas.openxmlformats.org/officeDocument/2006/relationships/customXml" Target="../ink/ink308.xml"/><Relationship Id="rId92" Type="http://schemas.openxmlformats.org/officeDocument/2006/relationships/customXml" Target="../ink/ink329.xml"/></Relationships>
</file>

<file path=ppt/slides/_rels/slide54.xml.rels><?xml version="1.0" encoding="UTF-8" standalone="yes"?>
<Relationships xmlns="http://schemas.openxmlformats.org/package/2006/relationships"><Relationship Id="rId26" Type="http://schemas.openxmlformats.org/officeDocument/2006/relationships/customXml" Target="../ink/ink374.xml"/><Relationship Id="rId21" Type="http://schemas.openxmlformats.org/officeDocument/2006/relationships/customXml" Target="../ink/ink369.xml"/><Relationship Id="rId42" Type="http://schemas.openxmlformats.org/officeDocument/2006/relationships/customXml" Target="../ink/ink390.xml"/><Relationship Id="rId47" Type="http://schemas.openxmlformats.org/officeDocument/2006/relationships/customXml" Target="../ink/ink395.xml"/><Relationship Id="rId63" Type="http://schemas.openxmlformats.org/officeDocument/2006/relationships/customXml" Target="../ink/ink411.xml"/><Relationship Id="rId68" Type="http://schemas.openxmlformats.org/officeDocument/2006/relationships/customXml" Target="../ink/ink416.xml"/><Relationship Id="rId84" Type="http://schemas.openxmlformats.org/officeDocument/2006/relationships/customXml" Target="../ink/ink432.xml"/><Relationship Id="rId89" Type="http://schemas.openxmlformats.org/officeDocument/2006/relationships/customXml" Target="../ink/ink437.xml"/><Relationship Id="rId112" Type="http://schemas.openxmlformats.org/officeDocument/2006/relationships/customXml" Target="../ink/ink460.xml"/><Relationship Id="rId2" Type="http://schemas.openxmlformats.org/officeDocument/2006/relationships/customXml" Target="../ink/ink352.xml"/><Relationship Id="rId16" Type="http://schemas.openxmlformats.org/officeDocument/2006/relationships/customXml" Target="../ink/ink364.xml"/><Relationship Id="rId29" Type="http://schemas.openxmlformats.org/officeDocument/2006/relationships/customXml" Target="../ink/ink377.xml"/><Relationship Id="rId107" Type="http://schemas.openxmlformats.org/officeDocument/2006/relationships/customXml" Target="../ink/ink455.xml"/><Relationship Id="rId11" Type="http://schemas.openxmlformats.org/officeDocument/2006/relationships/customXml" Target="../ink/ink359.xml"/><Relationship Id="rId24" Type="http://schemas.openxmlformats.org/officeDocument/2006/relationships/customXml" Target="../ink/ink372.xml"/><Relationship Id="rId32" Type="http://schemas.openxmlformats.org/officeDocument/2006/relationships/customXml" Target="../ink/ink380.xml"/><Relationship Id="rId37" Type="http://schemas.openxmlformats.org/officeDocument/2006/relationships/customXml" Target="../ink/ink385.xml"/><Relationship Id="rId40" Type="http://schemas.openxmlformats.org/officeDocument/2006/relationships/customXml" Target="../ink/ink388.xml"/><Relationship Id="rId45" Type="http://schemas.openxmlformats.org/officeDocument/2006/relationships/customXml" Target="../ink/ink393.xml"/><Relationship Id="rId53" Type="http://schemas.openxmlformats.org/officeDocument/2006/relationships/customXml" Target="../ink/ink401.xml"/><Relationship Id="rId58" Type="http://schemas.openxmlformats.org/officeDocument/2006/relationships/customXml" Target="../ink/ink406.xml"/><Relationship Id="rId66" Type="http://schemas.openxmlformats.org/officeDocument/2006/relationships/customXml" Target="../ink/ink414.xml"/><Relationship Id="rId74" Type="http://schemas.openxmlformats.org/officeDocument/2006/relationships/customXml" Target="../ink/ink422.xml"/><Relationship Id="rId79" Type="http://schemas.openxmlformats.org/officeDocument/2006/relationships/customXml" Target="../ink/ink427.xml"/><Relationship Id="rId87" Type="http://schemas.openxmlformats.org/officeDocument/2006/relationships/customXml" Target="../ink/ink435.xml"/><Relationship Id="rId102" Type="http://schemas.openxmlformats.org/officeDocument/2006/relationships/customXml" Target="../ink/ink450.xml"/><Relationship Id="rId110" Type="http://schemas.openxmlformats.org/officeDocument/2006/relationships/customXml" Target="../ink/ink458.xml"/><Relationship Id="rId5" Type="http://schemas.openxmlformats.org/officeDocument/2006/relationships/image" Target="../media/image15.png"/><Relationship Id="rId61" Type="http://schemas.openxmlformats.org/officeDocument/2006/relationships/customXml" Target="../ink/ink409.xml"/><Relationship Id="rId82" Type="http://schemas.openxmlformats.org/officeDocument/2006/relationships/customXml" Target="../ink/ink430.xml"/><Relationship Id="rId90" Type="http://schemas.openxmlformats.org/officeDocument/2006/relationships/customXml" Target="../ink/ink438.xml"/><Relationship Id="rId95" Type="http://schemas.openxmlformats.org/officeDocument/2006/relationships/customXml" Target="../ink/ink443.xml"/><Relationship Id="rId19" Type="http://schemas.openxmlformats.org/officeDocument/2006/relationships/customXml" Target="../ink/ink367.xml"/><Relationship Id="rId14" Type="http://schemas.openxmlformats.org/officeDocument/2006/relationships/customXml" Target="../ink/ink362.xml"/><Relationship Id="rId22" Type="http://schemas.openxmlformats.org/officeDocument/2006/relationships/customXml" Target="../ink/ink370.xml"/><Relationship Id="rId27" Type="http://schemas.openxmlformats.org/officeDocument/2006/relationships/customXml" Target="../ink/ink375.xml"/><Relationship Id="rId30" Type="http://schemas.openxmlformats.org/officeDocument/2006/relationships/customXml" Target="../ink/ink378.xml"/><Relationship Id="rId35" Type="http://schemas.openxmlformats.org/officeDocument/2006/relationships/customXml" Target="../ink/ink383.xml"/><Relationship Id="rId43" Type="http://schemas.openxmlformats.org/officeDocument/2006/relationships/customXml" Target="../ink/ink391.xml"/><Relationship Id="rId48" Type="http://schemas.openxmlformats.org/officeDocument/2006/relationships/customXml" Target="../ink/ink396.xml"/><Relationship Id="rId56" Type="http://schemas.openxmlformats.org/officeDocument/2006/relationships/customXml" Target="../ink/ink404.xml"/><Relationship Id="rId64" Type="http://schemas.openxmlformats.org/officeDocument/2006/relationships/customXml" Target="../ink/ink412.xml"/><Relationship Id="rId69" Type="http://schemas.openxmlformats.org/officeDocument/2006/relationships/customXml" Target="../ink/ink417.xml"/><Relationship Id="rId77" Type="http://schemas.openxmlformats.org/officeDocument/2006/relationships/customXml" Target="../ink/ink425.xml"/><Relationship Id="rId100" Type="http://schemas.openxmlformats.org/officeDocument/2006/relationships/customXml" Target="../ink/ink448.xml"/><Relationship Id="rId105" Type="http://schemas.openxmlformats.org/officeDocument/2006/relationships/customXml" Target="../ink/ink453.xml"/><Relationship Id="rId113" Type="http://schemas.openxmlformats.org/officeDocument/2006/relationships/customXml" Target="../ink/ink461.xml"/><Relationship Id="rId8" Type="http://schemas.openxmlformats.org/officeDocument/2006/relationships/customXml" Target="../ink/ink356.xml"/><Relationship Id="rId51" Type="http://schemas.openxmlformats.org/officeDocument/2006/relationships/customXml" Target="../ink/ink399.xml"/><Relationship Id="rId72" Type="http://schemas.openxmlformats.org/officeDocument/2006/relationships/customXml" Target="../ink/ink420.xml"/><Relationship Id="rId80" Type="http://schemas.openxmlformats.org/officeDocument/2006/relationships/customXml" Target="../ink/ink428.xml"/><Relationship Id="rId85" Type="http://schemas.openxmlformats.org/officeDocument/2006/relationships/customXml" Target="../ink/ink433.xml"/><Relationship Id="rId93" Type="http://schemas.openxmlformats.org/officeDocument/2006/relationships/customXml" Target="../ink/ink441.xml"/><Relationship Id="rId98" Type="http://schemas.openxmlformats.org/officeDocument/2006/relationships/customXml" Target="../ink/ink446.xml"/><Relationship Id="rId3" Type="http://schemas.openxmlformats.org/officeDocument/2006/relationships/image" Target="../media/image16.png"/><Relationship Id="rId12" Type="http://schemas.openxmlformats.org/officeDocument/2006/relationships/customXml" Target="../ink/ink360.xml"/><Relationship Id="rId17" Type="http://schemas.openxmlformats.org/officeDocument/2006/relationships/customXml" Target="../ink/ink365.xml"/><Relationship Id="rId25" Type="http://schemas.openxmlformats.org/officeDocument/2006/relationships/customXml" Target="../ink/ink373.xml"/><Relationship Id="rId33" Type="http://schemas.openxmlformats.org/officeDocument/2006/relationships/customXml" Target="../ink/ink381.xml"/><Relationship Id="rId38" Type="http://schemas.openxmlformats.org/officeDocument/2006/relationships/customXml" Target="../ink/ink386.xml"/><Relationship Id="rId46" Type="http://schemas.openxmlformats.org/officeDocument/2006/relationships/customXml" Target="../ink/ink394.xml"/><Relationship Id="rId59" Type="http://schemas.openxmlformats.org/officeDocument/2006/relationships/customXml" Target="../ink/ink407.xml"/><Relationship Id="rId67" Type="http://schemas.openxmlformats.org/officeDocument/2006/relationships/customXml" Target="../ink/ink415.xml"/><Relationship Id="rId103" Type="http://schemas.openxmlformats.org/officeDocument/2006/relationships/customXml" Target="../ink/ink451.xml"/><Relationship Id="rId108" Type="http://schemas.openxmlformats.org/officeDocument/2006/relationships/customXml" Target="../ink/ink456.xml"/><Relationship Id="rId20" Type="http://schemas.openxmlformats.org/officeDocument/2006/relationships/customXml" Target="../ink/ink368.xml"/><Relationship Id="rId41" Type="http://schemas.openxmlformats.org/officeDocument/2006/relationships/customXml" Target="../ink/ink389.xml"/><Relationship Id="rId54" Type="http://schemas.openxmlformats.org/officeDocument/2006/relationships/customXml" Target="../ink/ink402.xml"/><Relationship Id="rId62" Type="http://schemas.openxmlformats.org/officeDocument/2006/relationships/customXml" Target="../ink/ink410.xml"/><Relationship Id="rId70" Type="http://schemas.openxmlformats.org/officeDocument/2006/relationships/customXml" Target="../ink/ink418.xml"/><Relationship Id="rId75" Type="http://schemas.openxmlformats.org/officeDocument/2006/relationships/customXml" Target="../ink/ink423.xml"/><Relationship Id="rId83" Type="http://schemas.openxmlformats.org/officeDocument/2006/relationships/customXml" Target="../ink/ink431.xml"/><Relationship Id="rId88" Type="http://schemas.openxmlformats.org/officeDocument/2006/relationships/customXml" Target="../ink/ink436.xml"/><Relationship Id="rId91" Type="http://schemas.openxmlformats.org/officeDocument/2006/relationships/customXml" Target="../ink/ink439.xml"/><Relationship Id="rId96" Type="http://schemas.openxmlformats.org/officeDocument/2006/relationships/customXml" Target="../ink/ink444.xml"/><Relationship Id="rId111" Type="http://schemas.openxmlformats.org/officeDocument/2006/relationships/customXml" Target="../ink/ink459.xml"/><Relationship Id="rId1" Type="http://schemas.openxmlformats.org/officeDocument/2006/relationships/slideLayout" Target="../slideLayouts/slideLayout2.xml"/><Relationship Id="rId6" Type="http://schemas.openxmlformats.org/officeDocument/2006/relationships/customXml" Target="../ink/ink354.xml"/><Relationship Id="rId15" Type="http://schemas.openxmlformats.org/officeDocument/2006/relationships/customXml" Target="../ink/ink363.xml"/><Relationship Id="rId23" Type="http://schemas.openxmlformats.org/officeDocument/2006/relationships/customXml" Target="../ink/ink371.xml"/><Relationship Id="rId28" Type="http://schemas.openxmlformats.org/officeDocument/2006/relationships/customXml" Target="../ink/ink376.xml"/><Relationship Id="rId36" Type="http://schemas.openxmlformats.org/officeDocument/2006/relationships/customXml" Target="../ink/ink384.xml"/><Relationship Id="rId49" Type="http://schemas.openxmlformats.org/officeDocument/2006/relationships/customXml" Target="../ink/ink397.xml"/><Relationship Id="rId57" Type="http://schemas.openxmlformats.org/officeDocument/2006/relationships/customXml" Target="../ink/ink405.xml"/><Relationship Id="rId106" Type="http://schemas.openxmlformats.org/officeDocument/2006/relationships/customXml" Target="../ink/ink454.xml"/><Relationship Id="rId114" Type="http://schemas.openxmlformats.org/officeDocument/2006/relationships/customXml" Target="../ink/ink462.xml"/><Relationship Id="rId10" Type="http://schemas.openxmlformats.org/officeDocument/2006/relationships/customXml" Target="../ink/ink358.xml"/><Relationship Id="rId31" Type="http://schemas.openxmlformats.org/officeDocument/2006/relationships/customXml" Target="../ink/ink379.xml"/><Relationship Id="rId44" Type="http://schemas.openxmlformats.org/officeDocument/2006/relationships/customXml" Target="../ink/ink392.xml"/><Relationship Id="rId52" Type="http://schemas.openxmlformats.org/officeDocument/2006/relationships/customXml" Target="../ink/ink400.xml"/><Relationship Id="rId60" Type="http://schemas.openxmlformats.org/officeDocument/2006/relationships/customXml" Target="../ink/ink408.xml"/><Relationship Id="rId65" Type="http://schemas.openxmlformats.org/officeDocument/2006/relationships/customXml" Target="../ink/ink413.xml"/><Relationship Id="rId73" Type="http://schemas.openxmlformats.org/officeDocument/2006/relationships/customXml" Target="../ink/ink421.xml"/><Relationship Id="rId78" Type="http://schemas.openxmlformats.org/officeDocument/2006/relationships/customXml" Target="../ink/ink426.xml"/><Relationship Id="rId81" Type="http://schemas.openxmlformats.org/officeDocument/2006/relationships/customXml" Target="../ink/ink429.xml"/><Relationship Id="rId86" Type="http://schemas.openxmlformats.org/officeDocument/2006/relationships/customXml" Target="../ink/ink434.xml"/><Relationship Id="rId94" Type="http://schemas.openxmlformats.org/officeDocument/2006/relationships/customXml" Target="../ink/ink442.xml"/><Relationship Id="rId99" Type="http://schemas.openxmlformats.org/officeDocument/2006/relationships/customXml" Target="../ink/ink447.xml"/><Relationship Id="rId101" Type="http://schemas.openxmlformats.org/officeDocument/2006/relationships/customXml" Target="../ink/ink449.xml"/><Relationship Id="rId4" Type="http://schemas.openxmlformats.org/officeDocument/2006/relationships/customXml" Target="../ink/ink353.xml"/><Relationship Id="rId9" Type="http://schemas.openxmlformats.org/officeDocument/2006/relationships/customXml" Target="../ink/ink357.xml"/><Relationship Id="rId13" Type="http://schemas.openxmlformats.org/officeDocument/2006/relationships/customXml" Target="../ink/ink361.xml"/><Relationship Id="rId18" Type="http://schemas.openxmlformats.org/officeDocument/2006/relationships/customXml" Target="../ink/ink366.xml"/><Relationship Id="rId39" Type="http://schemas.openxmlformats.org/officeDocument/2006/relationships/customXml" Target="../ink/ink387.xml"/><Relationship Id="rId109" Type="http://schemas.openxmlformats.org/officeDocument/2006/relationships/customXml" Target="../ink/ink457.xml"/><Relationship Id="rId34" Type="http://schemas.openxmlformats.org/officeDocument/2006/relationships/customXml" Target="../ink/ink382.xml"/><Relationship Id="rId50" Type="http://schemas.openxmlformats.org/officeDocument/2006/relationships/customXml" Target="../ink/ink398.xml"/><Relationship Id="rId55" Type="http://schemas.openxmlformats.org/officeDocument/2006/relationships/customXml" Target="../ink/ink403.xml"/><Relationship Id="rId76" Type="http://schemas.openxmlformats.org/officeDocument/2006/relationships/customXml" Target="../ink/ink424.xml"/><Relationship Id="rId97" Type="http://schemas.openxmlformats.org/officeDocument/2006/relationships/customXml" Target="../ink/ink445.xml"/><Relationship Id="rId104" Type="http://schemas.openxmlformats.org/officeDocument/2006/relationships/customXml" Target="../ink/ink452.xml"/><Relationship Id="rId7" Type="http://schemas.openxmlformats.org/officeDocument/2006/relationships/customXml" Target="../ink/ink355.xml"/><Relationship Id="rId71" Type="http://schemas.openxmlformats.org/officeDocument/2006/relationships/customXml" Target="../ink/ink419.xml"/><Relationship Id="rId92" Type="http://schemas.openxmlformats.org/officeDocument/2006/relationships/customXml" Target="../ink/ink44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17379-AE0E-09F0-E658-AB65EFF57E6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B6EF76E-4E8C-BF8B-0EB6-1510FA32EBED}"/>
              </a:ext>
            </a:extLst>
          </p:cNvPr>
          <p:cNvSpPr>
            <a:spLocks noGrp="1"/>
          </p:cNvSpPr>
          <p:nvPr>
            <p:ph type="subTitle" idx="1"/>
          </p:nvPr>
        </p:nvSpPr>
        <p:spPr>
          <a:xfrm>
            <a:off x="1314450" y="306388"/>
            <a:ext cx="9144000" cy="550862"/>
          </a:xfrm>
        </p:spPr>
        <p:txBody>
          <a:bodyPr/>
          <a:lstStyle/>
          <a:p>
            <a:r>
              <a:rPr lang="en-US" b="1" dirty="0"/>
              <a:t>Basics</a:t>
            </a:r>
          </a:p>
        </p:txBody>
      </p:sp>
      <p:sp>
        <p:nvSpPr>
          <p:cNvPr id="4" name="TextBox 3">
            <a:extLst>
              <a:ext uri="{FF2B5EF4-FFF2-40B4-BE49-F238E27FC236}">
                <a16:creationId xmlns:a16="http://schemas.microsoft.com/office/drawing/2014/main" id="{E8B8FB42-04F3-EEE8-8DBA-6DA4D2D0F9CC}"/>
              </a:ext>
            </a:extLst>
          </p:cNvPr>
          <p:cNvSpPr txBox="1"/>
          <p:nvPr/>
        </p:nvSpPr>
        <p:spPr>
          <a:xfrm>
            <a:off x="984123" y="789265"/>
            <a:ext cx="10317861" cy="2031325"/>
          </a:xfrm>
          <a:prstGeom prst="rect">
            <a:avLst/>
          </a:prstGeom>
          <a:noFill/>
        </p:spPr>
        <p:txBody>
          <a:bodyPr wrap="square" rtlCol="0">
            <a:spAutoFit/>
          </a:bodyPr>
          <a:lstStyle/>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Call value </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Goes up as stock price goes up, Goes down as stock price goes down</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Put value </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Goes up as stock price goes down, Goes down as the stock price goes up</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id="{A8F2922D-F83A-19A5-6A67-79501E5BD9F3}"/>
              </a:ext>
            </a:extLst>
          </p:cNvPr>
          <p:cNvCxnSpPr/>
          <p:nvPr/>
        </p:nvCxnSpPr>
        <p:spPr>
          <a:xfrm>
            <a:off x="1182624" y="2389410"/>
            <a:ext cx="0" cy="1271016"/>
          </a:xfrm>
          <a:prstGeom prst="line">
            <a:avLst/>
          </a:prstGeom>
          <a:ln>
            <a:headEnd type="triangle"/>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92E4EE1-2BC3-5AB9-37F9-C25BBF27BAED}"/>
              </a:ext>
            </a:extLst>
          </p:cNvPr>
          <p:cNvCxnSpPr>
            <a:cxnSpLocks/>
          </p:cNvCxnSpPr>
          <p:nvPr/>
        </p:nvCxnSpPr>
        <p:spPr>
          <a:xfrm flipH="1">
            <a:off x="1182624" y="3660426"/>
            <a:ext cx="3483864" cy="0"/>
          </a:xfrm>
          <a:prstGeom prst="line">
            <a:avLst/>
          </a:prstGeom>
          <a:ln>
            <a:headEnd type="triangle"/>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8772486-AAC1-3709-3523-FF3429B6FA40}"/>
              </a:ext>
            </a:extLst>
          </p:cNvPr>
          <p:cNvCxnSpPr/>
          <p:nvPr/>
        </p:nvCxnSpPr>
        <p:spPr>
          <a:xfrm>
            <a:off x="1200336" y="4535982"/>
            <a:ext cx="0" cy="1271016"/>
          </a:xfrm>
          <a:prstGeom prst="line">
            <a:avLst/>
          </a:prstGeom>
          <a:ln>
            <a:head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F108DCF-1844-FDE5-3F09-076DF6312FEA}"/>
              </a:ext>
            </a:extLst>
          </p:cNvPr>
          <p:cNvCxnSpPr>
            <a:cxnSpLocks/>
          </p:cNvCxnSpPr>
          <p:nvPr/>
        </p:nvCxnSpPr>
        <p:spPr>
          <a:xfrm flipH="1">
            <a:off x="1200336" y="5806998"/>
            <a:ext cx="3483864" cy="0"/>
          </a:xfrm>
          <a:prstGeom prst="line">
            <a:avLst/>
          </a:prstGeom>
          <a:ln>
            <a:head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0C9408B6-3FEA-734E-27A7-19B34D93944B}"/>
                  </a:ext>
                </a:extLst>
              </p14:cNvPr>
              <p14:cNvContentPartPr/>
              <p14:nvPr/>
            </p14:nvContentPartPr>
            <p14:xfrm>
              <a:off x="1502304" y="2550474"/>
              <a:ext cx="2539440" cy="762480"/>
            </p14:xfrm>
          </p:contentPart>
        </mc:Choice>
        <mc:Fallback xmlns="">
          <p:pic>
            <p:nvPicPr>
              <p:cNvPr id="11" name="Ink 10">
                <a:extLst>
                  <a:ext uri="{FF2B5EF4-FFF2-40B4-BE49-F238E27FC236}">
                    <a16:creationId xmlns:a16="http://schemas.microsoft.com/office/drawing/2014/main" id="{0C9408B6-3FEA-734E-27A7-19B34D93944B}"/>
                  </a:ext>
                </a:extLst>
              </p:cNvPr>
              <p:cNvPicPr/>
              <p:nvPr/>
            </p:nvPicPr>
            <p:blipFill>
              <a:blip r:embed="rId3"/>
              <a:stretch>
                <a:fillRect/>
              </a:stretch>
            </p:blipFill>
            <p:spPr>
              <a:xfrm>
                <a:off x="1496184" y="2544354"/>
                <a:ext cx="2551680" cy="774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7D10AA54-B2B8-DDDA-052B-D55D8C74A31B}"/>
                  </a:ext>
                </a:extLst>
              </p14:cNvPr>
              <p14:cNvContentPartPr/>
              <p14:nvPr/>
            </p14:nvContentPartPr>
            <p14:xfrm>
              <a:off x="1593384" y="4663854"/>
              <a:ext cx="2661480" cy="868680"/>
            </p14:xfrm>
          </p:contentPart>
        </mc:Choice>
        <mc:Fallback xmlns="">
          <p:pic>
            <p:nvPicPr>
              <p:cNvPr id="12" name="Ink 11">
                <a:extLst>
                  <a:ext uri="{FF2B5EF4-FFF2-40B4-BE49-F238E27FC236}">
                    <a16:creationId xmlns:a16="http://schemas.microsoft.com/office/drawing/2014/main" id="{7D10AA54-B2B8-DDDA-052B-D55D8C74A31B}"/>
                  </a:ext>
                </a:extLst>
              </p:cNvPr>
              <p:cNvPicPr/>
              <p:nvPr/>
            </p:nvPicPr>
            <p:blipFill>
              <a:blip r:embed="rId5"/>
              <a:stretch>
                <a:fillRect/>
              </a:stretch>
            </p:blipFill>
            <p:spPr>
              <a:xfrm>
                <a:off x="1587264" y="4657734"/>
                <a:ext cx="2673720" cy="880920"/>
              </a:xfrm>
              <a:prstGeom prst="rect">
                <a:avLst/>
              </a:prstGeom>
            </p:spPr>
          </p:pic>
        </mc:Fallback>
      </mc:AlternateContent>
      <p:sp>
        <p:nvSpPr>
          <p:cNvPr id="14" name="TextBox 13">
            <a:extLst>
              <a:ext uri="{FF2B5EF4-FFF2-40B4-BE49-F238E27FC236}">
                <a16:creationId xmlns:a16="http://schemas.microsoft.com/office/drawing/2014/main" id="{32280B00-CA78-C6E7-B9F5-CCE2870D37C9}"/>
              </a:ext>
            </a:extLst>
          </p:cNvPr>
          <p:cNvSpPr txBox="1"/>
          <p:nvPr/>
        </p:nvSpPr>
        <p:spPr>
          <a:xfrm>
            <a:off x="4800914" y="2290618"/>
            <a:ext cx="4924977" cy="341632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As stock price goes up</a:t>
            </a:r>
          </a:p>
          <a:p>
            <a:pPr marL="742950" lvl="1" indent="-285750">
              <a:buFont typeface="Arial" panose="020B0604020202020204" pitchFamily="34" charset="0"/>
              <a:buChar char="•"/>
            </a:pPr>
            <a:r>
              <a:rPr lang="en-US" dirty="0">
                <a:solidFill>
                  <a:srgbClr val="3399FF"/>
                </a:solidFill>
                <a:latin typeface="Calibri" panose="020F0502020204030204" pitchFamily="34" charset="0"/>
                <a:ea typeface="Calibri" panose="020F0502020204030204" pitchFamily="34" charset="0"/>
                <a:cs typeface="Calibri" panose="020F0502020204030204" pitchFamily="34" charset="0"/>
              </a:rPr>
              <a:t>Long call makes money</a:t>
            </a:r>
          </a:p>
          <a:p>
            <a:pPr marL="742950" lvl="1" indent="-285750">
              <a:buFont typeface="Arial" panose="020B0604020202020204" pitchFamily="34" charset="0"/>
              <a:buChar char="•"/>
            </a:pPr>
            <a:r>
              <a:rPr lang="en-US" dirty="0">
                <a:solidFill>
                  <a:srgbClr val="C00000"/>
                </a:solidFill>
                <a:latin typeface="Calibri" panose="020F0502020204030204" pitchFamily="34" charset="0"/>
                <a:ea typeface="Calibri" panose="020F0502020204030204" pitchFamily="34" charset="0"/>
                <a:cs typeface="Calibri" panose="020F0502020204030204" pitchFamily="34" charset="0"/>
              </a:rPr>
              <a:t>Short call loses money</a:t>
            </a:r>
          </a:p>
          <a:p>
            <a:pPr marL="742950" lvl="1" indent="-285750">
              <a:buFont typeface="Arial" panose="020B0604020202020204" pitchFamily="34" charset="0"/>
              <a:buChar char="•"/>
            </a:pPr>
            <a:r>
              <a:rPr lang="en-US" dirty="0">
                <a:solidFill>
                  <a:srgbClr val="C00000"/>
                </a:solidFill>
                <a:latin typeface="Calibri" panose="020F0502020204030204" pitchFamily="34" charset="0"/>
                <a:ea typeface="Calibri" panose="020F0502020204030204" pitchFamily="34" charset="0"/>
                <a:cs typeface="Calibri" panose="020F0502020204030204" pitchFamily="34" charset="0"/>
              </a:rPr>
              <a:t>Long put loses money</a:t>
            </a:r>
          </a:p>
          <a:p>
            <a:pPr marL="742950" lvl="1" indent="-285750">
              <a:buFont typeface="Arial" panose="020B0604020202020204" pitchFamily="34" charset="0"/>
              <a:buChar char="•"/>
            </a:pPr>
            <a:r>
              <a:rPr lang="en-US" dirty="0">
                <a:solidFill>
                  <a:schemeClr val="tx2">
                    <a:lumMod val="50000"/>
                    <a:lumOff val="50000"/>
                  </a:schemeClr>
                </a:solidFill>
                <a:latin typeface="Calibri" panose="020F0502020204030204" pitchFamily="34" charset="0"/>
                <a:ea typeface="Calibri" panose="020F0502020204030204" pitchFamily="34" charset="0"/>
                <a:cs typeface="Calibri" panose="020F0502020204030204" pitchFamily="34" charset="0"/>
              </a:rPr>
              <a:t>Short put makes money</a:t>
            </a:r>
          </a:p>
          <a:p>
            <a:pPr lvl="1"/>
            <a:endParaRPr lang="en-US" dirty="0">
              <a:latin typeface="Calibri" panose="020F0502020204030204" pitchFamily="34" charset="0"/>
              <a:ea typeface="Calibri" panose="020F0502020204030204" pitchFamily="34" charset="0"/>
              <a:cs typeface="Calibri" panose="020F0502020204030204" pitchFamily="34" charset="0"/>
            </a:endParaRPr>
          </a:p>
          <a:p>
            <a:pPr lvl="1"/>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As stock price goes down</a:t>
            </a:r>
          </a:p>
          <a:p>
            <a:pPr marL="742950" lvl="1" indent="-285750">
              <a:buFont typeface="Arial" panose="020B0604020202020204" pitchFamily="34" charset="0"/>
              <a:buChar char="•"/>
            </a:pPr>
            <a:r>
              <a:rPr lang="en-US" dirty="0">
                <a:solidFill>
                  <a:srgbClr val="C00000"/>
                </a:solidFill>
                <a:latin typeface="Calibri" panose="020F0502020204030204" pitchFamily="34" charset="0"/>
                <a:ea typeface="Calibri" panose="020F0502020204030204" pitchFamily="34" charset="0"/>
                <a:cs typeface="Calibri" panose="020F0502020204030204" pitchFamily="34" charset="0"/>
              </a:rPr>
              <a:t>Long call loses money</a:t>
            </a:r>
          </a:p>
          <a:p>
            <a:pPr marL="742950" lvl="1" indent="-285750">
              <a:buFont typeface="Arial" panose="020B0604020202020204" pitchFamily="34" charset="0"/>
              <a:buChar char="•"/>
            </a:pPr>
            <a:r>
              <a:rPr lang="en-US" dirty="0">
                <a:solidFill>
                  <a:srgbClr val="3399FF"/>
                </a:solidFill>
                <a:latin typeface="Calibri" panose="020F0502020204030204" pitchFamily="34" charset="0"/>
                <a:ea typeface="Calibri" panose="020F0502020204030204" pitchFamily="34" charset="0"/>
                <a:cs typeface="Calibri" panose="020F0502020204030204" pitchFamily="34" charset="0"/>
              </a:rPr>
              <a:t>Short call makes money</a:t>
            </a:r>
          </a:p>
          <a:p>
            <a:pPr marL="742950" lvl="1" indent="-285750">
              <a:buFont typeface="Arial" panose="020B0604020202020204" pitchFamily="34" charset="0"/>
              <a:buChar char="•"/>
            </a:pPr>
            <a:r>
              <a:rPr lang="en-US" dirty="0">
                <a:solidFill>
                  <a:schemeClr val="tx2">
                    <a:lumMod val="50000"/>
                    <a:lumOff val="50000"/>
                  </a:schemeClr>
                </a:solidFill>
                <a:latin typeface="Calibri" panose="020F0502020204030204" pitchFamily="34" charset="0"/>
                <a:ea typeface="Calibri" panose="020F0502020204030204" pitchFamily="34" charset="0"/>
                <a:cs typeface="Calibri" panose="020F0502020204030204" pitchFamily="34" charset="0"/>
              </a:rPr>
              <a:t>Long put makes money</a:t>
            </a:r>
          </a:p>
          <a:p>
            <a:pPr marL="742950" lvl="1" indent="-285750">
              <a:buFont typeface="Arial" panose="020B0604020202020204" pitchFamily="34" charset="0"/>
              <a:buChar char="•"/>
            </a:pPr>
            <a:r>
              <a:rPr lang="en-US" dirty="0">
                <a:solidFill>
                  <a:srgbClr val="C00000"/>
                </a:solidFill>
                <a:latin typeface="Calibri" panose="020F0502020204030204" pitchFamily="34" charset="0"/>
                <a:ea typeface="Calibri" panose="020F0502020204030204" pitchFamily="34" charset="0"/>
                <a:cs typeface="Calibri" panose="020F0502020204030204" pitchFamily="34" charset="0"/>
              </a:rPr>
              <a:t>Short put loses money</a:t>
            </a:r>
            <a:endParaRPr lang="en-US" dirty="0"/>
          </a:p>
        </p:txBody>
      </p:sp>
    </p:spTree>
    <p:extLst>
      <p:ext uri="{BB962C8B-B14F-4D97-AF65-F5344CB8AC3E}">
        <p14:creationId xmlns:p14="http://schemas.microsoft.com/office/powerpoint/2010/main" val="893487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C306F-A964-0969-A2EF-C60ECCBA981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C1DB21A-547B-40A1-2A19-FAF66A2F8512}"/>
              </a:ext>
            </a:extLst>
          </p:cNvPr>
          <p:cNvSpPr>
            <a:spLocks noGrp="1"/>
          </p:cNvSpPr>
          <p:nvPr>
            <p:ph type="subTitle" idx="1"/>
          </p:nvPr>
        </p:nvSpPr>
        <p:spPr>
          <a:xfrm>
            <a:off x="1366981" y="96076"/>
            <a:ext cx="9144000" cy="550862"/>
          </a:xfrm>
        </p:spPr>
        <p:txBody>
          <a:bodyPr/>
          <a:lstStyle/>
          <a:p>
            <a:r>
              <a:rPr lang="en-US" b="1" dirty="0"/>
              <a:t>Basics</a:t>
            </a:r>
          </a:p>
        </p:txBody>
      </p:sp>
      <p:graphicFrame>
        <p:nvGraphicFramePr>
          <p:cNvPr id="2" name="Table 1">
            <a:extLst>
              <a:ext uri="{FF2B5EF4-FFF2-40B4-BE49-F238E27FC236}">
                <a16:creationId xmlns:a16="http://schemas.microsoft.com/office/drawing/2014/main" id="{A6D109FD-A493-F5F4-BB59-D784DA39615D}"/>
              </a:ext>
            </a:extLst>
          </p:cNvPr>
          <p:cNvGraphicFramePr>
            <a:graphicFrameLocks noGrp="1"/>
          </p:cNvGraphicFramePr>
          <p:nvPr>
            <p:extLst>
              <p:ext uri="{D42A27DB-BD31-4B8C-83A1-F6EECF244321}">
                <p14:modId xmlns:p14="http://schemas.microsoft.com/office/powerpoint/2010/main" val="1262174133"/>
              </p:ext>
            </p:extLst>
          </p:nvPr>
        </p:nvGraphicFramePr>
        <p:xfrm>
          <a:off x="725342" y="730865"/>
          <a:ext cx="10741315" cy="2335135"/>
        </p:xfrm>
        <a:graphic>
          <a:graphicData uri="http://schemas.openxmlformats.org/drawingml/2006/table">
            <a:tbl>
              <a:tblPr/>
              <a:tblGrid>
                <a:gridCol w="771900">
                  <a:extLst>
                    <a:ext uri="{9D8B030D-6E8A-4147-A177-3AD203B41FA5}">
                      <a16:colId xmlns:a16="http://schemas.microsoft.com/office/drawing/2014/main" val="2617488248"/>
                    </a:ext>
                  </a:extLst>
                </a:gridCol>
                <a:gridCol w="675139">
                  <a:extLst>
                    <a:ext uri="{9D8B030D-6E8A-4147-A177-3AD203B41FA5}">
                      <a16:colId xmlns:a16="http://schemas.microsoft.com/office/drawing/2014/main" val="3542898476"/>
                    </a:ext>
                  </a:extLst>
                </a:gridCol>
                <a:gridCol w="676656">
                  <a:extLst>
                    <a:ext uri="{9D8B030D-6E8A-4147-A177-3AD203B41FA5}">
                      <a16:colId xmlns:a16="http://schemas.microsoft.com/office/drawing/2014/main" val="478624021"/>
                    </a:ext>
                  </a:extLst>
                </a:gridCol>
                <a:gridCol w="786384">
                  <a:extLst>
                    <a:ext uri="{9D8B030D-6E8A-4147-A177-3AD203B41FA5}">
                      <a16:colId xmlns:a16="http://schemas.microsoft.com/office/drawing/2014/main" val="864512865"/>
                    </a:ext>
                  </a:extLst>
                </a:gridCol>
                <a:gridCol w="3586744">
                  <a:extLst>
                    <a:ext uri="{9D8B030D-6E8A-4147-A177-3AD203B41FA5}">
                      <a16:colId xmlns:a16="http://schemas.microsoft.com/office/drawing/2014/main" val="890430138"/>
                    </a:ext>
                  </a:extLst>
                </a:gridCol>
                <a:gridCol w="1094984">
                  <a:extLst>
                    <a:ext uri="{9D8B030D-6E8A-4147-A177-3AD203B41FA5}">
                      <a16:colId xmlns:a16="http://schemas.microsoft.com/office/drawing/2014/main" val="3174565228"/>
                    </a:ext>
                  </a:extLst>
                </a:gridCol>
                <a:gridCol w="786384">
                  <a:extLst>
                    <a:ext uri="{9D8B030D-6E8A-4147-A177-3AD203B41FA5}">
                      <a16:colId xmlns:a16="http://schemas.microsoft.com/office/drawing/2014/main" val="238614758"/>
                    </a:ext>
                  </a:extLst>
                </a:gridCol>
                <a:gridCol w="2363124">
                  <a:extLst>
                    <a:ext uri="{9D8B030D-6E8A-4147-A177-3AD203B41FA5}">
                      <a16:colId xmlns:a16="http://schemas.microsoft.com/office/drawing/2014/main" val="2889691368"/>
                    </a:ext>
                  </a:extLst>
                </a:gridCol>
              </a:tblGrid>
              <a:tr h="367678">
                <a:tc>
                  <a:txBody>
                    <a:bodyPr/>
                    <a:lstStyle/>
                    <a:p>
                      <a:pPr algn="ctr" fontAlgn="b">
                        <a:buNone/>
                      </a:pPr>
                      <a:r>
                        <a:rPr lang="en-US" sz="1100" b="1" i="0" u="none" strike="noStrike" dirty="0">
                          <a:solidFill>
                            <a:srgbClr val="000000"/>
                          </a:solidFill>
                          <a:effectLst/>
                          <a:latin typeface="Aptos Narrow" panose="020B0004020202020204" pitchFamily="34" charset="0"/>
                        </a:rPr>
                        <a:t>Stock Price Movement</a:t>
                      </a:r>
                    </a:p>
                  </a:txBody>
                  <a:tcPr marL="9192" marR="9192" marT="9192"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tc>
                  <a:txBody>
                    <a:bodyPr/>
                    <a:lstStyle/>
                    <a:p>
                      <a:pPr algn="ctr" fontAlgn="b">
                        <a:buNone/>
                      </a:pPr>
                      <a:r>
                        <a:rPr lang="en-US" sz="1100" b="1" i="0" u="none" strike="noStrike" dirty="0">
                          <a:solidFill>
                            <a:srgbClr val="000000"/>
                          </a:solidFill>
                          <a:effectLst/>
                          <a:latin typeface="Aptos Narrow" panose="020B0004020202020204" pitchFamily="34" charset="0"/>
                        </a:rPr>
                        <a:t>Type of Option</a:t>
                      </a:r>
                    </a:p>
                  </a:txBody>
                  <a:tcPr marL="9192" marR="9192" marT="91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tc>
                  <a:txBody>
                    <a:bodyPr/>
                    <a:lstStyle/>
                    <a:p>
                      <a:pPr algn="ctr" fontAlgn="b">
                        <a:buNone/>
                      </a:pPr>
                      <a:r>
                        <a:rPr lang="en-US" sz="1100" b="1" i="0" u="none" strike="noStrike" dirty="0">
                          <a:solidFill>
                            <a:srgbClr val="000000"/>
                          </a:solidFill>
                          <a:effectLst/>
                          <a:latin typeface="Aptos Narrow" panose="020B0004020202020204" pitchFamily="34" charset="0"/>
                        </a:rPr>
                        <a:t>How Entered</a:t>
                      </a:r>
                    </a:p>
                  </a:txBody>
                  <a:tcPr marL="9192" marR="9192" marT="91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tc>
                  <a:txBody>
                    <a:bodyPr/>
                    <a:lstStyle/>
                    <a:p>
                      <a:pPr algn="ctr" fontAlgn="b">
                        <a:buNone/>
                      </a:pPr>
                      <a:r>
                        <a:rPr lang="en-US" sz="1100" b="1" i="0" u="none" strike="noStrike" dirty="0">
                          <a:solidFill>
                            <a:srgbClr val="000000"/>
                          </a:solidFill>
                          <a:effectLst/>
                          <a:latin typeface="Aptos Narrow" panose="020B0004020202020204" pitchFamily="34" charset="0"/>
                        </a:rPr>
                        <a:t>Option Price Movement</a:t>
                      </a:r>
                    </a:p>
                  </a:txBody>
                  <a:tcPr marL="9192" marR="9192" marT="91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tc>
                  <a:txBody>
                    <a:bodyPr/>
                    <a:lstStyle/>
                    <a:p>
                      <a:pPr algn="ctr" fontAlgn="b">
                        <a:buNone/>
                      </a:pPr>
                      <a:r>
                        <a:rPr lang="en-US" sz="1100" b="1" i="0" u="none" strike="noStrike" dirty="0">
                          <a:solidFill>
                            <a:srgbClr val="000000"/>
                          </a:solidFill>
                          <a:effectLst/>
                          <a:latin typeface="Aptos Narrow" panose="020B0004020202020204" pitchFamily="34" charset="0"/>
                        </a:rPr>
                        <a:t>Long Hand Explanation when I will profit</a:t>
                      </a:r>
                    </a:p>
                  </a:txBody>
                  <a:tcPr marL="9192" marR="9192" marT="91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tc>
                  <a:txBody>
                    <a:bodyPr/>
                    <a:lstStyle/>
                    <a:p>
                      <a:pPr algn="ctr" fontAlgn="b">
                        <a:buNone/>
                      </a:pPr>
                      <a:r>
                        <a:rPr lang="en-US" sz="1100" b="1" i="0" u="none" strike="noStrike" dirty="0">
                          <a:solidFill>
                            <a:srgbClr val="000000"/>
                          </a:solidFill>
                          <a:effectLst/>
                          <a:latin typeface="Aptos Narrow" panose="020B0004020202020204" pitchFamily="34" charset="0"/>
                        </a:rPr>
                        <a:t>My Pro</a:t>
                      </a:r>
                    </a:p>
                    <a:p>
                      <a:pPr algn="ctr" fontAlgn="b">
                        <a:buNone/>
                      </a:pPr>
                      <a:r>
                        <a:rPr lang="en-US" sz="1100" b="1" i="0" u="none" strike="noStrike" dirty="0">
                          <a:solidFill>
                            <a:srgbClr val="000000"/>
                          </a:solidFill>
                          <a:effectLst/>
                          <a:latin typeface="Aptos Narrow" panose="020B0004020202020204" pitchFamily="34" charset="0"/>
                        </a:rPr>
                        <a:t>fit Profile</a:t>
                      </a:r>
                    </a:p>
                  </a:txBody>
                  <a:tcPr marL="9192" marR="9192" marT="91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tc>
                  <a:txBody>
                    <a:bodyPr/>
                    <a:lstStyle/>
                    <a:p>
                      <a:pPr algn="ctr" fontAlgn="b">
                        <a:buNone/>
                      </a:pPr>
                      <a:r>
                        <a:rPr lang="en-US" sz="1100" b="1" i="0" u="none" strike="noStrike">
                          <a:solidFill>
                            <a:srgbClr val="000000"/>
                          </a:solidFill>
                          <a:effectLst/>
                          <a:latin typeface="Aptos Narrow" panose="020B0004020202020204" pitchFamily="34" charset="0"/>
                        </a:rPr>
                        <a:t>Is the move profitable?</a:t>
                      </a:r>
                    </a:p>
                  </a:txBody>
                  <a:tcPr marL="9192" marR="9192" marT="91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tc>
                  <a:txBody>
                    <a:bodyPr/>
                    <a:lstStyle/>
                    <a:p>
                      <a:pPr algn="ctr" fontAlgn="b">
                        <a:buNone/>
                      </a:pPr>
                      <a:r>
                        <a:rPr lang="en-US" sz="1100" b="1" i="0" u="none" strike="noStrike" dirty="0">
                          <a:solidFill>
                            <a:srgbClr val="000000"/>
                          </a:solidFill>
                          <a:effectLst/>
                          <a:latin typeface="Aptos Narrow" panose="020B0004020202020204" pitchFamily="34" charset="0"/>
                        </a:rPr>
                        <a:t>Notes</a:t>
                      </a:r>
                    </a:p>
                  </a:txBody>
                  <a:tcPr marL="9192" marR="9192" marT="9192"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extLst>
                  <a:ext uri="{0D108BD9-81ED-4DB2-BD59-A6C34878D82A}">
                    <a16:rowId xmlns:a16="http://schemas.microsoft.com/office/drawing/2014/main" val="181178067"/>
                  </a:ext>
                </a:extLst>
              </a:tr>
              <a:tr h="183839">
                <a:tc>
                  <a:txBody>
                    <a:bodyPr/>
                    <a:lstStyle/>
                    <a:p>
                      <a:pPr algn="ctr" fontAlgn="b">
                        <a:buNone/>
                      </a:pPr>
                      <a:r>
                        <a:rPr lang="en-US" sz="1100" b="0" i="0" u="none" strike="noStrike" dirty="0">
                          <a:solidFill>
                            <a:srgbClr val="000000"/>
                          </a:solidFill>
                          <a:effectLst/>
                          <a:latin typeface="Aptos Narrow" panose="020B0004020202020204" pitchFamily="34" charset="0"/>
                        </a:rPr>
                        <a:t>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Call</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Long</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l" fontAlgn="b">
                        <a:buNone/>
                      </a:pPr>
                      <a:r>
                        <a:rPr lang="en-US" sz="1100" b="0" i="0" u="none" strike="noStrike" dirty="0">
                          <a:solidFill>
                            <a:srgbClr val="000000"/>
                          </a:solidFill>
                          <a:effectLst/>
                          <a:latin typeface="Aptos Narrow" panose="020B0004020202020204" pitchFamily="34" charset="0"/>
                        </a:rPr>
                        <a:t>I am Long call so want contract price to go 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100" b="0" i="0" u="none" strike="noStrike" dirty="0">
                          <a:solidFill>
                            <a:srgbClr val="000000"/>
                          </a:solidFill>
                          <a:effectLst/>
                          <a:latin typeface="Aptos Narrow" panose="020B0004020202020204" pitchFamily="34" charset="0"/>
                        </a:rPr>
                        <a:t>Buy Lo -&gt; Sell Hi</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YES</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I am Long and contract price goes 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extLst>
                  <a:ext uri="{0D108BD9-81ED-4DB2-BD59-A6C34878D82A}">
                    <a16:rowId xmlns:a16="http://schemas.microsoft.com/office/drawing/2014/main" val="4289355391"/>
                  </a:ext>
                </a:extLst>
              </a:tr>
              <a:tr h="183839">
                <a:tc>
                  <a:txBody>
                    <a:bodyPr/>
                    <a:lstStyle/>
                    <a:p>
                      <a:pPr algn="ctr" fontAlgn="b">
                        <a:buNone/>
                      </a:pPr>
                      <a:r>
                        <a:rPr lang="en-US" sz="1100" b="0" i="0" u="none" strike="noStrike" dirty="0">
                          <a:solidFill>
                            <a:srgbClr val="000000"/>
                          </a:solidFill>
                          <a:effectLst/>
                          <a:latin typeface="Aptos Narrow" panose="020B0004020202020204" pitchFamily="34" charset="0"/>
                        </a:rPr>
                        <a:t>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Call</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a:solidFill>
                            <a:srgbClr val="000000"/>
                          </a:solidFill>
                          <a:effectLst/>
                          <a:latin typeface="Aptos Narrow" panose="020B0004020202020204" pitchFamily="34" charset="0"/>
                        </a:rPr>
                        <a:t>Short</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a:solidFill>
                            <a:srgbClr val="000000"/>
                          </a:solidFill>
                          <a:effectLst/>
                          <a:latin typeface="Aptos Narrow" panose="020B0004020202020204" pitchFamily="34" charset="0"/>
                        </a:rPr>
                        <a:t>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l" fontAlgn="b">
                        <a:buNone/>
                      </a:pPr>
                      <a:r>
                        <a:rPr lang="en-US" sz="1100" b="0" i="0" u="none" strike="noStrike" dirty="0">
                          <a:solidFill>
                            <a:srgbClr val="000000"/>
                          </a:solidFill>
                          <a:effectLst/>
                          <a:latin typeface="Aptos Narrow" panose="020B0004020202020204" pitchFamily="34" charset="0"/>
                        </a:rPr>
                        <a:t>I have sold short call, so want the contract price to go 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Sell Hi -&gt; Buy Lo</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a:solidFill>
                            <a:srgbClr val="000000"/>
                          </a:solidFill>
                          <a:effectLst/>
                          <a:latin typeface="Aptos Narrow" panose="020B0004020202020204" pitchFamily="34" charset="0"/>
                        </a:rPr>
                        <a:t>NO</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a:solidFill>
                            <a:srgbClr val="000000"/>
                          </a:solidFill>
                          <a:effectLst/>
                          <a:latin typeface="Aptos Narrow" panose="020B0004020202020204" pitchFamily="34" charset="0"/>
                        </a:rPr>
                        <a:t>I am short and contract price goes 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extLst>
                  <a:ext uri="{0D108BD9-81ED-4DB2-BD59-A6C34878D82A}">
                    <a16:rowId xmlns:a16="http://schemas.microsoft.com/office/drawing/2014/main" val="993148989"/>
                  </a:ext>
                </a:extLst>
              </a:tr>
              <a:tr h="332749">
                <a:tc>
                  <a:txBody>
                    <a:bodyPr/>
                    <a:lstStyle/>
                    <a:p>
                      <a:pPr algn="ctr" fontAlgn="b">
                        <a:buNone/>
                      </a:pPr>
                      <a:r>
                        <a:rPr lang="en-US" sz="1100" b="0" i="0" u="none" strike="noStrike">
                          <a:solidFill>
                            <a:srgbClr val="000000"/>
                          </a:solidFill>
                          <a:effectLst/>
                          <a:latin typeface="Aptos Narrow" panose="020B0004020202020204" pitchFamily="34" charset="0"/>
                        </a:rPr>
                        <a:t>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Put</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Long</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l" fontAlgn="b">
                        <a:buNone/>
                      </a:pPr>
                      <a:r>
                        <a:rPr lang="en-US" sz="1100" b="0" i="0" u="none" strike="noStrike" dirty="0">
                          <a:solidFill>
                            <a:srgbClr val="000000"/>
                          </a:solidFill>
                          <a:effectLst/>
                          <a:latin typeface="Aptos Narrow" panose="020B0004020202020204" pitchFamily="34" charset="0"/>
                        </a:rPr>
                        <a:t>I am Long put, so want contract price to go 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100" b="0" i="0" u="none" strike="noStrike" dirty="0">
                          <a:solidFill>
                            <a:srgbClr val="000000"/>
                          </a:solidFill>
                          <a:effectLst/>
                          <a:latin typeface="Aptos Narrow" panose="020B0004020202020204" pitchFamily="34" charset="0"/>
                        </a:rPr>
                        <a:t>Buy Lo -&gt; Sell Hi</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NO</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I am long and contract prices goes 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extLst>
                  <a:ext uri="{0D108BD9-81ED-4DB2-BD59-A6C34878D82A}">
                    <a16:rowId xmlns:a16="http://schemas.microsoft.com/office/drawing/2014/main" val="2370792632"/>
                  </a:ext>
                </a:extLst>
              </a:tr>
              <a:tr h="183839">
                <a:tc>
                  <a:txBody>
                    <a:bodyPr/>
                    <a:lstStyle/>
                    <a:p>
                      <a:pPr algn="ctr" fontAlgn="b">
                        <a:buNone/>
                      </a:pPr>
                      <a:r>
                        <a:rPr lang="en-US" sz="1100" b="0" i="0" u="none" strike="noStrike">
                          <a:solidFill>
                            <a:srgbClr val="000000"/>
                          </a:solidFill>
                          <a:effectLst/>
                          <a:latin typeface="Aptos Narrow" panose="020B0004020202020204" pitchFamily="34" charset="0"/>
                        </a:rPr>
                        <a:t>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Put</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Short</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l" fontAlgn="b">
                        <a:buNone/>
                      </a:pPr>
                      <a:r>
                        <a:rPr lang="en-US" sz="1100" b="0" i="0" u="none" strike="noStrike" dirty="0">
                          <a:solidFill>
                            <a:srgbClr val="000000"/>
                          </a:solidFill>
                          <a:effectLst/>
                          <a:latin typeface="Aptos Narrow" panose="020B0004020202020204" pitchFamily="34" charset="0"/>
                        </a:rPr>
                        <a:t>I have sold short put, so want the contract price to go 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Sell Hi -&gt; Buy Lo</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YES</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I am short and contract price goes 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extLst>
                  <a:ext uri="{0D108BD9-81ED-4DB2-BD59-A6C34878D82A}">
                    <a16:rowId xmlns:a16="http://schemas.microsoft.com/office/drawing/2014/main" val="2459492216"/>
                  </a:ext>
                </a:extLst>
              </a:tr>
              <a:tr h="332749">
                <a:tc>
                  <a:txBody>
                    <a:bodyPr/>
                    <a:lstStyle/>
                    <a:p>
                      <a:pPr algn="ctr" fontAlgn="b">
                        <a:buNone/>
                      </a:pPr>
                      <a:r>
                        <a:rPr lang="en-US" sz="1100" b="0" i="0" u="none" strike="noStrike">
                          <a:solidFill>
                            <a:srgbClr val="000000"/>
                          </a:solidFill>
                          <a:effectLst/>
                          <a:latin typeface="Aptos Narrow" panose="020B0004020202020204" pitchFamily="34" charset="0"/>
                        </a:rPr>
                        <a:t>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a:solidFill>
                            <a:srgbClr val="000000"/>
                          </a:solidFill>
                          <a:effectLst/>
                          <a:latin typeface="Aptos Narrow" panose="020B0004020202020204" pitchFamily="34" charset="0"/>
                        </a:rPr>
                        <a:t>Call</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a:solidFill>
                            <a:srgbClr val="000000"/>
                          </a:solidFill>
                          <a:effectLst/>
                          <a:latin typeface="Aptos Narrow" panose="020B0004020202020204" pitchFamily="34" charset="0"/>
                        </a:rPr>
                        <a:t>Long</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a:solidFill>
                            <a:srgbClr val="000000"/>
                          </a:solidFill>
                          <a:effectLst/>
                          <a:latin typeface="Aptos Narrow" panose="020B0004020202020204" pitchFamily="34" charset="0"/>
                        </a:rPr>
                        <a:t>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l" fontAlgn="b">
                        <a:buNone/>
                      </a:pPr>
                      <a:r>
                        <a:rPr lang="en-US" sz="1100" b="0" i="0" u="none" strike="noStrike" dirty="0">
                          <a:solidFill>
                            <a:srgbClr val="000000"/>
                          </a:solidFill>
                          <a:effectLst/>
                          <a:latin typeface="Aptos Narrow" panose="020B0004020202020204" pitchFamily="34" charset="0"/>
                        </a:rPr>
                        <a:t>I am Long call so want contract price to go 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Buy Lo -&gt; Sell Hi</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a:solidFill>
                            <a:srgbClr val="000000"/>
                          </a:solidFill>
                          <a:effectLst/>
                          <a:latin typeface="Aptos Narrow" panose="020B0004020202020204" pitchFamily="34" charset="0"/>
                        </a:rPr>
                        <a:t>NO</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I am long and contract prices goes 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extLst>
                  <a:ext uri="{0D108BD9-81ED-4DB2-BD59-A6C34878D82A}">
                    <a16:rowId xmlns:a16="http://schemas.microsoft.com/office/drawing/2014/main" val="533689428"/>
                  </a:ext>
                </a:extLst>
              </a:tr>
              <a:tr h="183839">
                <a:tc>
                  <a:txBody>
                    <a:bodyPr/>
                    <a:lstStyle/>
                    <a:p>
                      <a:pPr algn="ctr" fontAlgn="b">
                        <a:buNone/>
                      </a:pPr>
                      <a:r>
                        <a:rPr lang="en-US" sz="1100" b="0" i="0" u="none" strike="noStrike">
                          <a:solidFill>
                            <a:srgbClr val="000000"/>
                          </a:solidFill>
                          <a:effectLst/>
                          <a:latin typeface="Aptos Narrow" panose="020B0004020202020204" pitchFamily="34" charset="0"/>
                        </a:rPr>
                        <a:t>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Call</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Short</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l" fontAlgn="b">
                        <a:buNone/>
                      </a:pPr>
                      <a:r>
                        <a:rPr lang="en-US" sz="1100" b="0" i="0" u="none" strike="noStrike" dirty="0">
                          <a:solidFill>
                            <a:srgbClr val="000000"/>
                          </a:solidFill>
                          <a:effectLst/>
                          <a:latin typeface="Aptos Narrow" panose="020B0004020202020204" pitchFamily="34" charset="0"/>
                        </a:rPr>
                        <a:t>I have sold short call, so want the contract price to go 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100" b="0" i="0" u="none" strike="noStrike" dirty="0">
                          <a:solidFill>
                            <a:srgbClr val="000000"/>
                          </a:solidFill>
                          <a:effectLst/>
                          <a:latin typeface="Aptos Narrow" panose="020B0004020202020204" pitchFamily="34" charset="0"/>
                        </a:rPr>
                        <a:t>Sell Hi -&gt; Buy Lo</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YES</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I am short and contract price goes 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extLst>
                  <a:ext uri="{0D108BD9-81ED-4DB2-BD59-A6C34878D82A}">
                    <a16:rowId xmlns:a16="http://schemas.microsoft.com/office/drawing/2014/main" val="585501145"/>
                  </a:ext>
                </a:extLst>
              </a:tr>
              <a:tr h="183839">
                <a:tc>
                  <a:txBody>
                    <a:bodyPr/>
                    <a:lstStyle/>
                    <a:p>
                      <a:pPr algn="ctr" fontAlgn="b">
                        <a:buNone/>
                      </a:pPr>
                      <a:r>
                        <a:rPr lang="en-US" sz="1100" b="0" i="0" u="none" strike="noStrike">
                          <a:solidFill>
                            <a:srgbClr val="000000"/>
                          </a:solidFill>
                          <a:effectLst/>
                          <a:latin typeface="Aptos Narrow" panose="020B0004020202020204" pitchFamily="34" charset="0"/>
                        </a:rPr>
                        <a:t>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Put</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a:solidFill>
                            <a:srgbClr val="000000"/>
                          </a:solidFill>
                          <a:effectLst/>
                          <a:latin typeface="Aptos Narrow" panose="020B0004020202020204" pitchFamily="34" charset="0"/>
                        </a:rPr>
                        <a:t>Long</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l" fontAlgn="b">
                        <a:buNone/>
                      </a:pPr>
                      <a:r>
                        <a:rPr lang="en-US" sz="1100" b="0" i="0" u="none" strike="noStrike" dirty="0">
                          <a:solidFill>
                            <a:srgbClr val="000000"/>
                          </a:solidFill>
                          <a:effectLst/>
                          <a:latin typeface="Aptos Narrow" panose="020B0004020202020204" pitchFamily="34" charset="0"/>
                        </a:rPr>
                        <a:t>I am Long put so want contract price to go 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100" b="0" i="0" u="none" strike="noStrike" dirty="0">
                          <a:solidFill>
                            <a:srgbClr val="000000"/>
                          </a:solidFill>
                          <a:effectLst/>
                          <a:latin typeface="Aptos Narrow" panose="020B0004020202020204" pitchFamily="34" charset="0"/>
                        </a:rPr>
                        <a:t>Buy Lo -&gt; Sell Hi</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YES</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I am Long and contract price goes 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extLst>
                  <a:ext uri="{0D108BD9-81ED-4DB2-BD59-A6C34878D82A}">
                    <a16:rowId xmlns:a16="http://schemas.microsoft.com/office/drawing/2014/main" val="2181751379"/>
                  </a:ext>
                </a:extLst>
              </a:tr>
              <a:tr h="382764">
                <a:tc>
                  <a:txBody>
                    <a:bodyPr/>
                    <a:lstStyle/>
                    <a:p>
                      <a:pPr algn="ctr" fontAlgn="b">
                        <a:buNone/>
                      </a:pPr>
                      <a:r>
                        <a:rPr lang="en-US" sz="1100" b="0" i="0" u="none" strike="noStrike">
                          <a:solidFill>
                            <a:srgbClr val="000000"/>
                          </a:solidFill>
                          <a:effectLst/>
                          <a:latin typeface="Aptos Narrow" panose="020B0004020202020204" pitchFamily="34" charset="0"/>
                        </a:rPr>
                        <a:t>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a:solidFill>
                            <a:srgbClr val="000000"/>
                          </a:solidFill>
                          <a:effectLst/>
                          <a:latin typeface="Aptos Narrow" panose="020B0004020202020204" pitchFamily="34" charset="0"/>
                        </a:rPr>
                        <a:t>Put</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a:solidFill>
                            <a:srgbClr val="000000"/>
                          </a:solidFill>
                          <a:effectLst/>
                          <a:latin typeface="Aptos Narrow" panose="020B0004020202020204" pitchFamily="34" charset="0"/>
                        </a:rPr>
                        <a:t>Short</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l" fontAlgn="b">
                        <a:buNone/>
                      </a:pPr>
                      <a:r>
                        <a:rPr lang="en-US" sz="1100" b="0" i="0" u="none" strike="noStrike" dirty="0">
                          <a:solidFill>
                            <a:srgbClr val="000000"/>
                          </a:solidFill>
                          <a:effectLst/>
                          <a:latin typeface="Aptos Narrow" panose="020B0004020202020204" pitchFamily="34" charset="0"/>
                        </a:rPr>
                        <a:t>I have sold short put, so want the contract price to go down</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Sell Hi -&gt; Buy Lo</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NO</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I am short and contract price goes up</a:t>
                      </a:r>
                    </a:p>
                  </a:txBody>
                  <a:tcPr marL="9192" marR="9192" marT="9192"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C7AC"/>
                    </a:solidFill>
                  </a:tcPr>
                </a:tc>
                <a:extLst>
                  <a:ext uri="{0D108BD9-81ED-4DB2-BD59-A6C34878D82A}">
                    <a16:rowId xmlns:a16="http://schemas.microsoft.com/office/drawing/2014/main" val="708986895"/>
                  </a:ext>
                </a:extLst>
              </a:tr>
            </a:tbl>
          </a:graphicData>
        </a:graphic>
      </p:graphicFrame>
      <p:cxnSp>
        <p:nvCxnSpPr>
          <p:cNvPr id="5" name="Straight Connector 4">
            <a:extLst>
              <a:ext uri="{FF2B5EF4-FFF2-40B4-BE49-F238E27FC236}">
                <a16:creationId xmlns:a16="http://schemas.microsoft.com/office/drawing/2014/main" id="{16F6379C-0668-F033-61A1-26567BC4A085}"/>
              </a:ext>
            </a:extLst>
          </p:cNvPr>
          <p:cNvCxnSpPr/>
          <p:nvPr/>
        </p:nvCxnSpPr>
        <p:spPr>
          <a:xfrm>
            <a:off x="157018" y="2309091"/>
            <a:ext cx="11563927" cy="0"/>
          </a:xfrm>
          <a:prstGeom prst="line">
            <a:avLst/>
          </a:prstGeom>
          <a:ln w="38100">
            <a:solidFill>
              <a:schemeClr val="bg2">
                <a:lumMod val="10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D18C2D5-4E57-51D4-1AF4-40C7B6A4223C}"/>
              </a:ext>
            </a:extLst>
          </p:cNvPr>
          <p:cNvSpPr txBox="1"/>
          <p:nvPr/>
        </p:nvSpPr>
        <p:spPr>
          <a:xfrm>
            <a:off x="725342" y="3157063"/>
            <a:ext cx="10741315" cy="3354765"/>
          </a:xfrm>
          <a:prstGeom prst="rect">
            <a:avLst/>
          </a:prstGeom>
          <a:noFill/>
        </p:spPr>
        <p:txBody>
          <a:bodyPr wrap="square" rtlCol="0">
            <a:spAutoFit/>
          </a:bodyPr>
          <a:lstStyle/>
          <a:p>
            <a:pPr algn="ctr"/>
            <a:r>
              <a:rPr lang="en-US" b="1" u="sng" dirty="0">
                <a:highlight>
                  <a:srgbClr val="00CC00"/>
                </a:highlight>
              </a:rPr>
              <a:t>IV Rank and </a:t>
            </a:r>
            <a:r>
              <a:rPr lang="en-US" b="1" u="sng" dirty="0" err="1">
                <a:highlight>
                  <a:srgbClr val="00CC00"/>
                </a:highlight>
              </a:rPr>
              <a:t>Ivx</a:t>
            </a:r>
            <a:r>
              <a:rPr lang="en-US" b="1" u="sng" dirty="0">
                <a:highlight>
                  <a:srgbClr val="00CC00"/>
                </a:highlight>
              </a:rPr>
              <a:t> on TT</a:t>
            </a:r>
          </a:p>
          <a:p>
            <a:pPr marL="285750" indent="-285750">
              <a:buFont typeface="Arial" panose="020B0604020202020204" pitchFamily="34" charset="0"/>
              <a:buChar char="•"/>
            </a:pPr>
            <a:endParaRPr lang="en-US" sz="1600" dirty="0">
              <a:sym typeface="Wingdings" panose="05000000000000000000" pitchFamily="2" charset="2"/>
            </a:endParaRPr>
          </a:p>
          <a:p>
            <a:pPr marL="285750" indent="-285750">
              <a:buFont typeface="Arial" panose="020B0604020202020204" pitchFamily="34" charset="0"/>
              <a:buChar char="•"/>
            </a:pPr>
            <a:r>
              <a:rPr lang="en-US" sz="1600" dirty="0">
                <a:sym typeface="Wingdings" panose="05000000000000000000" pitchFamily="2" charset="2"/>
              </a:rPr>
              <a:t>IV Rank  Where today’s IV sits relative to it’s own past</a:t>
            </a:r>
          </a:p>
          <a:p>
            <a:pPr marL="742950" lvl="1" indent="-285750">
              <a:buFont typeface="Arial" panose="020B0604020202020204" pitchFamily="34" charset="0"/>
              <a:buChar char="•"/>
            </a:pPr>
            <a:r>
              <a:rPr lang="en-US" sz="1600" dirty="0">
                <a:sym typeface="Wingdings" panose="05000000000000000000" pitchFamily="2" charset="2"/>
              </a:rPr>
              <a:t>IV = 0  IV is at the lower level of the past year</a:t>
            </a:r>
          </a:p>
          <a:p>
            <a:pPr marL="742950" lvl="1" indent="-285750">
              <a:buFont typeface="Arial" panose="020B0604020202020204" pitchFamily="34" charset="0"/>
              <a:buChar char="•"/>
            </a:pPr>
            <a:r>
              <a:rPr lang="en-US" sz="1600" dirty="0">
                <a:sym typeface="Wingdings" panose="05000000000000000000" pitchFamily="2" charset="2"/>
              </a:rPr>
              <a:t>IV = 50 IV is in the mid range</a:t>
            </a:r>
          </a:p>
          <a:p>
            <a:pPr marL="742950" lvl="1" indent="-285750">
              <a:buFont typeface="Arial" panose="020B0604020202020204" pitchFamily="34" charset="0"/>
              <a:buChar char="•"/>
            </a:pPr>
            <a:r>
              <a:rPr lang="en-US" sz="1600" dirty="0">
                <a:sym typeface="Wingdings" panose="05000000000000000000" pitchFamily="2" charset="2"/>
              </a:rPr>
              <a:t>IV = 100 = IV is at the highest level of the past year</a:t>
            </a:r>
          </a:p>
          <a:p>
            <a:pPr lvl="1"/>
            <a:endParaRPr lang="en-US" sz="1600" dirty="0"/>
          </a:p>
          <a:p>
            <a:pPr marL="285750" indent="-285750">
              <a:buFont typeface="Arial" panose="020B0604020202020204" pitchFamily="34" charset="0"/>
              <a:buChar char="•"/>
            </a:pPr>
            <a:r>
              <a:rPr lang="en-US" sz="1600" dirty="0" err="1"/>
              <a:t>IVx</a:t>
            </a:r>
            <a:r>
              <a:rPr lang="en-US" sz="1600" dirty="0"/>
              <a:t> </a:t>
            </a:r>
            <a:r>
              <a:rPr lang="en-US" sz="1600" dirty="0">
                <a:sym typeface="Wingdings" panose="05000000000000000000" pitchFamily="2" charset="2"/>
              </a:rPr>
              <a:t> Implied volatility index </a:t>
            </a:r>
            <a:r>
              <a:rPr lang="en-US" sz="1600" dirty="0"/>
              <a:t>on TT:</a:t>
            </a:r>
          </a:p>
          <a:p>
            <a:pPr marL="742950" lvl="1" indent="-285750">
              <a:buFont typeface="Arial" panose="020B0604020202020204" pitchFamily="34" charset="0"/>
              <a:buChar char="•"/>
            </a:pPr>
            <a:r>
              <a:rPr lang="en-US" sz="1600" dirty="0"/>
              <a:t>Estimate of stock’s current IV, </a:t>
            </a:r>
            <a:r>
              <a:rPr lang="en-US" sz="1600" dirty="0">
                <a:sym typeface="Wingdings" panose="05000000000000000000" pitchFamily="2" charset="2"/>
              </a:rPr>
              <a:t> E</a:t>
            </a:r>
            <a:r>
              <a:rPr lang="en-US" sz="1600" dirty="0"/>
              <a:t>xpected 1-year volatility/price movement</a:t>
            </a:r>
          </a:p>
          <a:p>
            <a:pPr marL="742950" lvl="1" indent="-285750">
              <a:buFont typeface="Arial" panose="020B0604020202020204" pitchFamily="34" charset="0"/>
              <a:buChar char="•"/>
            </a:pPr>
            <a:r>
              <a:rPr lang="en-US" sz="1600" dirty="0"/>
              <a:t>It is derived from many option prices across strikes</a:t>
            </a:r>
          </a:p>
          <a:p>
            <a:pPr marL="1200150" lvl="2" indent="-285750">
              <a:buFont typeface="Arial" panose="020B0604020202020204" pitchFamily="34" charset="0"/>
              <a:buChar char="•"/>
            </a:pPr>
            <a:r>
              <a:rPr lang="en-US" sz="1600" dirty="0"/>
              <a:t>Not tied to one specific expiration – it’s a blended estimate</a:t>
            </a:r>
          </a:p>
          <a:p>
            <a:pPr marL="742950" lvl="1" indent="-285750">
              <a:buFont typeface="Arial" panose="020B0604020202020204" pitchFamily="34" charset="0"/>
              <a:buChar char="•"/>
            </a:pPr>
            <a:r>
              <a:rPr lang="en-US" sz="1600" dirty="0" err="1"/>
              <a:t>IVx</a:t>
            </a:r>
            <a:r>
              <a:rPr lang="en-US" sz="1600" dirty="0"/>
              <a:t> = 32% </a:t>
            </a:r>
            <a:r>
              <a:rPr lang="en-US" sz="1600" dirty="0">
                <a:sym typeface="Wingdings" panose="05000000000000000000" pitchFamily="2" charset="2"/>
              </a:rPr>
              <a:t> Market is pricing ~32% annualized movement in the stock</a:t>
            </a:r>
          </a:p>
          <a:p>
            <a:endParaRPr lang="en-US" dirty="0"/>
          </a:p>
        </p:txBody>
      </p:sp>
    </p:spTree>
    <p:extLst>
      <p:ext uri="{BB962C8B-B14F-4D97-AF65-F5344CB8AC3E}">
        <p14:creationId xmlns:p14="http://schemas.microsoft.com/office/powerpoint/2010/main" val="1674470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4E2B3-8DE5-79CC-47A4-C8DCAE4445A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004E45B-A46B-44C8-2F29-D966092E5D41}"/>
              </a:ext>
            </a:extLst>
          </p:cNvPr>
          <p:cNvSpPr>
            <a:spLocks noGrp="1"/>
          </p:cNvSpPr>
          <p:nvPr>
            <p:ph type="subTitle" idx="1"/>
          </p:nvPr>
        </p:nvSpPr>
        <p:spPr>
          <a:xfrm>
            <a:off x="1366981" y="96076"/>
            <a:ext cx="9144000" cy="550862"/>
          </a:xfrm>
        </p:spPr>
        <p:txBody>
          <a:bodyPr/>
          <a:lstStyle/>
          <a:p>
            <a:r>
              <a:rPr lang="en-US" b="1" u="sng" dirty="0"/>
              <a:t>Some Tweets from Coach Mak</a:t>
            </a:r>
          </a:p>
        </p:txBody>
      </p:sp>
      <p:sp>
        <p:nvSpPr>
          <p:cNvPr id="4" name="TextBox 3">
            <a:extLst>
              <a:ext uri="{FF2B5EF4-FFF2-40B4-BE49-F238E27FC236}">
                <a16:creationId xmlns:a16="http://schemas.microsoft.com/office/drawing/2014/main" id="{E07E8124-C24D-9F2B-189B-18797D19F853}"/>
              </a:ext>
            </a:extLst>
          </p:cNvPr>
          <p:cNvSpPr txBox="1"/>
          <p:nvPr/>
        </p:nvSpPr>
        <p:spPr>
          <a:xfrm>
            <a:off x="283464" y="515297"/>
            <a:ext cx="5357813" cy="1477328"/>
          </a:xfrm>
          <a:prstGeom prst="rect">
            <a:avLst/>
          </a:prstGeom>
          <a:noFill/>
        </p:spPr>
        <p:txBody>
          <a:bodyPr wrap="none" rtlCol="0">
            <a:spAutoFit/>
          </a:bodyPr>
          <a:lstStyle/>
          <a:p>
            <a:pPr marL="285750" indent="-285750">
              <a:buFont typeface="Arial" panose="020B0604020202020204" pitchFamily="34" charset="0"/>
              <a:buChar char="•"/>
            </a:pPr>
            <a:r>
              <a:rPr lang="en-US" dirty="0"/>
              <a:t>RSI &gt; 80 on a daily chart = Buy a put OR Sell a call </a:t>
            </a:r>
          </a:p>
          <a:p>
            <a:pPr marL="285750" indent="-285750">
              <a:buFont typeface="Arial" panose="020B0604020202020204" pitchFamily="34" charset="0"/>
              <a:buChar char="•"/>
            </a:pPr>
            <a:r>
              <a:rPr lang="en-US" dirty="0"/>
              <a:t>RSI &lt; 30 = Buy a call or Sell a put </a:t>
            </a:r>
          </a:p>
          <a:p>
            <a:pPr marL="285750" indent="-285750">
              <a:buFont typeface="Arial" panose="020B0604020202020204" pitchFamily="34" charset="0"/>
              <a:buChar char="•"/>
            </a:pPr>
            <a:r>
              <a:rPr lang="en-US" dirty="0"/>
              <a:t>But… The most important factor is TIME </a:t>
            </a:r>
          </a:p>
          <a:p>
            <a:pPr marL="285750" indent="-285750">
              <a:buFont typeface="Arial" panose="020B0604020202020204" pitchFamily="34" charset="0"/>
              <a:buChar char="•"/>
            </a:pPr>
            <a:r>
              <a:rPr lang="en-US" dirty="0"/>
              <a:t>Buy Options = 3 to 24+ months </a:t>
            </a:r>
          </a:p>
          <a:p>
            <a:pPr marL="285750" indent="-285750">
              <a:buFont typeface="Arial" panose="020B0604020202020204" pitchFamily="34" charset="0"/>
              <a:buChar char="•"/>
            </a:pPr>
            <a:r>
              <a:rPr lang="en-US" dirty="0"/>
              <a:t>Sell Options = 7 to 42 days</a:t>
            </a:r>
          </a:p>
        </p:txBody>
      </p:sp>
      <p:sp>
        <p:nvSpPr>
          <p:cNvPr id="7" name="TextBox 6">
            <a:extLst>
              <a:ext uri="{FF2B5EF4-FFF2-40B4-BE49-F238E27FC236}">
                <a16:creationId xmlns:a16="http://schemas.microsoft.com/office/drawing/2014/main" id="{D5AD0B5C-70BB-883A-B545-15A845D531D6}"/>
              </a:ext>
            </a:extLst>
          </p:cNvPr>
          <p:cNvSpPr txBox="1"/>
          <p:nvPr/>
        </p:nvSpPr>
        <p:spPr>
          <a:xfrm>
            <a:off x="356616" y="2311146"/>
            <a:ext cx="8526373" cy="1200329"/>
          </a:xfrm>
          <a:prstGeom prst="rect">
            <a:avLst/>
          </a:prstGeom>
          <a:noFill/>
        </p:spPr>
        <p:txBody>
          <a:bodyPr wrap="none" rtlCol="0">
            <a:spAutoFit/>
          </a:bodyPr>
          <a:lstStyle/>
          <a:p>
            <a:pPr marL="285750" indent="-285750">
              <a:buFont typeface="Arial" panose="020B0604020202020204" pitchFamily="34" charset="0"/>
              <a:buChar char="•"/>
            </a:pPr>
            <a:r>
              <a:rPr lang="en-US" dirty="0"/>
              <a:t>I sell options in the range of delta 0.15-0.25 most of the times </a:t>
            </a:r>
          </a:p>
          <a:p>
            <a:pPr marL="285750" indent="-285750">
              <a:buFont typeface="Arial" panose="020B0604020202020204" pitchFamily="34" charset="0"/>
              <a:buChar char="•"/>
            </a:pPr>
            <a:r>
              <a:rPr lang="en-US" dirty="0"/>
              <a:t>Delta is like the speedometer in your car It tells you how fast the car is moving </a:t>
            </a:r>
          </a:p>
          <a:p>
            <a:pPr marL="285750" indent="-285750">
              <a:buFont typeface="Arial" panose="020B0604020202020204" pitchFamily="34" charset="0"/>
              <a:buChar char="•"/>
            </a:pPr>
            <a:r>
              <a:rPr lang="en-US" dirty="0"/>
              <a:t>A .90 delta option has its foot on the gas </a:t>
            </a:r>
          </a:p>
          <a:p>
            <a:pPr marL="742950" lvl="1" indent="-285750">
              <a:buFont typeface="Arial" panose="020B0604020202020204" pitchFamily="34" charset="0"/>
              <a:buChar char="•"/>
            </a:pPr>
            <a:r>
              <a:rPr lang="en-US" dirty="0"/>
              <a:t>While the 0.10 delta option is driving at a speed to barely keep the car moving</a:t>
            </a:r>
          </a:p>
        </p:txBody>
      </p:sp>
      <p:sp>
        <p:nvSpPr>
          <p:cNvPr id="16" name="TextBox 15">
            <a:extLst>
              <a:ext uri="{FF2B5EF4-FFF2-40B4-BE49-F238E27FC236}">
                <a16:creationId xmlns:a16="http://schemas.microsoft.com/office/drawing/2014/main" id="{18AE65C2-90C8-4155-A74F-D771FFF9B807}"/>
              </a:ext>
            </a:extLst>
          </p:cNvPr>
          <p:cNvSpPr txBox="1"/>
          <p:nvPr/>
        </p:nvSpPr>
        <p:spPr>
          <a:xfrm>
            <a:off x="356616" y="3698355"/>
            <a:ext cx="6094476" cy="1477328"/>
          </a:xfrm>
          <a:prstGeom prst="rect">
            <a:avLst/>
          </a:prstGeom>
          <a:noFill/>
        </p:spPr>
        <p:txBody>
          <a:bodyPr wrap="square">
            <a:spAutoFit/>
          </a:bodyPr>
          <a:lstStyle/>
          <a:p>
            <a:pPr marL="285750" indent="-285750">
              <a:buFont typeface="Arial" panose="020B0604020202020204" pitchFamily="34" charset="0"/>
              <a:buChar char="•"/>
            </a:pPr>
            <a:r>
              <a:rPr lang="en-US" dirty="0"/>
              <a:t>Sell options when IV is high</a:t>
            </a:r>
          </a:p>
          <a:p>
            <a:pPr marL="285750" indent="-285750">
              <a:buFont typeface="Arial" panose="020B0604020202020204" pitchFamily="34" charset="0"/>
              <a:buChar char="•"/>
            </a:pPr>
            <a:r>
              <a:rPr lang="en-US" dirty="0"/>
              <a:t>Buy medium and long dated options when IV is low</a:t>
            </a:r>
          </a:p>
          <a:p>
            <a:pPr marL="285750" indent="-285750">
              <a:buFont typeface="Arial" panose="020B0604020202020204" pitchFamily="34" charset="0"/>
              <a:buChar char="•"/>
            </a:pPr>
            <a:r>
              <a:rPr lang="en-US" dirty="0"/>
              <a:t>Sell Covered Calls when IV is high &amp; stock is overbought</a:t>
            </a:r>
          </a:p>
          <a:p>
            <a:pPr marL="285750" indent="-285750">
              <a:buFont typeface="Arial" panose="020B0604020202020204" pitchFamily="34" charset="0"/>
              <a:buChar char="•"/>
            </a:pPr>
            <a:r>
              <a:rPr lang="en-US" dirty="0"/>
              <a:t>Sell Puts when IV is high &amp; stock is oversold</a:t>
            </a:r>
          </a:p>
          <a:p>
            <a:pPr marL="285750" indent="-285750">
              <a:buFont typeface="Arial" panose="020B0604020202020204" pitchFamily="34" charset="0"/>
              <a:buChar char="•"/>
            </a:pPr>
            <a:r>
              <a:rPr lang="en-US" dirty="0"/>
              <a:t>Buy Long-dated calls when IV is Low &amp; stock is oversold</a:t>
            </a:r>
          </a:p>
        </p:txBody>
      </p:sp>
      <p:sp>
        <p:nvSpPr>
          <p:cNvPr id="17" name="TextBox 16">
            <a:extLst>
              <a:ext uri="{FF2B5EF4-FFF2-40B4-BE49-F238E27FC236}">
                <a16:creationId xmlns:a16="http://schemas.microsoft.com/office/drawing/2014/main" id="{8E854059-836B-E682-05CB-CC06DF5799CB}"/>
              </a:ext>
            </a:extLst>
          </p:cNvPr>
          <p:cNvSpPr txBox="1"/>
          <p:nvPr/>
        </p:nvSpPr>
        <p:spPr>
          <a:xfrm>
            <a:off x="5641277" y="508439"/>
            <a:ext cx="6094476" cy="1569660"/>
          </a:xfrm>
          <a:prstGeom prst="rect">
            <a:avLst/>
          </a:prstGeom>
          <a:noFill/>
        </p:spPr>
        <p:txBody>
          <a:bodyPr wrap="square">
            <a:spAutoFit/>
          </a:bodyPr>
          <a:lstStyle/>
          <a:p>
            <a:pPr marL="285750" indent="-285750">
              <a:buFont typeface="Arial" panose="020B0604020202020204" pitchFamily="34" charset="0"/>
              <a:buChar char="•"/>
            </a:pPr>
            <a:r>
              <a:rPr lang="en-US" sz="1600" dirty="0"/>
              <a:t>In a low VIX environment, selling options is not the best thing to do, esp. selling puts </a:t>
            </a:r>
            <a:r>
              <a:rPr lang="en-US" sz="1600" dirty="0">
                <a:sym typeface="Wingdings" panose="05000000000000000000" pitchFamily="2" charset="2"/>
              </a:rPr>
              <a:t> b/c when VIX goes up, the stocks will go down and puts will go up and so selling puts is not the best thing in low VIX environment</a:t>
            </a:r>
          </a:p>
          <a:p>
            <a:pPr marL="285750" indent="-285750">
              <a:buFont typeface="Arial" panose="020B0604020202020204" pitchFamily="34" charset="0"/>
              <a:buChar char="•"/>
            </a:pPr>
            <a:r>
              <a:rPr lang="en-US" sz="1600" dirty="0">
                <a:sym typeface="Wingdings" panose="05000000000000000000" pitchFamily="2" charset="2"/>
              </a:rPr>
              <a:t>In this environment, buying calls of stocks that you like, are technically oversold and are fundamentally undervalued</a:t>
            </a:r>
            <a:endParaRPr lang="en-US" sz="1600" dirty="0"/>
          </a:p>
        </p:txBody>
      </p:sp>
    </p:spTree>
    <p:extLst>
      <p:ext uri="{BB962C8B-B14F-4D97-AF65-F5344CB8AC3E}">
        <p14:creationId xmlns:p14="http://schemas.microsoft.com/office/powerpoint/2010/main" val="130097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E544B-D606-BF49-DABB-C4DEB07F1E8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558E609-EE70-A50D-A01E-4359E4E9A94C}"/>
              </a:ext>
            </a:extLst>
          </p:cNvPr>
          <p:cNvSpPr txBox="1"/>
          <p:nvPr/>
        </p:nvSpPr>
        <p:spPr>
          <a:xfrm>
            <a:off x="841971" y="157018"/>
            <a:ext cx="10317861" cy="523220"/>
          </a:xfrm>
          <a:prstGeom prst="rect">
            <a:avLst/>
          </a:prstGeom>
          <a:noFill/>
        </p:spPr>
        <p:txBody>
          <a:bodyPr wrap="square" rtlCol="0">
            <a:spAutoFit/>
          </a:bodyPr>
          <a:lstStyle/>
          <a:p>
            <a:pPr algn="ctr"/>
            <a:r>
              <a:rPr lang="en-US" sz="2800" b="1" u="sng" dirty="0">
                <a:latin typeface="Calibri" panose="020F0502020204030204" pitchFamily="34" charset="0"/>
                <a:ea typeface="Calibri" panose="020F0502020204030204" pitchFamily="34" charset="0"/>
                <a:cs typeface="Calibri" panose="020F0502020204030204" pitchFamily="34" charset="0"/>
              </a:rPr>
              <a:t>Very Important to remember as we go to advanced strategies</a:t>
            </a:r>
          </a:p>
        </p:txBody>
      </p:sp>
      <p:sp>
        <p:nvSpPr>
          <p:cNvPr id="2" name="TextBox 1">
            <a:extLst>
              <a:ext uri="{FF2B5EF4-FFF2-40B4-BE49-F238E27FC236}">
                <a16:creationId xmlns:a16="http://schemas.microsoft.com/office/drawing/2014/main" id="{AE39F501-B6D5-5701-DF79-7041214EB83E}"/>
              </a:ext>
            </a:extLst>
          </p:cNvPr>
          <p:cNvSpPr txBox="1"/>
          <p:nvPr/>
        </p:nvSpPr>
        <p:spPr>
          <a:xfrm>
            <a:off x="410597" y="778629"/>
            <a:ext cx="10552967" cy="1323439"/>
          </a:xfrm>
          <a:prstGeom prst="rect">
            <a:avLst/>
          </a:prstGeom>
          <a:solidFill>
            <a:schemeClr val="accent3">
              <a:lumMod val="20000"/>
              <a:lumOff val="80000"/>
            </a:schemeClr>
          </a:solidFill>
          <a:ln>
            <a:solidFill>
              <a:schemeClr val="bg2">
                <a:lumMod val="10000"/>
              </a:schemeClr>
            </a:solidFill>
          </a:ln>
        </p:spPr>
        <p:txBody>
          <a:bodyPr wrap="square" rtlCol="0">
            <a:spAutoFit/>
          </a:bodyPr>
          <a:lstStyle/>
          <a:p>
            <a:pPr marL="285750" indent="-285750">
              <a:buFont typeface="Arial" panose="020B0604020202020204" pitchFamily="34" charset="0"/>
              <a:buChar char="•"/>
            </a:pPr>
            <a:r>
              <a:rPr lang="en-US" sz="2000" b="1"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Long call  - Right to buy shares @strike</a:t>
            </a:r>
          </a:p>
          <a:p>
            <a:pPr marL="285750" indent="-285750">
              <a:buFont typeface="Arial" panose="020B0604020202020204" pitchFamily="34" charset="0"/>
              <a:buChar char="•"/>
            </a:pPr>
            <a:r>
              <a:rPr 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rPr>
              <a:t>Short Call - Obligation to sell shares @strike</a:t>
            </a:r>
          </a:p>
          <a:p>
            <a:pPr marL="285750" indent="-285750">
              <a:buFont typeface="Arial" panose="020B0604020202020204" pitchFamily="34" charset="0"/>
              <a:buChar char="•"/>
            </a:pPr>
            <a:r>
              <a:rPr lang="en-US" sz="2000" b="1"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Long Put - Right to sell shares @strike</a:t>
            </a:r>
          </a:p>
          <a:p>
            <a:pPr marL="285750" indent="-285750">
              <a:buFont typeface="Arial" panose="020B0604020202020204" pitchFamily="34" charset="0"/>
              <a:buChar char="•"/>
            </a:pPr>
            <a:r>
              <a:rPr lang="en-US" sz="2000" b="1" dirty="0">
                <a:solidFill>
                  <a:srgbClr val="C00000"/>
                </a:solidFill>
                <a:latin typeface="Calibri" panose="020F0502020204030204" pitchFamily="34" charset="0"/>
                <a:ea typeface="Calibri" panose="020F0502020204030204" pitchFamily="34" charset="0"/>
                <a:cs typeface="Calibri" panose="020F0502020204030204" pitchFamily="34" charset="0"/>
              </a:rPr>
              <a:t>Short Put - Obligation to buy shares @strike</a:t>
            </a:r>
            <a:endParaRPr lang="en-US"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D1A421C-4FB8-3241-CFF7-6E858E3ACEBC}"/>
              </a:ext>
            </a:extLst>
          </p:cNvPr>
          <p:cNvSpPr txBox="1"/>
          <p:nvPr/>
        </p:nvSpPr>
        <p:spPr>
          <a:xfrm>
            <a:off x="410597" y="2298805"/>
            <a:ext cx="10552967" cy="2215991"/>
          </a:xfrm>
          <a:prstGeom prst="rect">
            <a:avLst/>
          </a:prstGeom>
          <a:noFill/>
        </p:spPr>
        <p:txBody>
          <a:bodyPr wrap="square" rtlCol="0">
            <a:spAutoFit/>
          </a:bodyPr>
          <a:lstStyle/>
          <a:p>
            <a:pPr algn="ctr"/>
            <a:r>
              <a:rPr lang="en-US" sz="2400" b="1" u="sng" dirty="0">
                <a:latin typeface="Calibri" panose="020F0502020204030204" pitchFamily="34" charset="0"/>
                <a:ea typeface="Calibri" panose="020F0502020204030204" pitchFamily="34" charset="0"/>
                <a:cs typeface="Calibri" panose="020F0502020204030204" pitchFamily="34" charset="0"/>
              </a:rPr>
              <a:t>Good Teaching from TJ (Something to be aware)</a:t>
            </a:r>
          </a:p>
          <a:p>
            <a:pPr algn="ctr"/>
            <a:endParaRPr lang="en-US" sz="2400" b="1" u="sng"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Selling Calls (Short Calls) – It is a bearish posture. Your position profits when the stock goes down</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However, when you sell calls, the max you make is the premium received (calls expire worthless) BUT you miss on capturing the downside of the stock. So, yes, it is a bearish posture, but profits limited to premium received on short calls</a:t>
            </a:r>
          </a:p>
          <a:p>
            <a:pPr marL="1200150" lvl="2"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way to capture the downside of the movement is to buy puts</a:t>
            </a:r>
          </a:p>
        </p:txBody>
      </p:sp>
      <p:sp>
        <p:nvSpPr>
          <p:cNvPr id="4" name="TextBox 3">
            <a:extLst>
              <a:ext uri="{FF2B5EF4-FFF2-40B4-BE49-F238E27FC236}">
                <a16:creationId xmlns:a16="http://schemas.microsoft.com/office/drawing/2014/main" id="{930744CF-DBB0-E8E3-7DBE-F6C599EBBB48}"/>
              </a:ext>
            </a:extLst>
          </p:cNvPr>
          <p:cNvSpPr txBox="1"/>
          <p:nvPr/>
        </p:nvSpPr>
        <p:spPr>
          <a:xfrm>
            <a:off x="410598" y="4602043"/>
            <a:ext cx="10552966" cy="1969770"/>
          </a:xfrm>
          <a:prstGeom prst="rect">
            <a:avLst/>
          </a:prstGeom>
          <a:solidFill>
            <a:schemeClr val="accent3">
              <a:lumMod val="20000"/>
              <a:lumOff val="80000"/>
            </a:schemeClr>
          </a:solidFill>
          <a:ln>
            <a:solidFill>
              <a:schemeClr val="tx1"/>
            </a:solidFill>
          </a:ln>
        </p:spPr>
        <p:txBody>
          <a:bodyPr wrap="square" rtlCol="0">
            <a:spAutoFit/>
          </a:bodyPr>
          <a:lstStyle/>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Selling Puts (Short Puts) – It is a bullish posture. Your position profits when the stock goes up</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However, when you sell puts, the max you make is the premium received (puts expire worthless) BUT you miss on capturing the upside of the stock. So, yes, it is a bullish posture, but with </a:t>
            </a:r>
            <a:r>
              <a:rPr lang="en-US" b="1" u="sng" dirty="0">
                <a:latin typeface="Calibri" panose="020F0502020204030204" pitchFamily="34" charset="0"/>
                <a:ea typeface="Calibri" panose="020F0502020204030204" pitchFamily="34" charset="0"/>
                <a:cs typeface="Calibri" panose="020F0502020204030204" pitchFamily="34" charset="0"/>
              </a:rPr>
              <a:t>profits limited to premium received on short Puts</a:t>
            </a:r>
            <a:r>
              <a:rPr lang="en-US" dirty="0">
                <a:latin typeface="Calibri" panose="020F0502020204030204" pitchFamily="34" charset="0"/>
                <a:ea typeface="Calibri" panose="020F0502020204030204" pitchFamily="34" charset="0"/>
                <a:cs typeface="Calibri" panose="020F0502020204030204" pitchFamily="34" charset="0"/>
              </a:rPr>
              <a:t> </a:t>
            </a:r>
          </a:p>
          <a:p>
            <a:pPr marL="1200150" lvl="2"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way to capture the upside of that movement is either through buying stock or buying calls</a:t>
            </a:r>
          </a:p>
          <a:p>
            <a:pPr marL="1657350" lvl="3"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Not sure how that can be implemented, but again, something to keep in mind about limited profit potential of short calls on a bullish stock</a:t>
            </a:r>
          </a:p>
        </p:txBody>
      </p:sp>
    </p:spTree>
    <p:extLst>
      <p:ext uri="{BB962C8B-B14F-4D97-AF65-F5344CB8AC3E}">
        <p14:creationId xmlns:p14="http://schemas.microsoft.com/office/powerpoint/2010/main" val="2338862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DBD57-2DF3-70B0-1D9B-588A2EC2BA92}"/>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10E9A56-3B5E-AA6C-A66A-561F47534FC1}"/>
              </a:ext>
            </a:extLst>
          </p:cNvPr>
          <p:cNvGraphicFramePr>
            <a:graphicFrameLocks noGrp="1"/>
          </p:cNvGraphicFramePr>
          <p:nvPr>
            <p:extLst>
              <p:ext uri="{D42A27DB-BD31-4B8C-83A1-F6EECF244321}">
                <p14:modId xmlns:p14="http://schemas.microsoft.com/office/powerpoint/2010/main" val="1762560753"/>
              </p:ext>
            </p:extLst>
          </p:nvPr>
        </p:nvGraphicFramePr>
        <p:xfrm>
          <a:off x="1177765" y="4397023"/>
          <a:ext cx="4017819" cy="2213675"/>
        </p:xfrm>
        <a:graphic>
          <a:graphicData uri="http://schemas.openxmlformats.org/drawingml/2006/table">
            <a:tbl>
              <a:tblPr firstRow="1" bandRow="1">
                <a:tableStyleId>{5C22544A-7EE6-4342-B048-85BDC9FD1C3A}</a:tableStyleId>
              </a:tblPr>
              <a:tblGrid>
                <a:gridCol w="1006765">
                  <a:extLst>
                    <a:ext uri="{9D8B030D-6E8A-4147-A177-3AD203B41FA5}">
                      <a16:colId xmlns:a16="http://schemas.microsoft.com/office/drawing/2014/main" val="3018282651"/>
                    </a:ext>
                  </a:extLst>
                </a:gridCol>
                <a:gridCol w="692727">
                  <a:extLst>
                    <a:ext uri="{9D8B030D-6E8A-4147-A177-3AD203B41FA5}">
                      <a16:colId xmlns:a16="http://schemas.microsoft.com/office/drawing/2014/main" val="1132942413"/>
                    </a:ext>
                  </a:extLst>
                </a:gridCol>
                <a:gridCol w="794327">
                  <a:extLst>
                    <a:ext uri="{9D8B030D-6E8A-4147-A177-3AD203B41FA5}">
                      <a16:colId xmlns:a16="http://schemas.microsoft.com/office/drawing/2014/main" val="245626051"/>
                    </a:ext>
                  </a:extLst>
                </a:gridCol>
                <a:gridCol w="794327">
                  <a:extLst>
                    <a:ext uri="{9D8B030D-6E8A-4147-A177-3AD203B41FA5}">
                      <a16:colId xmlns:a16="http://schemas.microsoft.com/office/drawing/2014/main" val="3020323668"/>
                    </a:ext>
                  </a:extLst>
                </a:gridCol>
                <a:gridCol w="729673">
                  <a:extLst>
                    <a:ext uri="{9D8B030D-6E8A-4147-A177-3AD203B41FA5}">
                      <a16:colId xmlns:a16="http://schemas.microsoft.com/office/drawing/2014/main" val="2475776122"/>
                    </a:ext>
                  </a:extLst>
                </a:gridCol>
              </a:tblGrid>
              <a:tr h="369583">
                <a:tc>
                  <a:txBody>
                    <a:bodyPr/>
                    <a:lstStyle/>
                    <a:p>
                      <a:r>
                        <a:rPr lang="en-US" sz="1200" dirty="0"/>
                        <a:t>Strike</a:t>
                      </a:r>
                    </a:p>
                  </a:txBody>
                  <a:tcPr/>
                </a:tc>
                <a:tc>
                  <a:txBody>
                    <a:bodyPr/>
                    <a:lstStyle/>
                    <a:p>
                      <a:r>
                        <a:rPr lang="en-US" sz="1100" dirty="0"/>
                        <a:t>11/7/25</a:t>
                      </a:r>
                    </a:p>
                  </a:txBody>
                  <a:tcPr/>
                </a:tc>
                <a:tc>
                  <a:txBody>
                    <a:bodyPr/>
                    <a:lstStyle/>
                    <a:p>
                      <a:r>
                        <a:rPr lang="en-US" sz="1100" dirty="0"/>
                        <a:t>11/14/25</a:t>
                      </a:r>
                    </a:p>
                  </a:txBody>
                  <a:tcPr/>
                </a:tc>
                <a:tc>
                  <a:txBody>
                    <a:bodyPr/>
                    <a:lstStyle/>
                    <a:p>
                      <a:r>
                        <a:rPr lang="en-US" sz="1100" dirty="0"/>
                        <a:t>12/19/25</a:t>
                      </a:r>
                    </a:p>
                  </a:txBody>
                  <a:tcPr/>
                </a:tc>
                <a:tc>
                  <a:txBody>
                    <a:bodyPr/>
                    <a:lstStyle/>
                    <a:p>
                      <a:r>
                        <a:rPr lang="en-US" sz="1100" dirty="0"/>
                        <a:t>4/17/26</a:t>
                      </a:r>
                    </a:p>
                  </a:txBody>
                  <a:tcPr/>
                </a:tc>
                <a:extLst>
                  <a:ext uri="{0D108BD9-81ED-4DB2-BD59-A6C34878D82A}">
                    <a16:rowId xmlns:a16="http://schemas.microsoft.com/office/drawing/2014/main" val="3906578804"/>
                  </a:ext>
                </a:extLst>
              </a:tr>
              <a:tr h="369583">
                <a:tc>
                  <a:txBody>
                    <a:bodyPr/>
                    <a:lstStyle/>
                    <a:p>
                      <a:r>
                        <a:rPr lang="en-US" sz="1200" dirty="0"/>
                        <a:t>@x+2 (120)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887511806"/>
                  </a:ext>
                </a:extLst>
              </a:tr>
              <a:tr h="3695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@x+1 (110)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6581744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 (100)</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37453111"/>
                  </a:ext>
                </a:extLst>
              </a:tr>
              <a:tr h="3695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@x-1 (90)</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6670213"/>
                  </a:ext>
                </a:extLst>
              </a:tr>
              <a:tr h="3695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@x-2 (80)</a:t>
                      </a:r>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87944114"/>
                  </a:ext>
                </a:extLst>
              </a:tr>
            </a:tbl>
          </a:graphicData>
        </a:graphic>
      </p:graphicFrame>
      <p:sp>
        <p:nvSpPr>
          <p:cNvPr id="3" name="TextBox 2">
            <a:extLst>
              <a:ext uri="{FF2B5EF4-FFF2-40B4-BE49-F238E27FC236}">
                <a16:creationId xmlns:a16="http://schemas.microsoft.com/office/drawing/2014/main" id="{1C6B61C4-1E18-ADC3-8DC3-EF927FB9961F}"/>
              </a:ext>
            </a:extLst>
          </p:cNvPr>
          <p:cNvSpPr txBox="1"/>
          <p:nvPr/>
        </p:nvSpPr>
        <p:spPr>
          <a:xfrm>
            <a:off x="277506" y="5387042"/>
            <a:ext cx="735793" cy="646331"/>
          </a:xfrm>
          <a:prstGeom prst="rect">
            <a:avLst/>
          </a:prstGeom>
          <a:noFill/>
        </p:spPr>
        <p:txBody>
          <a:bodyPr wrap="square" rtlCol="0">
            <a:spAutoFit/>
          </a:bodyPr>
          <a:lstStyle/>
          <a:p>
            <a:r>
              <a:rPr lang="en-US" sz="1200" dirty="0"/>
              <a:t>Stock is around here</a:t>
            </a:r>
          </a:p>
        </p:txBody>
      </p:sp>
      <p:sp>
        <p:nvSpPr>
          <p:cNvPr id="12" name="Arrow: Right 11">
            <a:extLst>
              <a:ext uri="{FF2B5EF4-FFF2-40B4-BE49-F238E27FC236}">
                <a16:creationId xmlns:a16="http://schemas.microsoft.com/office/drawing/2014/main" id="{7D8DD952-5645-9FD7-DBEF-DFD38ED7124E}"/>
              </a:ext>
            </a:extLst>
          </p:cNvPr>
          <p:cNvSpPr/>
          <p:nvPr/>
        </p:nvSpPr>
        <p:spPr>
          <a:xfrm>
            <a:off x="2500979" y="5532427"/>
            <a:ext cx="2202872" cy="355563"/>
          </a:xfrm>
          <a:prstGeom prst="rightArrow">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2DFB2390-AF1E-0C7D-83D8-C3B641D14C2C}"/>
              </a:ext>
            </a:extLst>
          </p:cNvPr>
          <p:cNvSpPr/>
          <p:nvPr/>
        </p:nvSpPr>
        <p:spPr>
          <a:xfrm rot="5400000">
            <a:off x="2087229" y="5974092"/>
            <a:ext cx="813293" cy="285528"/>
          </a:xfrm>
          <a:prstGeom prst="rightArrow">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EED8022B-9B43-2274-CDBC-A812AC706ACE}"/>
              </a:ext>
            </a:extLst>
          </p:cNvPr>
          <p:cNvSpPr/>
          <p:nvPr/>
        </p:nvSpPr>
        <p:spPr>
          <a:xfrm rot="16200000">
            <a:off x="2087230" y="5160800"/>
            <a:ext cx="813290" cy="285528"/>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ubtitle 2">
            <a:extLst>
              <a:ext uri="{FF2B5EF4-FFF2-40B4-BE49-F238E27FC236}">
                <a16:creationId xmlns:a16="http://schemas.microsoft.com/office/drawing/2014/main" id="{1BD2C72E-F157-EB7C-DC3F-A7685A08D8C9}"/>
              </a:ext>
            </a:extLst>
          </p:cNvPr>
          <p:cNvSpPr>
            <a:spLocks noGrp="1"/>
          </p:cNvSpPr>
          <p:nvPr>
            <p:ph type="subTitle" idx="1"/>
          </p:nvPr>
        </p:nvSpPr>
        <p:spPr>
          <a:xfrm>
            <a:off x="569607" y="116370"/>
            <a:ext cx="10615874" cy="722379"/>
          </a:xfrm>
          <a:solidFill>
            <a:schemeClr val="accent5">
              <a:lumMod val="20000"/>
              <a:lumOff val="80000"/>
            </a:schemeClr>
          </a:solidFill>
          <a:ln w="12700">
            <a:solidFill>
              <a:schemeClr val="tx1"/>
            </a:solidFill>
          </a:ln>
        </p:spPr>
        <p:txBody>
          <a:bodyPr>
            <a:normAutofit lnSpcReduction="10000"/>
          </a:bodyPr>
          <a:lstStyle/>
          <a:p>
            <a:r>
              <a:rPr lang="en-US" b="1" dirty="0"/>
              <a:t>Understanding options premiums </a:t>
            </a:r>
            <a:br>
              <a:rPr lang="en-US" b="1" dirty="0"/>
            </a:br>
            <a:r>
              <a:rPr lang="en-US" b="1" dirty="0"/>
              <a:t>Important to know for rolling</a:t>
            </a:r>
          </a:p>
        </p:txBody>
      </p:sp>
      <p:sp>
        <p:nvSpPr>
          <p:cNvPr id="28" name="Subtitle 2">
            <a:extLst>
              <a:ext uri="{FF2B5EF4-FFF2-40B4-BE49-F238E27FC236}">
                <a16:creationId xmlns:a16="http://schemas.microsoft.com/office/drawing/2014/main" id="{3CA3EDEC-CE68-F100-480C-CD3AF9A8AAB0}"/>
              </a:ext>
            </a:extLst>
          </p:cNvPr>
          <p:cNvSpPr txBox="1">
            <a:spLocks/>
          </p:cNvSpPr>
          <p:nvPr/>
        </p:nvSpPr>
        <p:spPr>
          <a:xfrm>
            <a:off x="5169962" y="1648655"/>
            <a:ext cx="1363919" cy="1084421"/>
          </a:xfrm>
          <a:prstGeom prst="rect">
            <a:avLst/>
          </a:prstGeom>
          <a:solidFill>
            <a:schemeClr val="bg2">
              <a:lumMod val="90000"/>
            </a:schemeClr>
          </a:solidFill>
          <a:ln>
            <a:solidFill>
              <a:schemeClr val="tx1"/>
            </a:solidFill>
          </a:ln>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dirty="0"/>
              <a:t>Stock </a:t>
            </a:r>
          </a:p>
          <a:p>
            <a:r>
              <a:rPr lang="en-US" sz="1800" b="1" dirty="0"/>
              <a:t>around</a:t>
            </a:r>
            <a:r>
              <a:rPr lang="en-US" sz="2000" b="1" dirty="0"/>
              <a:t> </a:t>
            </a:r>
          </a:p>
          <a:p>
            <a:r>
              <a:rPr lang="en-US" sz="2000" b="1" dirty="0"/>
              <a:t>@100</a:t>
            </a:r>
          </a:p>
        </p:txBody>
      </p:sp>
      <p:sp>
        <p:nvSpPr>
          <p:cNvPr id="29" name="Subtitle 2">
            <a:extLst>
              <a:ext uri="{FF2B5EF4-FFF2-40B4-BE49-F238E27FC236}">
                <a16:creationId xmlns:a16="http://schemas.microsoft.com/office/drawing/2014/main" id="{D5DEE82C-ECCF-B62A-66D4-3307EDCB8D57}"/>
              </a:ext>
            </a:extLst>
          </p:cNvPr>
          <p:cNvSpPr txBox="1">
            <a:spLocks/>
          </p:cNvSpPr>
          <p:nvPr/>
        </p:nvSpPr>
        <p:spPr>
          <a:xfrm>
            <a:off x="569607" y="1476809"/>
            <a:ext cx="4625977" cy="2927732"/>
          </a:xfrm>
          <a:prstGeom prst="rect">
            <a:avLst/>
          </a:prstGeom>
          <a:solidFill>
            <a:schemeClr val="accent2">
              <a:lumMod val="20000"/>
              <a:lumOff val="80000"/>
            </a:schemeClr>
          </a:solidFill>
          <a:ln w="12700">
            <a:solidFill>
              <a:schemeClr val="tx1"/>
            </a:solidFill>
          </a:ln>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b="1" u="sng" dirty="0"/>
              <a:t>Call Premiums Values</a:t>
            </a:r>
          </a:p>
          <a:p>
            <a:pPr marL="285750" indent="-285750" algn="l">
              <a:buFont typeface="Arial" panose="020B0604020202020204" pitchFamily="34" charset="0"/>
              <a:buChar char="•"/>
            </a:pPr>
            <a:r>
              <a:rPr lang="en-US" sz="1700" b="1" dirty="0"/>
              <a:t>Calls are OTM for strikes @ &gt; 100</a:t>
            </a:r>
          </a:p>
          <a:p>
            <a:pPr marL="742950" lvl="1" indent="-285750" algn="l">
              <a:buFont typeface="Arial" panose="020B0604020202020204" pitchFamily="34" charset="0"/>
              <a:buChar char="•"/>
            </a:pPr>
            <a:r>
              <a:rPr lang="en-US" sz="1400" b="1" dirty="0"/>
              <a:t>So, as we move up the strike price column, the call premium decreases        The call moves more OTM </a:t>
            </a:r>
          </a:p>
          <a:p>
            <a:pPr marL="285750" indent="-285750" algn="l">
              <a:buFont typeface="Arial" panose="020B0604020202020204" pitchFamily="34" charset="0"/>
              <a:buChar char="•"/>
            </a:pPr>
            <a:r>
              <a:rPr lang="en-US" sz="1700" b="1" dirty="0"/>
              <a:t>Call are ITM for strikes @ &lt; 100</a:t>
            </a:r>
          </a:p>
          <a:p>
            <a:pPr marL="742950" lvl="1" indent="-285750" algn="l">
              <a:buFont typeface="Arial" panose="020B0604020202020204" pitchFamily="34" charset="0"/>
              <a:buChar char="•"/>
            </a:pPr>
            <a:r>
              <a:rPr lang="en-US" sz="1400" b="1" dirty="0"/>
              <a:t>So, as we move down the strike price column,  the call premium increases       The call moves deeper ITM</a:t>
            </a:r>
          </a:p>
          <a:p>
            <a:pPr marL="285750" indent="-285750" algn="l">
              <a:buFont typeface="Arial" panose="020B0604020202020204" pitchFamily="34" charset="0"/>
              <a:buChar char="•"/>
            </a:pPr>
            <a:r>
              <a:rPr lang="en-US" sz="1600" b="1" dirty="0"/>
              <a:t>The premiums increase as we go for longer expiry, as there is more time for the calls to be ITM</a:t>
            </a:r>
          </a:p>
        </p:txBody>
      </p:sp>
      <p:cxnSp>
        <p:nvCxnSpPr>
          <p:cNvPr id="32" name="Straight Arrow Connector 31">
            <a:extLst>
              <a:ext uri="{FF2B5EF4-FFF2-40B4-BE49-F238E27FC236}">
                <a16:creationId xmlns:a16="http://schemas.microsoft.com/office/drawing/2014/main" id="{EC2E02D9-FA3A-F4AC-2027-FF9C9B16F8CB}"/>
              </a:ext>
            </a:extLst>
          </p:cNvPr>
          <p:cNvCxnSpPr>
            <a:cxnSpLocks/>
          </p:cNvCxnSpPr>
          <p:nvPr/>
        </p:nvCxnSpPr>
        <p:spPr>
          <a:xfrm flipV="1">
            <a:off x="3793098" y="2342572"/>
            <a:ext cx="0" cy="304800"/>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3CFE967D-2779-6C17-9F98-068B3EF38D4E}"/>
              </a:ext>
            </a:extLst>
          </p:cNvPr>
          <p:cNvCxnSpPr>
            <a:cxnSpLocks/>
          </p:cNvCxnSpPr>
          <p:nvPr/>
        </p:nvCxnSpPr>
        <p:spPr>
          <a:xfrm>
            <a:off x="3702420" y="3273136"/>
            <a:ext cx="0" cy="311728"/>
          </a:xfrm>
          <a:prstGeom prst="straightConnector1">
            <a:avLst/>
          </a:prstGeom>
          <a:ln w="31750">
            <a:solidFill>
              <a:srgbClr val="00CC0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05E9B7A4-044B-8A7F-7152-5BED37C30E96}"/>
              </a:ext>
            </a:extLst>
          </p:cNvPr>
          <p:cNvCxnSpPr>
            <a:cxnSpLocks/>
          </p:cNvCxnSpPr>
          <p:nvPr/>
        </p:nvCxnSpPr>
        <p:spPr>
          <a:xfrm>
            <a:off x="1668006" y="4158672"/>
            <a:ext cx="413223" cy="0"/>
          </a:xfrm>
          <a:prstGeom prst="straightConnector1">
            <a:avLst/>
          </a:prstGeom>
          <a:ln w="31750">
            <a:solidFill>
              <a:srgbClr val="00CC00"/>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39" name="Table 38">
            <a:extLst>
              <a:ext uri="{FF2B5EF4-FFF2-40B4-BE49-F238E27FC236}">
                <a16:creationId xmlns:a16="http://schemas.microsoft.com/office/drawing/2014/main" id="{EE36A0DC-2549-1209-5DC4-380DC234C618}"/>
              </a:ext>
            </a:extLst>
          </p:cNvPr>
          <p:cNvGraphicFramePr>
            <a:graphicFrameLocks noGrp="1"/>
          </p:cNvGraphicFramePr>
          <p:nvPr>
            <p:extLst>
              <p:ext uri="{D42A27DB-BD31-4B8C-83A1-F6EECF244321}">
                <p14:modId xmlns:p14="http://schemas.microsoft.com/office/powerpoint/2010/main" val="710729950"/>
              </p:ext>
            </p:extLst>
          </p:nvPr>
        </p:nvGraphicFramePr>
        <p:xfrm>
          <a:off x="7167663" y="4397023"/>
          <a:ext cx="4017819" cy="2213675"/>
        </p:xfrm>
        <a:graphic>
          <a:graphicData uri="http://schemas.openxmlformats.org/drawingml/2006/table">
            <a:tbl>
              <a:tblPr firstRow="1" bandRow="1">
                <a:tableStyleId>{5C22544A-7EE6-4342-B048-85BDC9FD1C3A}</a:tableStyleId>
              </a:tblPr>
              <a:tblGrid>
                <a:gridCol w="1006765">
                  <a:extLst>
                    <a:ext uri="{9D8B030D-6E8A-4147-A177-3AD203B41FA5}">
                      <a16:colId xmlns:a16="http://schemas.microsoft.com/office/drawing/2014/main" val="3018282651"/>
                    </a:ext>
                  </a:extLst>
                </a:gridCol>
                <a:gridCol w="692727">
                  <a:extLst>
                    <a:ext uri="{9D8B030D-6E8A-4147-A177-3AD203B41FA5}">
                      <a16:colId xmlns:a16="http://schemas.microsoft.com/office/drawing/2014/main" val="1132942413"/>
                    </a:ext>
                  </a:extLst>
                </a:gridCol>
                <a:gridCol w="794327">
                  <a:extLst>
                    <a:ext uri="{9D8B030D-6E8A-4147-A177-3AD203B41FA5}">
                      <a16:colId xmlns:a16="http://schemas.microsoft.com/office/drawing/2014/main" val="245626051"/>
                    </a:ext>
                  </a:extLst>
                </a:gridCol>
                <a:gridCol w="794327">
                  <a:extLst>
                    <a:ext uri="{9D8B030D-6E8A-4147-A177-3AD203B41FA5}">
                      <a16:colId xmlns:a16="http://schemas.microsoft.com/office/drawing/2014/main" val="3020323668"/>
                    </a:ext>
                  </a:extLst>
                </a:gridCol>
                <a:gridCol w="729673">
                  <a:extLst>
                    <a:ext uri="{9D8B030D-6E8A-4147-A177-3AD203B41FA5}">
                      <a16:colId xmlns:a16="http://schemas.microsoft.com/office/drawing/2014/main" val="2475776122"/>
                    </a:ext>
                  </a:extLst>
                </a:gridCol>
              </a:tblGrid>
              <a:tr h="369583">
                <a:tc>
                  <a:txBody>
                    <a:bodyPr/>
                    <a:lstStyle/>
                    <a:p>
                      <a:r>
                        <a:rPr lang="en-US" sz="1200" dirty="0"/>
                        <a:t>Strike</a:t>
                      </a:r>
                    </a:p>
                  </a:txBody>
                  <a:tcPr/>
                </a:tc>
                <a:tc>
                  <a:txBody>
                    <a:bodyPr/>
                    <a:lstStyle/>
                    <a:p>
                      <a:r>
                        <a:rPr lang="en-US" sz="1100" dirty="0"/>
                        <a:t>11/7/25</a:t>
                      </a:r>
                    </a:p>
                  </a:txBody>
                  <a:tcPr/>
                </a:tc>
                <a:tc>
                  <a:txBody>
                    <a:bodyPr/>
                    <a:lstStyle/>
                    <a:p>
                      <a:r>
                        <a:rPr lang="en-US" sz="1100" dirty="0"/>
                        <a:t>11/14/25</a:t>
                      </a:r>
                    </a:p>
                  </a:txBody>
                  <a:tcPr/>
                </a:tc>
                <a:tc>
                  <a:txBody>
                    <a:bodyPr/>
                    <a:lstStyle/>
                    <a:p>
                      <a:r>
                        <a:rPr lang="en-US" sz="1100" dirty="0"/>
                        <a:t>12/19/25</a:t>
                      </a:r>
                    </a:p>
                  </a:txBody>
                  <a:tcPr/>
                </a:tc>
                <a:tc>
                  <a:txBody>
                    <a:bodyPr/>
                    <a:lstStyle/>
                    <a:p>
                      <a:r>
                        <a:rPr lang="en-US" sz="1100" dirty="0"/>
                        <a:t>4/17/26</a:t>
                      </a:r>
                    </a:p>
                  </a:txBody>
                  <a:tcPr/>
                </a:tc>
                <a:extLst>
                  <a:ext uri="{0D108BD9-81ED-4DB2-BD59-A6C34878D82A}">
                    <a16:rowId xmlns:a16="http://schemas.microsoft.com/office/drawing/2014/main" val="3906578804"/>
                  </a:ext>
                </a:extLst>
              </a:tr>
              <a:tr h="369583">
                <a:tc>
                  <a:txBody>
                    <a:bodyPr/>
                    <a:lstStyle/>
                    <a:p>
                      <a:r>
                        <a:rPr lang="en-US" sz="1200" dirty="0"/>
                        <a:t>@x+2 (120)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887511806"/>
                  </a:ext>
                </a:extLst>
              </a:tr>
              <a:tr h="3695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@x+1 (110)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6581744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 (100)</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37453111"/>
                  </a:ext>
                </a:extLst>
              </a:tr>
              <a:tr h="3695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@x-1 (90)</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6670213"/>
                  </a:ext>
                </a:extLst>
              </a:tr>
              <a:tr h="3695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@x-2 (80)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687944114"/>
                  </a:ext>
                </a:extLst>
              </a:tr>
            </a:tbl>
          </a:graphicData>
        </a:graphic>
      </p:graphicFrame>
      <p:sp>
        <p:nvSpPr>
          <p:cNvPr id="40" name="TextBox 39">
            <a:extLst>
              <a:ext uri="{FF2B5EF4-FFF2-40B4-BE49-F238E27FC236}">
                <a16:creationId xmlns:a16="http://schemas.microsoft.com/office/drawing/2014/main" id="{4588DBE7-915B-C1C5-EF02-2041517D7B8E}"/>
              </a:ext>
            </a:extLst>
          </p:cNvPr>
          <p:cNvSpPr txBox="1"/>
          <p:nvPr/>
        </p:nvSpPr>
        <p:spPr>
          <a:xfrm>
            <a:off x="6195844" y="5423623"/>
            <a:ext cx="817052" cy="646331"/>
          </a:xfrm>
          <a:prstGeom prst="rect">
            <a:avLst/>
          </a:prstGeom>
          <a:noFill/>
        </p:spPr>
        <p:txBody>
          <a:bodyPr wrap="square" rtlCol="0">
            <a:spAutoFit/>
          </a:bodyPr>
          <a:lstStyle/>
          <a:p>
            <a:r>
              <a:rPr lang="en-US" sz="1200" dirty="0"/>
              <a:t>Stock is around here</a:t>
            </a:r>
          </a:p>
        </p:txBody>
      </p:sp>
      <p:sp>
        <p:nvSpPr>
          <p:cNvPr id="42" name="Arrow: Right 41">
            <a:extLst>
              <a:ext uri="{FF2B5EF4-FFF2-40B4-BE49-F238E27FC236}">
                <a16:creationId xmlns:a16="http://schemas.microsoft.com/office/drawing/2014/main" id="{5950D397-9A1B-8800-568C-12F3EEFDA864}"/>
              </a:ext>
            </a:extLst>
          </p:cNvPr>
          <p:cNvSpPr/>
          <p:nvPr/>
        </p:nvSpPr>
        <p:spPr>
          <a:xfrm>
            <a:off x="8490877" y="5532427"/>
            <a:ext cx="2202872" cy="355563"/>
          </a:xfrm>
          <a:prstGeom prst="rightArrow">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Right 42">
            <a:extLst>
              <a:ext uri="{FF2B5EF4-FFF2-40B4-BE49-F238E27FC236}">
                <a16:creationId xmlns:a16="http://schemas.microsoft.com/office/drawing/2014/main" id="{147E0FEC-51A9-F469-F3DC-2301CED8DEDB}"/>
              </a:ext>
            </a:extLst>
          </p:cNvPr>
          <p:cNvSpPr/>
          <p:nvPr/>
        </p:nvSpPr>
        <p:spPr>
          <a:xfrm rot="16200000">
            <a:off x="8030366" y="5160801"/>
            <a:ext cx="813293" cy="285528"/>
          </a:xfrm>
          <a:prstGeom prst="rightArrow">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Right 43">
            <a:extLst>
              <a:ext uri="{FF2B5EF4-FFF2-40B4-BE49-F238E27FC236}">
                <a16:creationId xmlns:a16="http://schemas.microsoft.com/office/drawing/2014/main" id="{10F3B8D5-CB5D-87A6-5B21-40A2A7A47373}"/>
              </a:ext>
            </a:extLst>
          </p:cNvPr>
          <p:cNvSpPr/>
          <p:nvPr/>
        </p:nvSpPr>
        <p:spPr>
          <a:xfrm rot="5400000">
            <a:off x="8030368" y="5974092"/>
            <a:ext cx="813290" cy="285528"/>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Subtitle 2">
            <a:extLst>
              <a:ext uri="{FF2B5EF4-FFF2-40B4-BE49-F238E27FC236}">
                <a16:creationId xmlns:a16="http://schemas.microsoft.com/office/drawing/2014/main" id="{84063901-315A-10BE-1654-48BBC1433717}"/>
              </a:ext>
            </a:extLst>
          </p:cNvPr>
          <p:cNvSpPr txBox="1">
            <a:spLocks/>
          </p:cNvSpPr>
          <p:nvPr/>
        </p:nvSpPr>
        <p:spPr>
          <a:xfrm>
            <a:off x="6559505" y="1469097"/>
            <a:ext cx="4625977" cy="2927732"/>
          </a:xfrm>
          <a:prstGeom prst="rect">
            <a:avLst/>
          </a:prstGeom>
          <a:solidFill>
            <a:schemeClr val="accent2">
              <a:lumMod val="20000"/>
              <a:lumOff val="80000"/>
            </a:schemeClr>
          </a:solidFill>
          <a:ln w="12700">
            <a:solidFill>
              <a:schemeClr val="tx1"/>
            </a:solidFill>
          </a:ln>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b="1" u="sng" dirty="0"/>
              <a:t>Put Premiums Values</a:t>
            </a:r>
          </a:p>
          <a:p>
            <a:pPr marL="285750" indent="-285750" algn="l">
              <a:buFont typeface="Arial" panose="020B0604020202020204" pitchFamily="34" charset="0"/>
              <a:buChar char="•"/>
            </a:pPr>
            <a:r>
              <a:rPr lang="en-US" sz="1700" b="1" dirty="0"/>
              <a:t>Puts are ITM for strikes @ &gt; 100</a:t>
            </a:r>
          </a:p>
          <a:p>
            <a:pPr marL="742950" lvl="1" indent="-285750" algn="l">
              <a:buFont typeface="Arial" panose="020B0604020202020204" pitchFamily="34" charset="0"/>
              <a:buChar char="•"/>
            </a:pPr>
            <a:r>
              <a:rPr lang="en-US" sz="1400" b="1" dirty="0"/>
              <a:t>So, as we move up the strike price column, the put premium increases       The put moves deeper ITM </a:t>
            </a:r>
          </a:p>
          <a:p>
            <a:pPr marL="285750" indent="-285750" algn="l">
              <a:buFont typeface="Arial" panose="020B0604020202020204" pitchFamily="34" charset="0"/>
              <a:buChar char="•"/>
            </a:pPr>
            <a:r>
              <a:rPr lang="en-US" sz="1700" b="1" dirty="0"/>
              <a:t>Puts are OTM for strikes @ &lt; 100</a:t>
            </a:r>
          </a:p>
          <a:p>
            <a:pPr marL="742950" lvl="1" indent="-285750" algn="l">
              <a:buFont typeface="Arial" panose="020B0604020202020204" pitchFamily="34" charset="0"/>
              <a:buChar char="•"/>
            </a:pPr>
            <a:r>
              <a:rPr lang="en-US" sz="1400" b="1" dirty="0"/>
              <a:t>So, as we move down the strike price column, the put premium decreases       The put moves more OTM</a:t>
            </a:r>
          </a:p>
          <a:p>
            <a:pPr marL="285750" indent="-285750" algn="l">
              <a:buFont typeface="Arial" panose="020B0604020202020204" pitchFamily="34" charset="0"/>
              <a:buChar char="•"/>
            </a:pPr>
            <a:r>
              <a:rPr lang="en-US" sz="1600" b="1" dirty="0"/>
              <a:t>The premiums increase as we go for longer expiry, as there is more time for the puts to be ITM</a:t>
            </a:r>
          </a:p>
        </p:txBody>
      </p:sp>
      <p:cxnSp>
        <p:nvCxnSpPr>
          <p:cNvPr id="46" name="Straight Arrow Connector 45">
            <a:extLst>
              <a:ext uri="{FF2B5EF4-FFF2-40B4-BE49-F238E27FC236}">
                <a16:creationId xmlns:a16="http://schemas.microsoft.com/office/drawing/2014/main" id="{947F484B-0197-D005-B947-84D60FC00A33}"/>
              </a:ext>
            </a:extLst>
          </p:cNvPr>
          <p:cNvCxnSpPr>
            <a:cxnSpLocks/>
          </p:cNvCxnSpPr>
          <p:nvPr/>
        </p:nvCxnSpPr>
        <p:spPr>
          <a:xfrm>
            <a:off x="9721390" y="3244272"/>
            <a:ext cx="0" cy="369456"/>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853F414D-FCD6-BFCE-0B1D-6245ABCF7E34}"/>
              </a:ext>
            </a:extLst>
          </p:cNvPr>
          <p:cNvCxnSpPr>
            <a:cxnSpLocks/>
          </p:cNvCxnSpPr>
          <p:nvPr/>
        </p:nvCxnSpPr>
        <p:spPr>
          <a:xfrm flipV="1">
            <a:off x="9717834" y="2290618"/>
            <a:ext cx="0" cy="408708"/>
          </a:xfrm>
          <a:prstGeom prst="straightConnector1">
            <a:avLst/>
          </a:prstGeom>
          <a:ln w="31750">
            <a:solidFill>
              <a:srgbClr val="00CC00"/>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FBBADD72-3719-BBB0-3966-B2228BA254C3}"/>
              </a:ext>
            </a:extLst>
          </p:cNvPr>
          <p:cNvCxnSpPr>
            <a:cxnSpLocks/>
          </p:cNvCxnSpPr>
          <p:nvPr/>
        </p:nvCxnSpPr>
        <p:spPr>
          <a:xfrm>
            <a:off x="7657905" y="4158672"/>
            <a:ext cx="413223" cy="0"/>
          </a:xfrm>
          <a:prstGeom prst="straightConnector1">
            <a:avLst/>
          </a:prstGeom>
          <a:ln w="31750">
            <a:solidFill>
              <a:srgbClr val="00CC00"/>
            </a:solidFill>
            <a:tailEnd type="triangle"/>
          </a:ln>
        </p:spPr>
        <p:style>
          <a:lnRef idx="2">
            <a:schemeClr val="accent1"/>
          </a:lnRef>
          <a:fillRef idx="0">
            <a:schemeClr val="accent1"/>
          </a:fillRef>
          <a:effectRef idx="1">
            <a:schemeClr val="accent1"/>
          </a:effectRef>
          <a:fontRef idx="minor">
            <a:schemeClr val="tx1"/>
          </a:fontRef>
        </p:style>
      </p:cxnSp>
      <p:sp>
        <p:nvSpPr>
          <p:cNvPr id="50" name="Subtitle 2">
            <a:extLst>
              <a:ext uri="{FF2B5EF4-FFF2-40B4-BE49-F238E27FC236}">
                <a16:creationId xmlns:a16="http://schemas.microsoft.com/office/drawing/2014/main" id="{F8540F9C-2676-4F50-F560-93DA9FF4BCBA}"/>
              </a:ext>
            </a:extLst>
          </p:cNvPr>
          <p:cNvSpPr txBox="1">
            <a:spLocks/>
          </p:cNvSpPr>
          <p:nvPr/>
        </p:nvSpPr>
        <p:spPr>
          <a:xfrm>
            <a:off x="569607" y="918234"/>
            <a:ext cx="4625977" cy="550863"/>
          </a:xfrm>
          <a:prstGeom prst="rect">
            <a:avLst/>
          </a:prstGeom>
          <a:solidFill>
            <a:schemeClr val="tx2">
              <a:lumMod val="10000"/>
              <a:lumOff val="90000"/>
            </a:schemeClr>
          </a:solidFill>
          <a:ln w="12700">
            <a:solidFill>
              <a:schemeClr val="tx1"/>
            </a:solidFill>
          </a:ln>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b="1" dirty="0"/>
              <a:t>Call is OTM if strike is higher than stock price</a:t>
            </a:r>
          </a:p>
          <a:p>
            <a:pPr marL="342900" indent="-342900" algn="l">
              <a:buFont typeface="Arial" panose="020B0604020202020204" pitchFamily="34" charset="0"/>
              <a:buChar char="•"/>
            </a:pPr>
            <a:r>
              <a:rPr lang="en-US" b="1" dirty="0"/>
              <a:t>Call is ITM if stock price </a:t>
            </a:r>
            <a:r>
              <a:rPr lang="en-US" b="1"/>
              <a:t>is higher </a:t>
            </a:r>
            <a:r>
              <a:rPr lang="en-US" b="1" dirty="0"/>
              <a:t>than the strike</a:t>
            </a:r>
          </a:p>
        </p:txBody>
      </p:sp>
      <p:sp>
        <p:nvSpPr>
          <p:cNvPr id="51" name="Subtitle 2">
            <a:extLst>
              <a:ext uri="{FF2B5EF4-FFF2-40B4-BE49-F238E27FC236}">
                <a16:creationId xmlns:a16="http://schemas.microsoft.com/office/drawing/2014/main" id="{F1C5E872-1033-26A7-70F3-9E8B2906F61B}"/>
              </a:ext>
            </a:extLst>
          </p:cNvPr>
          <p:cNvSpPr txBox="1">
            <a:spLocks/>
          </p:cNvSpPr>
          <p:nvPr/>
        </p:nvSpPr>
        <p:spPr>
          <a:xfrm>
            <a:off x="6559504" y="925946"/>
            <a:ext cx="4625977" cy="550863"/>
          </a:xfrm>
          <a:prstGeom prst="rect">
            <a:avLst/>
          </a:prstGeom>
          <a:solidFill>
            <a:schemeClr val="tx2">
              <a:lumMod val="10000"/>
              <a:lumOff val="90000"/>
            </a:schemeClr>
          </a:solidFill>
          <a:ln w="12700">
            <a:solidFill>
              <a:schemeClr val="tx1"/>
            </a:solidFill>
          </a:ln>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b="1" dirty="0"/>
              <a:t>Put is OTM if stock price is higher than the strike price</a:t>
            </a:r>
          </a:p>
          <a:p>
            <a:pPr marL="342900" indent="-342900" algn="l">
              <a:buFont typeface="Arial" panose="020B0604020202020204" pitchFamily="34" charset="0"/>
              <a:buChar char="•"/>
            </a:pPr>
            <a:r>
              <a:rPr lang="en-US" b="1" dirty="0"/>
              <a:t>Put is ITM if stock price is lower than strike price</a:t>
            </a:r>
          </a:p>
        </p:txBody>
      </p:sp>
      <p:sp>
        <p:nvSpPr>
          <p:cNvPr id="4" name="Subtitle 2">
            <a:extLst>
              <a:ext uri="{FF2B5EF4-FFF2-40B4-BE49-F238E27FC236}">
                <a16:creationId xmlns:a16="http://schemas.microsoft.com/office/drawing/2014/main" id="{68C172B9-15AA-4828-493E-18E48A73D979}"/>
              </a:ext>
            </a:extLst>
          </p:cNvPr>
          <p:cNvSpPr txBox="1">
            <a:spLocks/>
          </p:cNvSpPr>
          <p:nvPr/>
        </p:nvSpPr>
        <p:spPr>
          <a:xfrm>
            <a:off x="2673432" y="5844034"/>
            <a:ext cx="503877" cy="355564"/>
          </a:xfrm>
          <a:prstGeom prst="rect">
            <a:avLst/>
          </a:prstGeom>
          <a:solidFill>
            <a:schemeClr val="accent3">
              <a:lumMod val="20000"/>
              <a:lumOff val="80000"/>
            </a:schemeClr>
          </a:solidFill>
          <a:ln>
            <a:solidFill>
              <a:schemeClr val="tx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b="1" dirty="0"/>
              <a:t>ITM</a:t>
            </a:r>
          </a:p>
        </p:txBody>
      </p:sp>
      <p:sp>
        <p:nvSpPr>
          <p:cNvPr id="5" name="Subtitle 2">
            <a:extLst>
              <a:ext uri="{FF2B5EF4-FFF2-40B4-BE49-F238E27FC236}">
                <a16:creationId xmlns:a16="http://schemas.microsoft.com/office/drawing/2014/main" id="{570032DD-4537-872E-258D-9CD4172B444A}"/>
              </a:ext>
            </a:extLst>
          </p:cNvPr>
          <p:cNvSpPr txBox="1">
            <a:spLocks/>
          </p:cNvSpPr>
          <p:nvPr/>
        </p:nvSpPr>
        <p:spPr>
          <a:xfrm>
            <a:off x="8620553" y="5125782"/>
            <a:ext cx="503877" cy="355564"/>
          </a:xfrm>
          <a:prstGeom prst="rect">
            <a:avLst/>
          </a:prstGeom>
          <a:solidFill>
            <a:schemeClr val="accent3">
              <a:lumMod val="20000"/>
              <a:lumOff val="80000"/>
            </a:schemeClr>
          </a:solidFill>
          <a:ln>
            <a:solidFill>
              <a:schemeClr val="tx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b="1" dirty="0"/>
              <a:t>ITM</a:t>
            </a:r>
          </a:p>
        </p:txBody>
      </p:sp>
      <p:sp>
        <p:nvSpPr>
          <p:cNvPr id="7" name="Subtitle 2">
            <a:extLst>
              <a:ext uri="{FF2B5EF4-FFF2-40B4-BE49-F238E27FC236}">
                <a16:creationId xmlns:a16="http://schemas.microsoft.com/office/drawing/2014/main" id="{BCDD636B-3F3B-C768-DC5F-7982735D5EF7}"/>
              </a:ext>
            </a:extLst>
          </p:cNvPr>
          <p:cNvSpPr txBox="1">
            <a:spLocks/>
          </p:cNvSpPr>
          <p:nvPr/>
        </p:nvSpPr>
        <p:spPr>
          <a:xfrm>
            <a:off x="8620553" y="5892172"/>
            <a:ext cx="503877" cy="355564"/>
          </a:xfrm>
          <a:prstGeom prst="rect">
            <a:avLst/>
          </a:prstGeom>
          <a:solidFill>
            <a:schemeClr val="accent5">
              <a:lumMod val="20000"/>
              <a:lumOff val="80000"/>
            </a:schemeClr>
          </a:solidFill>
          <a:ln>
            <a:solidFill>
              <a:schemeClr val="tx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b="1" dirty="0"/>
              <a:t>OTM</a:t>
            </a:r>
          </a:p>
        </p:txBody>
      </p:sp>
      <p:sp>
        <p:nvSpPr>
          <p:cNvPr id="8" name="Subtitle 2">
            <a:extLst>
              <a:ext uri="{FF2B5EF4-FFF2-40B4-BE49-F238E27FC236}">
                <a16:creationId xmlns:a16="http://schemas.microsoft.com/office/drawing/2014/main" id="{690907FB-7D6F-8F55-0B3F-21B94B9B079F}"/>
              </a:ext>
            </a:extLst>
          </p:cNvPr>
          <p:cNvSpPr txBox="1">
            <a:spLocks/>
          </p:cNvSpPr>
          <p:nvPr/>
        </p:nvSpPr>
        <p:spPr>
          <a:xfrm>
            <a:off x="2673431" y="5195939"/>
            <a:ext cx="503877" cy="355564"/>
          </a:xfrm>
          <a:prstGeom prst="rect">
            <a:avLst/>
          </a:prstGeom>
          <a:solidFill>
            <a:schemeClr val="accent5">
              <a:lumMod val="20000"/>
              <a:lumOff val="80000"/>
            </a:schemeClr>
          </a:solidFill>
          <a:ln>
            <a:solidFill>
              <a:schemeClr val="tx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b="1" dirty="0"/>
              <a:t>OTM</a:t>
            </a:r>
          </a:p>
        </p:txBody>
      </p:sp>
      <p:cxnSp>
        <p:nvCxnSpPr>
          <p:cNvPr id="6" name="Straight Arrow Connector 5">
            <a:extLst>
              <a:ext uri="{FF2B5EF4-FFF2-40B4-BE49-F238E27FC236}">
                <a16:creationId xmlns:a16="http://schemas.microsoft.com/office/drawing/2014/main" id="{B7890C06-BCF8-8FB3-2DE5-667A45F106A9}"/>
              </a:ext>
            </a:extLst>
          </p:cNvPr>
          <p:cNvCxnSpPr>
            <a:cxnSpLocks/>
          </p:cNvCxnSpPr>
          <p:nvPr/>
        </p:nvCxnSpPr>
        <p:spPr>
          <a:xfrm>
            <a:off x="1054075" y="5678448"/>
            <a:ext cx="3657040" cy="192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D5D91AA-B4BF-872B-E919-401429558DFD}"/>
              </a:ext>
            </a:extLst>
          </p:cNvPr>
          <p:cNvCxnSpPr>
            <a:cxnSpLocks/>
          </p:cNvCxnSpPr>
          <p:nvPr/>
        </p:nvCxnSpPr>
        <p:spPr>
          <a:xfrm>
            <a:off x="7036709" y="5688067"/>
            <a:ext cx="3657040" cy="192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5278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674DB-DA09-772F-CD1C-345948ABF4A2}"/>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90ED7C2-E3E2-A738-C340-C563F7A73900}"/>
              </a:ext>
            </a:extLst>
          </p:cNvPr>
          <p:cNvGraphicFramePr>
            <a:graphicFrameLocks noGrp="1"/>
          </p:cNvGraphicFramePr>
          <p:nvPr>
            <p:extLst>
              <p:ext uri="{D42A27DB-BD31-4B8C-83A1-F6EECF244321}">
                <p14:modId xmlns:p14="http://schemas.microsoft.com/office/powerpoint/2010/main" val="3500036492"/>
              </p:ext>
            </p:extLst>
          </p:nvPr>
        </p:nvGraphicFramePr>
        <p:xfrm>
          <a:off x="1260073" y="1828944"/>
          <a:ext cx="4018151" cy="2103120"/>
        </p:xfrm>
        <a:graphic>
          <a:graphicData uri="http://schemas.openxmlformats.org/drawingml/2006/table">
            <a:tbl>
              <a:tblPr firstRow="1" bandRow="1">
                <a:tableStyleId>{5C22544A-7EE6-4342-B048-85BDC9FD1C3A}</a:tableStyleId>
              </a:tblPr>
              <a:tblGrid>
                <a:gridCol w="1006848">
                  <a:extLst>
                    <a:ext uri="{9D8B030D-6E8A-4147-A177-3AD203B41FA5}">
                      <a16:colId xmlns:a16="http://schemas.microsoft.com/office/drawing/2014/main" val="3018282651"/>
                    </a:ext>
                  </a:extLst>
                </a:gridCol>
                <a:gridCol w="692784">
                  <a:extLst>
                    <a:ext uri="{9D8B030D-6E8A-4147-A177-3AD203B41FA5}">
                      <a16:colId xmlns:a16="http://schemas.microsoft.com/office/drawing/2014/main" val="1132942413"/>
                    </a:ext>
                  </a:extLst>
                </a:gridCol>
                <a:gridCol w="794393">
                  <a:extLst>
                    <a:ext uri="{9D8B030D-6E8A-4147-A177-3AD203B41FA5}">
                      <a16:colId xmlns:a16="http://schemas.microsoft.com/office/drawing/2014/main" val="245626051"/>
                    </a:ext>
                  </a:extLst>
                </a:gridCol>
                <a:gridCol w="794393">
                  <a:extLst>
                    <a:ext uri="{9D8B030D-6E8A-4147-A177-3AD203B41FA5}">
                      <a16:colId xmlns:a16="http://schemas.microsoft.com/office/drawing/2014/main" val="3020323668"/>
                    </a:ext>
                  </a:extLst>
                </a:gridCol>
                <a:gridCol w="729733">
                  <a:extLst>
                    <a:ext uri="{9D8B030D-6E8A-4147-A177-3AD203B41FA5}">
                      <a16:colId xmlns:a16="http://schemas.microsoft.com/office/drawing/2014/main" val="2475776122"/>
                    </a:ext>
                  </a:extLst>
                </a:gridCol>
              </a:tblGrid>
              <a:tr h="251711">
                <a:tc>
                  <a:txBody>
                    <a:bodyPr/>
                    <a:lstStyle/>
                    <a:p>
                      <a:r>
                        <a:rPr lang="en-US" sz="1200" dirty="0"/>
                        <a:t>Strike</a:t>
                      </a:r>
                    </a:p>
                  </a:txBody>
                  <a:tcPr/>
                </a:tc>
                <a:tc>
                  <a:txBody>
                    <a:bodyPr/>
                    <a:lstStyle/>
                    <a:p>
                      <a:r>
                        <a:rPr lang="en-US" sz="1100" dirty="0"/>
                        <a:t>11/7/25</a:t>
                      </a:r>
                    </a:p>
                  </a:txBody>
                  <a:tcPr/>
                </a:tc>
                <a:tc>
                  <a:txBody>
                    <a:bodyPr/>
                    <a:lstStyle/>
                    <a:p>
                      <a:r>
                        <a:rPr lang="en-US" sz="1100" dirty="0"/>
                        <a:t>11/14/25</a:t>
                      </a:r>
                    </a:p>
                  </a:txBody>
                  <a:tcPr/>
                </a:tc>
                <a:tc>
                  <a:txBody>
                    <a:bodyPr/>
                    <a:lstStyle/>
                    <a:p>
                      <a:r>
                        <a:rPr lang="en-US" sz="1100" dirty="0"/>
                        <a:t>12/19/25</a:t>
                      </a:r>
                    </a:p>
                  </a:txBody>
                  <a:tcPr/>
                </a:tc>
                <a:tc>
                  <a:txBody>
                    <a:bodyPr/>
                    <a:lstStyle/>
                    <a:p>
                      <a:r>
                        <a:rPr lang="en-US" sz="1100" dirty="0"/>
                        <a:t>4/17/26</a:t>
                      </a:r>
                    </a:p>
                  </a:txBody>
                  <a:tcPr/>
                </a:tc>
                <a:extLst>
                  <a:ext uri="{0D108BD9-81ED-4DB2-BD59-A6C34878D82A}">
                    <a16:rowId xmlns:a16="http://schemas.microsoft.com/office/drawing/2014/main" val="3906578804"/>
                  </a:ext>
                </a:extLst>
              </a:tr>
              <a:tr h="299110">
                <a:tc>
                  <a:txBody>
                    <a:bodyPr/>
                    <a:lstStyle/>
                    <a:p>
                      <a:r>
                        <a:rPr lang="en-US" sz="1200" dirty="0"/>
                        <a:t>@x+2 (120)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887511806"/>
                  </a:ext>
                </a:extLst>
              </a:tr>
              <a:tr h="2991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@x+1 (110)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65817448"/>
                  </a:ext>
                </a:extLst>
              </a:tr>
              <a:tr h="2991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 (100)</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37453111"/>
                  </a:ext>
                </a:extLst>
              </a:tr>
              <a:tr h="2991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@x-1 (90)</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6670213"/>
                  </a:ext>
                </a:extLst>
              </a:tr>
              <a:tr h="2991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@x-2 (80)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687944114"/>
                  </a:ext>
                </a:extLst>
              </a:tr>
            </a:tbl>
          </a:graphicData>
        </a:graphic>
      </p:graphicFrame>
      <p:sp>
        <p:nvSpPr>
          <p:cNvPr id="3" name="TextBox 2">
            <a:extLst>
              <a:ext uri="{FF2B5EF4-FFF2-40B4-BE49-F238E27FC236}">
                <a16:creationId xmlns:a16="http://schemas.microsoft.com/office/drawing/2014/main" id="{620AF5A6-084D-E11D-F83C-C1B0E0C1F7C8}"/>
              </a:ext>
            </a:extLst>
          </p:cNvPr>
          <p:cNvSpPr txBox="1"/>
          <p:nvPr/>
        </p:nvSpPr>
        <p:spPr>
          <a:xfrm>
            <a:off x="243733" y="2931328"/>
            <a:ext cx="817120" cy="646331"/>
          </a:xfrm>
          <a:prstGeom prst="rect">
            <a:avLst/>
          </a:prstGeom>
          <a:noFill/>
        </p:spPr>
        <p:txBody>
          <a:bodyPr wrap="square" rtlCol="0">
            <a:spAutoFit/>
          </a:bodyPr>
          <a:lstStyle/>
          <a:p>
            <a:r>
              <a:rPr lang="en-US" sz="1200" dirty="0"/>
              <a:t>Stock is around here</a:t>
            </a:r>
          </a:p>
        </p:txBody>
      </p:sp>
      <p:cxnSp>
        <p:nvCxnSpPr>
          <p:cNvPr id="6" name="Straight Arrow Connector 5">
            <a:extLst>
              <a:ext uri="{FF2B5EF4-FFF2-40B4-BE49-F238E27FC236}">
                <a16:creationId xmlns:a16="http://schemas.microsoft.com/office/drawing/2014/main" id="{57811BF9-2CF6-233A-5C3D-BAFEE5E82F00}"/>
              </a:ext>
            </a:extLst>
          </p:cNvPr>
          <p:cNvCxnSpPr>
            <a:cxnSpLocks/>
            <a:stCxn id="3" idx="3"/>
          </p:cNvCxnSpPr>
          <p:nvPr/>
        </p:nvCxnSpPr>
        <p:spPr>
          <a:xfrm flipV="1">
            <a:off x="1060853" y="3038288"/>
            <a:ext cx="261839" cy="2162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Arrow: Right 11">
            <a:extLst>
              <a:ext uri="{FF2B5EF4-FFF2-40B4-BE49-F238E27FC236}">
                <a16:creationId xmlns:a16="http://schemas.microsoft.com/office/drawing/2014/main" id="{B51D7FF9-2CD6-F9BB-D707-39931B7172FB}"/>
              </a:ext>
            </a:extLst>
          </p:cNvPr>
          <p:cNvSpPr/>
          <p:nvPr/>
        </p:nvSpPr>
        <p:spPr>
          <a:xfrm>
            <a:off x="2583287" y="2933715"/>
            <a:ext cx="2203056" cy="242162"/>
          </a:xfrm>
          <a:prstGeom prst="rightArrow">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AC350A64-81C3-94EA-2CAE-A72229266B78}"/>
              </a:ext>
            </a:extLst>
          </p:cNvPr>
          <p:cNvSpPr/>
          <p:nvPr/>
        </p:nvSpPr>
        <p:spPr>
          <a:xfrm rot="5400000">
            <a:off x="2296335" y="3132271"/>
            <a:ext cx="553903" cy="285551"/>
          </a:xfrm>
          <a:prstGeom prst="rightArrow">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812ABDF1-8449-43ED-FA69-2FBEC06DAA17}"/>
              </a:ext>
            </a:extLst>
          </p:cNvPr>
          <p:cNvSpPr/>
          <p:nvPr/>
        </p:nvSpPr>
        <p:spPr>
          <a:xfrm rot="16200000">
            <a:off x="2299242" y="2578366"/>
            <a:ext cx="553905" cy="285553"/>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ubtitle 2">
            <a:extLst>
              <a:ext uri="{FF2B5EF4-FFF2-40B4-BE49-F238E27FC236}">
                <a16:creationId xmlns:a16="http://schemas.microsoft.com/office/drawing/2014/main" id="{C05FE25D-906D-1849-1DF0-AE4AF5749333}"/>
              </a:ext>
            </a:extLst>
          </p:cNvPr>
          <p:cNvSpPr>
            <a:spLocks noGrp="1"/>
          </p:cNvSpPr>
          <p:nvPr>
            <p:ph type="subTitle" idx="1"/>
          </p:nvPr>
        </p:nvSpPr>
        <p:spPr>
          <a:xfrm>
            <a:off x="652247" y="116371"/>
            <a:ext cx="10604017" cy="499566"/>
          </a:xfrm>
          <a:solidFill>
            <a:schemeClr val="accent5">
              <a:lumMod val="20000"/>
              <a:lumOff val="80000"/>
            </a:schemeClr>
          </a:solidFill>
          <a:ln w="12700">
            <a:solidFill>
              <a:schemeClr val="tx1"/>
            </a:solidFill>
          </a:ln>
        </p:spPr>
        <p:txBody>
          <a:bodyPr>
            <a:normAutofit/>
          </a:bodyPr>
          <a:lstStyle/>
          <a:p>
            <a:r>
              <a:rPr lang="en-US" b="1" dirty="0"/>
              <a:t>Rolling Short Calls</a:t>
            </a:r>
          </a:p>
        </p:txBody>
      </p:sp>
      <p:sp>
        <p:nvSpPr>
          <p:cNvPr id="4" name="Subtitle 2">
            <a:extLst>
              <a:ext uri="{FF2B5EF4-FFF2-40B4-BE49-F238E27FC236}">
                <a16:creationId xmlns:a16="http://schemas.microsoft.com/office/drawing/2014/main" id="{65BC98E0-1967-85D7-C98B-3E20C71A6852}"/>
              </a:ext>
            </a:extLst>
          </p:cNvPr>
          <p:cNvSpPr txBox="1">
            <a:spLocks/>
          </p:cNvSpPr>
          <p:nvPr/>
        </p:nvSpPr>
        <p:spPr>
          <a:xfrm>
            <a:off x="652247" y="3932064"/>
            <a:ext cx="4625977" cy="2925935"/>
          </a:xfrm>
          <a:prstGeom prst="rect">
            <a:avLst/>
          </a:prstGeom>
          <a:solidFill>
            <a:schemeClr val="accent2">
              <a:lumMod val="20000"/>
              <a:lumOff val="80000"/>
            </a:schemeClr>
          </a:solidFill>
          <a:ln w="12700">
            <a:solidFill>
              <a:schemeClr val="tx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400" b="1" u="sng" dirty="0"/>
              <a:t>Underwater Short Calls</a:t>
            </a:r>
          </a:p>
          <a:p>
            <a:pPr algn="l"/>
            <a:r>
              <a:rPr lang="en-US" sz="1200" b="1" dirty="0"/>
              <a:t>You sold calls and stock has moved up. So, calls have increased in value and are underwater. </a:t>
            </a:r>
          </a:p>
          <a:p>
            <a:pPr marL="285750" indent="-285750" algn="l">
              <a:buFont typeface="Arial" panose="020B0604020202020204" pitchFamily="34" charset="0"/>
              <a:buChar char="•"/>
            </a:pPr>
            <a:r>
              <a:rPr lang="en-US" sz="1200" b="1" dirty="0"/>
              <a:t>Can be rolled down, same expiry</a:t>
            </a:r>
          </a:p>
          <a:p>
            <a:pPr marL="742950" lvl="1" indent="-285750" algn="l">
              <a:buFont typeface="Arial" panose="020B0604020202020204" pitchFamily="34" charset="0"/>
              <a:buChar char="•"/>
            </a:pPr>
            <a:r>
              <a:rPr lang="en-US" sz="1100" b="1" dirty="0"/>
              <a:t>Probably not recommended as now you are further ITM with same expiry</a:t>
            </a:r>
          </a:p>
          <a:p>
            <a:pPr marL="285750" indent="-285750" algn="l">
              <a:buFont typeface="Arial" panose="020B0604020202020204" pitchFamily="34" charset="0"/>
              <a:buChar char="•"/>
            </a:pPr>
            <a:r>
              <a:rPr lang="en-US" sz="1200" b="1" dirty="0"/>
              <a:t>Can be rolled out , same @strike, at further date expiry </a:t>
            </a:r>
          </a:p>
          <a:p>
            <a:pPr marL="285750" indent="-285750" algn="l">
              <a:buFont typeface="Arial" panose="020B0604020202020204" pitchFamily="34" charset="0"/>
              <a:buChar char="•"/>
            </a:pPr>
            <a:r>
              <a:rPr lang="en-US" sz="1200" b="1" dirty="0"/>
              <a:t>Can be rolled up and out. The further expiry will hopefully increase the premium more than the decrease on it due to @strike price increase</a:t>
            </a:r>
          </a:p>
          <a:p>
            <a:pPr marL="742950" lvl="1" indent="-285750" algn="l">
              <a:buFont typeface="Arial" panose="020B0604020202020204" pitchFamily="34" charset="0"/>
              <a:buChar char="•"/>
            </a:pPr>
            <a:r>
              <a:rPr lang="en-US" sz="1100" b="1" dirty="0"/>
              <a:t>This might be the way to go</a:t>
            </a:r>
          </a:p>
          <a:p>
            <a:pPr marL="742950" lvl="1" indent="-285750" algn="l">
              <a:buFont typeface="Arial" panose="020B0604020202020204" pitchFamily="34" charset="0"/>
              <a:buChar char="•"/>
            </a:pPr>
            <a:r>
              <a:rPr lang="en-US" sz="1100" b="1" dirty="0"/>
              <a:t>Is the what TJ does most of the time</a:t>
            </a:r>
          </a:p>
        </p:txBody>
      </p:sp>
      <p:cxnSp>
        <p:nvCxnSpPr>
          <p:cNvPr id="5" name="Straight Arrow Connector 4">
            <a:extLst>
              <a:ext uri="{FF2B5EF4-FFF2-40B4-BE49-F238E27FC236}">
                <a16:creationId xmlns:a16="http://schemas.microsoft.com/office/drawing/2014/main" id="{BFABB054-22E4-E005-3A33-155568F19AC1}"/>
              </a:ext>
            </a:extLst>
          </p:cNvPr>
          <p:cNvCxnSpPr>
            <a:cxnSpLocks/>
          </p:cNvCxnSpPr>
          <p:nvPr/>
        </p:nvCxnSpPr>
        <p:spPr>
          <a:xfrm>
            <a:off x="2170052" y="5235022"/>
            <a:ext cx="413223" cy="0"/>
          </a:xfrm>
          <a:prstGeom prst="straightConnector1">
            <a:avLst/>
          </a:prstGeom>
          <a:ln w="31750">
            <a:solidFill>
              <a:srgbClr val="00CC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67B94721-79F8-0CCE-49F3-3E69480A25C7}"/>
              </a:ext>
            </a:extLst>
          </p:cNvPr>
          <p:cNvCxnSpPr>
            <a:cxnSpLocks/>
          </p:cNvCxnSpPr>
          <p:nvPr/>
        </p:nvCxnSpPr>
        <p:spPr>
          <a:xfrm>
            <a:off x="4162199" y="4158315"/>
            <a:ext cx="0" cy="311728"/>
          </a:xfrm>
          <a:prstGeom prst="straightConnector1">
            <a:avLst/>
          </a:prstGeom>
          <a:ln w="31750">
            <a:solidFill>
              <a:srgbClr val="00CC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87F206D-5E25-58AF-BB7E-EA73995AD91F}"/>
              </a:ext>
            </a:extLst>
          </p:cNvPr>
          <p:cNvCxnSpPr>
            <a:cxnSpLocks/>
          </p:cNvCxnSpPr>
          <p:nvPr/>
        </p:nvCxnSpPr>
        <p:spPr>
          <a:xfrm flipV="1">
            <a:off x="3579918" y="6158226"/>
            <a:ext cx="522108" cy="235064"/>
          </a:xfrm>
          <a:prstGeom prst="straightConnector1">
            <a:avLst/>
          </a:prstGeom>
          <a:ln w="31750">
            <a:solidFill>
              <a:srgbClr val="00CC00"/>
            </a:solidFill>
            <a:tailEnd type="triangle"/>
          </a:ln>
        </p:spPr>
        <p:style>
          <a:lnRef idx="2">
            <a:schemeClr val="accent1"/>
          </a:lnRef>
          <a:fillRef idx="0">
            <a:schemeClr val="accent1"/>
          </a:fillRef>
          <a:effectRef idx="1">
            <a:schemeClr val="accent1"/>
          </a:effectRef>
          <a:fontRef idx="minor">
            <a:schemeClr val="tx1"/>
          </a:fontRef>
        </p:style>
      </p:cxnSp>
      <p:sp>
        <p:nvSpPr>
          <p:cNvPr id="13" name="Subtitle 2">
            <a:extLst>
              <a:ext uri="{FF2B5EF4-FFF2-40B4-BE49-F238E27FC236}">
                <a16:creationId xmlns:a16="http://schemas.microsoft.com/office/drawing/2014/main" id="{1327498E-0EC3-2FF3-6C72-55C2FD2FB028}"/>
              </a:ext>
            </a:extLst>
          </p:cNvPr>
          <p:cNvSpPr txBox="1">
            <a:spLocks/>
          </p:cNvSpPr>
          <p:nvPr/>
        </p:nvSpPr>
        <p:spPr>
          <a:xfrm>
            <a:off x="5772887" y="1595151"/>
            <a:ext cx="5483377" cy="5262849"/>
          </a:xfrm>
          <a:prstGeom prst="rect">
            <a:avLst/>
          </a:prstGeom>
          <a:solidFill>
            <a:schemeClr val="accent2">
              <a:lumMod val="20000"/>
              <a:lumOff val="80000"/>
            </a:schemeClr>
          </a:solidFill>
          <a:ln w="12700">
            <a:solidFill>
              <a:schemeClr val="tx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400" b="1" dirty="0"/>
              <a:t>You sold MSTR calls @strike 280, expiry Nov 7</a:t>
            </a:r>
            <a:r>
              <a:rPr lang="en-US" sz="1400" b="1" baseline="30000" dirty="0"/>
              <a:t>th</a:t>
            </a:r>
            <a:r>
              <a:rPr lang="en-US" sz="1400" b="1" dirty="0"/>
              <a:t> for 2 on Oct 16</a:t>
            </a:r>
            <a:r>
              <a:rPr lang="en-US" sz="1400" b="1" baseline="30000" dirty="0"/>
              <a:t>th</a:t>
            </a:r>
            <a:r>
              <a:rPr lang="en-US" sz="1400" b="1" dirty="0"/>
              <a:t> . The stock was at 230. </a:t>
            </a:r>
          </a:p>
          <a:p>
            <a:pPr algn="l"/>
            <a:r>
              <a:rPr lang="en-US" sz="1400" b="1" dirty="0"/>
              <a:t>Now the stock is at 270. </a:t>
            </a:r>
          </a:p>
          <a:p>
            <a:pPr algn="l"/>
            <a:r>
              <a:rPr lang="en-US" sz="1400" b="1" dirty="0"/>
              <a:t>The calls @strike 280 are at 4.20</a:t>
            </a:r>
          </a:p>
          <a:p>
            <a:pPr algn="l"/>
            <a:r>
              <a:rPr lang="en-US" sz="1400" b="1" dirty="0"/>
              <a:t>You will need to roll </a:t>
            </a:r>
            <a:r>
              <a:rPr lang="en-US" sz="1400" b="1" dirty="0">
                <a:sym typeface="Wingdings" panose="05000000000000000000" pitchFamily="2" charset="2"/>
              </a:rPr>
              <a:t> buying them back and selling another set</a:t>
            </a:r>
            <a:endParaRPr lang="en-US" sz="1400" b="1" dirty="0"/>
          </a:p>
          <a:p>
            <a:pPr algn="l"/>
            <a:r>
              <a:rPr lang="en-US" sz="1400" b="1" dirty="0"/>
              <a:t>Currently, you are at = + 2 – 4.20 (-2.20 paper loss)</a:t>
            </a:r>
          </a:p>
          <a:p>
            <a:r>
              <a:rPr lang="en-US" sz="1400" b="1" u="sng" dirty="0"/>
              <a:t>Option 1:</a:t>
            </a:r>
          </a:p>
          <a:p>
            <a:pPr algn="l"/>
            <a:r>
              <a:rPr lang="en-US" sz="1400" b="1" dirty="0"/>
              <a:t>Looking at option chain for Nov14th @280 strike can be sold for 7.20. So, you can sell those</a:t>
            </a:r>
          </a:p>
          <a:p>
            <a:pPr algn="l"/>
            <a:r>
              <a:rPr lang="en-US" sz="1400" b="1" dirty="0"/>
              <a:t>Your math  = + 2 - 4.20 + 7.20 = + 5 (This is pretty good), but you can try to be conservation and go up on price</a:t>
            </a:r>
          </a:p>
          <a:p>
            <a:r>
              <a:rPr lang="en-US" sz="1400" b="1" u="sng" dirty="0"/>
              <a:t>Option 2:</a:t>
            </a:r>
          </a:p>
          <a:p>
            <a:pPr algn="l"/>
            <a:r>
              <a:rPr lang="en-US" sz="1400" b="1" dirty="0"/>
              <a:t>Looking at option chain for Nov14th, @290 strike can be sold for 4.50. So, you can sell those</a:t>
            </a:r>
          </a:p>
          <a:p>
            <a:pPr algn="l"/>
            <a:r>
              <a:rPr lang="en-US" sz="1400" b="1" dirty="0"/>
              <a:t>Your math  = + 2 - 4.20 + 4.50 = + 2.30. </a:t>
            </a:r>
          </a:p>
          <a:p>
            <a:pPr algn="l"/>
            <a:r>
              <a:rPr lang="en-US" sz="1400" b="1" dirty="0"/>
              <a:t>This is very close to the initial premium you received but now your strike is higher and your expiry is further out (which can play both ways…stock can settle down (you are golden) or it can keep going up and you then have to manage that)</a:t>
            </a:r>
          </a:p>
          <a:p>
            <a:pPr algn="l"/>
            <a:endParaRPr lang="en-US" sz="1400" b="1" dirty="0"/>
          </a:p>
          <a:p>
            <a:pPr algn="l"/>
            <a:endParaRPr lang="en-US" sz="1600" b="1" dirty="0"/>
          </a:p>
        </p:txBody>
      </p:sp>
      <p:cxnSp>
        <p:nvCxnSpPr>
          <p:cNvPr id="15" name="Straight Arrow Connector 14">
            <a:extLst>
              <a:ext uri="{FF2B5EF4-FFF2-40B4-BE49-F238E27FC236}">
                <a16:creationId xmlns:a16="http://schemas.microsoft.com/office/drawing/2014/main" id="{3414A722-D9F0-F664-C04D-13D8EDF46BF9}"/>
              </a:ext>
            </a:extLst>
          </p:cNvPr>
          <p:cNvCxnSpPr>
            <a:cxnSpLocks/>
          </p:cNvCxnSpPr>
          <p:nvPr/>
        </p:nvCxnSpPr>
        <p:spPr>
          <a:xfrm>
            <a:off x="9178003" y="3509624"/>
            <a:ext cx="413223" cy="0"/>
          </a:xfrm>
          <a:prstGeom prst="straightConnector1">
            <a:avLst/>
          </a:prstGeom>
          <a:ln w="31750">
            <a:solidFill>
              <a:srgbClr val="00CC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83748D9-4A20-6A6B-7F8F-C135F3011B33}"/>
              </a:ext>
            </a:extLst>
          </p:cNvPr>
          <p:cNvCxnSpPr>
            <a:cxnSpLocks/>
          </p:cNvCxnSpPr>
          <p:nvPr/>
        </p:nvCxnSpPr>
        <p:spPr>
          <a:xfrm flipV="1">
            <a:off x="9330172" y="4933061"/>
            <a:ext cx="522108" cy="235064"/>
          </a:xfrm>
          <a:prstGeom prst="straightConnector1">
            <a:avLst/>
          </a:prstGeom>
          <a:ln w="31750">
            <a:solidFill>
              <a:srgbClr val="00CC00"/>
            </a:solidFill>
            <a:tailEnd type="triangle"/>
          </a:ln>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C87BB610-7B7C-1F14-6D9B-34914DAFEAD3}"/>
              </a:ext>
            </a:extLst>
          </p:cNvPr>
          <p:cNvSpPr txBox="1">
            <a:spLocks/>
          </p:cNvSpPr>
          <p:nvPr/>
        </p:nvSpPr>
        <p:spPr>
          <a:xfrm>
            <a:off x="651903" y="630546"/>
            <a:ext cx="10604017" cy="964605"/>
          </a:xfrm>
          <a:prstGeom prst="rect">
            <a:avLst/>
          </a:prstGeom>
          <a:solidFill>
            <a:schemeClr val="tx2">
              <a:lumMod val="10000"/>
              <a:lumOff val="90000"/>
            </a:schemeClr>
          </a:solidFill>
          <a:ln w="12700">
            <a:solidFill>
              <a:schemeClr val="tx1"/>
            </a:solidFill>
          </a:ln>
        </p:spPr>
        <p:txBody>
          <a:bodyPr vert="horz" lIns="91440" tIns="45720" rIns="91440" bIns="45720" rtlCol="0">
            <a:normAutofit fontScale="7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b="1" dirty="0"/>
              <a:t>The trick to rolling short options (calls/puts) is to get same/more premium for which you would be buying the existing option (BTC)</a:t>
            </a:r>
          </a:p>
          <a:p>
            <a:pPr marL="800100" lvl="1" indent="-342900" algn="l">
              <a:buFont typeface="Arial" panose="020B0604020202020204" pitchFamily="34" charset="0"/>
              <a:buChar char="•"/>
            </a:pPr>
            <a:r>
              <a:rPr lang="en-US" b="1" dirty="0"/>
              <a:t>So, you want to roll out (there is more premium) and roll OTM (higher strike on Call, lower strike on Puts, higher </a:t>
            </a:r>
            <a:r>
              <a:rPr lang="en-US" b="1" dirty="0" err="1"/>
              <a:t>stikes</a:t>
            </a:r>
            <a:r>
              <a:rPr lang="en-US" b="1" dirty="0"/>
              <a:t> have lower premium, but can be offset by increased premium on going further out on the expiry)</a:t>
            </a:r>
          </a:p>
          <a:p>
            <a:pPr marL="800100" lvl="1" indent="-342900" algn="l">
              <a:buFont typeface="Arial" panose="020B0604020202020204" pitchFamily="34" charset="0"/>
              <a:buChar char="•"/>
            </a:pPr>
            <a:endParaRPr lang="en-US" b="1" dirty="0"/>
          </a:p>
          <a:p>
            <a:pPr marL="1257300" lvl="2" indent="-342900" algn="l">
              <a:buFont typeface="Arial" panose="020B0604020202020204" pitchFamily="34" charset="0"/>
              <a:buChar char="•"/>
            </a:pPr>
            <a:endParaRPr lang="en-US" b="1" dirty="0"/>
          </a:p>
        </p:txBody>
      </p:sp>
    </p:spTree>
    <p:extLst>
      <p:ext uri="{BB962C8B-B14F-4D97-AF65-F5344CB8AC3E}">
        <p14:creationId xmlns:p14="http://schemas.microsoft.com/office/powerpoint/2010/main" val="980816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CABB3-41D4-2411-3170-25D75B4FB1A0}"/>
            </a:ext>
          </a:extLst>
        </p:cNvPr>
        <p:cNvGrpSpPr/>
        <p:nvPr/>
      </p:nvGrpSpPr>
      <p:grpSpPr>
        <a:xfrm>
          <a:off x="0" y="0"/>
          <a:ext cx="0" cy="0"/>
          <a:chOff x="0" y="0"/>
          <a:chExt cx="0" cy="0"/>
        </a:xfrm>
      </p:grpSpPr>
      <p:sp>
        <p:nvSpPr>
          <p:cNvPr id="27" name="Subtitle 2">
            <a:extLst>
              <a:ext uri="{FF2B5EF4-FFF2-40B4-BE49-F238E27FC236}">
                <a16:creationId xmlns:a16="http://schemas.microsoft.com/office/drawing/2014/main" id="{8A0DFF70-517F-4B27-5D58-DAD985F2C566}"/>
              </a:ext>
            </a:extLst>
          </p:cNvPr>
          <p:cNvSpPr>
            <a:spLocks noGrp="1"/>
          </p:cNvSpPr>
          <p:nvPr>
            <p:ph type="subTitle" idx="1"/>
          </p:nvPr>
        </p:nvSpPr>
        <p:spPr>
          <a:xfrm>
            <a:off x="652247" y="116371"/>
            <a:ext cx="10604017" cy="499566"/>
          </a:xfrm>
          <a:solidFill>
            <a:schemeClr val="accent5">
              <a:lumMod val="20000"/>
              <a:lumOff val="80000"/>
            </a:schemeClr>
          </a:solidFill>
          <a:ln w="12700">
            <a:solidFill>
              <a:schemeClr val="tx1"/>
            </a:solidFill>
          </a:ln>
        </p:spPr>
        <p:txBody>
          <a:bodyPr>
            <a:normAutofit/>
          </a:bodyPr>
          <a:lstStyle/>
          <a:p>
            <a:r>
              <a:rPr lang="en-US" b="1" dirty="0"/>
              <a:t>Rolling Short Puts</a:t>
            </a:r>
          </a:p>
        </p:txBody>
      </p:sp>
      <p:sp>
        <p:nvSpPr>
          <p:cNvPr id="4" name="Subtitle 2">
            <a:extLst>
              <a:ext uri="{FF2B5EF4-FFF2-40B4-BE49-F238E27FC236}">
                <a16:creationId xmlns:a16="http://schemas.microsoft.com/office/drawing/2014/main" id="{2B6EDEE8-D93D-949A-72CF-3E1DC57078DE}"/>
              </a:ext>
            </a:extLst>
          </p:cNvPr>
          <p:cNvSpPr txBox="1">
            <a:spLocks/>
          </p:cNvSpPr>
          <p:nvPr/>
        </p:nvSpPr>
        <p:spPr>
          <a:xfrm>
            <a:off x="4513295" y="1825101"/>
            <a:ext cx="6742969" cy="2138602"/>
          </a:xfrm>
          <a:prstGeom prst="rect">
            <a:avLst/>
          </a:prstGeom>
          <a:solidFill>
            <a:schemeClr val="accent2">
              <a:lumMod val="20000"/>
              <a:lumOff val="80000"/>
            </a:schemeClr>
          </a:solidFill>
          <a:ln w="12700">
            <a:solidFill>
              <a:schemeClr val="tx1"/>
            </a:solidFill>
          </a:ln>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b="1" u="sng" dirty="0"/>
              <a:t>Underwater Short Puts</a:t>
            </a:r>
          </a:p>
          <a:p>
            <a:pPr algn="l"/>
            <a:r>
              <a:rPr lang="en-US" sz="1100" b="1" dirty="0"/>
              <a:t>You sold puts and stock has moved down. So, puts have increased in value and are underwater. </a:t>
            </a:r>
          </a:p>
          <a:p>
            <a:pPr marL="285750" indent="-285750" algn="l">
              <a:buFont typeface="Arial" panose="020B0604020202020204" pitchFamily="34" charset="0"/>
              <a:buChar char="•"/>
            </a:pPr>
            <a:r>
              <a:rPr lang="en-US" sz="1100" b="1" dirty="0"/>
              <a:t>Can be rolled up, same expiry</a:t>
            </a:r>
          </a:p>
          <a:p>
            <a:pPr marL="742950" lvl="1" indent="-285750" algn="l">
              <a:buFont typeface="Arial" panose="020B0604020202020204" pitchFamily="34" charset="0"/>
              <a:buChar char="•"/>
            </a:pPr>
            <a:r>
              <a:rPr lang="en-US" sz="1050" b="1" dirty="0"/>
              <a:t>Probably not recommended as now you are further ITM with same expiry. Increases your chance of assignment unless you believe that stock is going to have a sharp recovery</a:t>
            </a:r>
          </a:p>
          <a:p>
            <a:pPr marL="285750" indent="-285750" algn="l">
              <a:buFont typeface="Arial" panose="020B0604020202020204" pitchFamily="34" charset="0"/>
              <a:buChar char="•"/>
            </a:pPr>
            <a:r>
              <a:rPr lang="en-US" sz="1100" b="1" dirty="0"/>
              <a:t>Can be rolled out , same @strike, at further date expiry </a:t>
            </a:r>
          </a:p>
          <a:p>
            <a:pPr marL="742950" lvl="1" indent="-285750" algn="l">
              <a:buFont typeface="Arial" panose="020B0604020202020204" pitchFamily="34" charset="0"/>
              <a:buChar char="•"/>
            </a:pPr>
            <a:r>
              <a:rPr lang="en-US" sz="1050" b="1" dirty="0"/>
              <a:t>This will give you some time, but since your strike does not change, you are opening up the risk for assignment and your window increases. This scenario will work if you believe that stock will recover and the extrinsic value will prevent you from assignment</a:t>
            </a:r>
          </a:p>
          <a:p>
            <a:pPr marL="285750" indent="-285750" algn="l">
              <a:buFont typeface="Arial" panose="020B0604020202020204" pitchFamily="34" charset="0"/>
              <a:buChar char="•"/>
            </a:pPr>
            <a:r>
              <a:rPr lang="en-US" sz="1100" b="1" dirty="0"/>
              <a:t>Can be rolled up and out. The further expiry will hopefully increase the premium more than the decrease on it due to @strike price decrease</a:t>
            </a:r>
          </a:p>
          <a:p>
            <a:pPr marL="742950" lvl="1" indent="-285750" algn="l">
              <a:buFont typeface="Arial" panose="020B0604020202020204" pitchFamily="34" charset="0"/>
              <a:buChar char="•"/>
            </a:pPr>
            <a:r>
              <a:rPr lang="en-US" sz="1050" b="1" dirty="0"/>
              <a:t>This might be the way to go</a:t>
            </a:r>
          </a:p>
          <a:p>
            <a:pPr marL="742950" lvl="1" indent="-285750" algn="l">
              <a:buFont typeface="Arial" panose="020B0604020202020204" pitchFamily="34" charset="0"/>
              <a:buChar char="•"/>
            </a:pPr>
            <a:r>
              <a:rPr lang="en-US" sz="1050" b="1" dirty="0"/>
              <a:t>Is the what TJ does most of the time</a:t>
            </a:r>
          </a:p>
        </p:txBody>
      </p:sp>
      <p:sp>
        <p:nvSpPr>
          <p:cNvPr id="13" name="Subtitle 2">
            <a:extLst>
              <a:ext uri="{FF2B5EF4-FFF2-40B4-BE49-F238E27FC236}">
                <a16:creationId xmlns:a16="http://schemas.microsoft.com/office/drawing/2014/main" id="{B59A7046-01B2-2066-2AC7-89F182D76933}"/>
              </a:ext>
            </a:extLst>
          </p:cNvPr>
          <p:cNvSpPr txBox="1">
            <a:spLocks/>
          </p:cNvSpPr>
          <p:nvPr/>
        </p:nvSpPr>
        <p:spPr>
          <a:xfrm>
            <a:off x="651903" y="3971389"/>
            <a:ext cx="10604017" cy="2886610"/>
          </a:xfrm>
          <a:prstGeom prst="rect">
            <a:avLst/>
          </a:prstGeom>
          <a:solidFill>
            <a:schemeClr val="accent2">
              <a:lumMod val="20000"/>
              <a:lumOff val="80000"/>
            </a:schemeClr>
          </a:solidFill>
          <a:ln w="19050">
            <a:solidFill>
              <a:schemeClr val="tx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000" b="1" dirty="0"/>
              <a:t>I sold 2 META puts @strike 600, expiry Dec 19</a:t>
            </a:r>
            <a:r>
              <a:rPr lang="en-US" sz="1000" b="1" baseline="30000" dirty="0"/>
              <a:t>th</a:t>
            </a:r>
            <a:r>
              <a:rPr lang="en-US" sz="1000" b="1" dirty="0"/>
              <a:t> for 9.97 on Oct 30</a:t>
            </a:r>
            <a:r>
              <a:rPr lang="en-US" sz="1000" b="1" baseline="30000" dirty="0"/>
              <a:t>th</a:t>
            </a:r>
            <a:r>
              <a:rPr lang="en-US" sz="1000" b="1" dirty="0"/>
              <a:t> </a:t>
            </a:r>
          </a:p>
          <a:p>
            <a:pPr marL="285750" indent="-285750" algn="l">
              <a:buFont typeface="Arial" panose="020B0604020202020204" pitchFamily="34" charset="0"/>
              <a:buChar char="•"/>
            </a:pPr>
            <a:r>
              <a:rPr lang="en-US" sz="1000" b="1" dirty="0"/>
              <a:t> The stock was at 666, collected 1994.46 from selling of the Puts</a:t>
            </a:r>
          </a:p>
          <a:p>
            <a:pPr marL="285750" indent="-285750" algn="l">
              <a:buFont typeface="Arial" panose="020B0604020202020204" pitchFamily="34" charset="0"/>
              <a:buChar char="•"/>
            </a:pPr>
            <a:r>
              <a:rPr lang="en-US" sz="1000" b="1" dirty="0"/>
              <a:t>Date 11/6/2025 : The stock is at 620, Put is at 19.00</a:t>
            </a:r>
          </a:p>
          <a:p>
            <a:pPr marL="742950" lvl="1" indent="-285750" algn="l">
              <a:buFont typeface="Arial" panose="020B0604020202020204" pitchFamily="34" charset="0"/>
              <a:buChar char="•"/>
            </a:pPr>
            <a:r>
              <a:rPr lang="en-US" sz="900" b="1" dirty="0"/>
              <a:t>Math = + 9.97 (STO) – 19.00 (BTC) = -9.03 </a:t>
            </a:r>
            <a:r>
              <a:rPr lang="en-US" sz="900" b="1" dirty="0">
                <a:solidFill>
                  <a:srgbClr val="FF0000"/>
                </a:solidFill>
              </a:rPr>
              <a:t>(Paper loss of around 1806 right now)</a:t>
            </a:r>
          </a:p>
          <a:p>
            <a:pPr marL="285750" indent="-285750" algn="l">
              <a:buFont typeface="Arial" panose="020B0604020202020204" pitchFamily="34" charset="0"/>
              <a:buChar char="•"/>
            </a:pPr>
            <a:r>
              <a:rPr lang="en-US" sz="1000" b="1" dirty="0"/>
              <a:t>I can wait and see if the original Put goes ITM and there is risk for assignment. </a:t>
            </a:r>
          </a:p>
          <a:p>
            <a:pPr marL="742950" lvl="1" indent="-285750" algn="l">
              <a:buFont typeface="Arial" panose="020B0604020202020204" pitchFamily="34" charset="0"/>
              <a:buChar char="•"/>
            </a:pPr>
            <a:r>
              <a:rPr lang="en-US" sz="900" b="1" dirty="0"/>
              <a:t>If I want to own the stock at that price, I don’t need to do anything about the Put</a:t>
            </a:r>
          </a:p>
          <a:p>
            <a:pPr marL="285750" indent="-285750" algn="l">
              <a:buFont typeface="Arial" panose="020B0604020202020204" pitchFamily="34" charset="0"/>
              <a:buChar char="•"/>
            </a:pPr>
            <a:r>
              <a:rPr lang="en-US" sz="1000" b="1" dirty="0"/>
              <a:t>I can BTC the put right now and suffer 1806 loss</a:t>
            </a:r>
          </a:p>
          <a:p>
            <a:pPr marL="285750" indent="-285750" algn="l">
              <a:buFont typeface="Arial" panose="020B0604020202020204" pitchFamily="34" charset="0"/>
              <a:buChar char="•"/>
            </a:pPr>
            <a:r>
              <a:rPr lang="en-US" sz="1000" b="1" dirty="0"/>
              <a:t>Looking at the option chain, I see Feb @550 put selling for 19.70. This takes the Dec19th off the table. It also decreases my assignment price to 550. If I don’t get assigned, it also keeps the same $$ in my pocket, but now it is delayed by 2 months, so ROI decreases. It also keeps money tied up for 2 more months. </a:t>
            </a:r>
          </a:p>
          <a:p>
            <a:pPr marL="742950" lvl="1" indent="-285750" algn="l">
              <a:buFont typeface="Arial" panose="020B0604020202020204" pitchFamily="34" charset="0"/>
              <a:buChar char="•"/>
            </a:pPr>
            <a:r>
              <a:rPr lang="en-US" sz="900" b="1" dirty="0"/>
              <a:t>Math = + 9.97 (STO) – 19.00 (BTC) + 19.70 (STO) = +10.67 (Now need to wait two additional months)</a:t>
            </a:r>
          </a:p>
          <a:p>
            <a:pPr algn="l"/>
            <a:endParaRPr lang="en-US" sz="1400" b="1" dirty="0"/>
          </a:p>
          <a:p>
            <a:pPr algn="l"/>
            <a:endParaRPr lang="en-US" sz="1600" b="1" dirty="0"/>
          </a:p>
        </p:txBody>
      </p:sp>
      <p:sp>
        <p:nvSpPr>
          <p:cNvPr id="8" name="Subtitle 2">
            <a:extLst>
              <a:ext uri="{FF2B5EF4-FFF2-40B4-BE49-F238E27FC236}">
                <a16:creationId xmlns:a16="http://schemas.microsoft.com/office/drawing/2014/main" id="{EC54D9F2-B0F2-358D-E6D9-CCF60408FC50}"/>
              </a:ext>
            </a:extLst>
          </p:cNvPr>
          <p:cNvSpPr txBox="1">
            <a:spLocks/>
          </p:cNvSpPr>
          <p:nvPr/>
        </p:nvSpPr>
        <p:spPr>
          <a:xfrm>
            <a:off x="651903" y="630546"/>
            <a:ext cx="10604017" cy="1189203"/>
          </a:xfrm>
          <a:prstGeom prst="rect">
            <a:avLst/>
          </a:prstGeom>
          <a:solidFill>
            <a:schemeClr val="tx2">
              <a:lumMod val="10000"/>
              <a:lumOff val="90000"/>
            </a:schemeClr>
          </a:solidFill>
          <a:ln w="12700">
            <a:solidFill>
              <a:schemeClr val="tx1"/>
            </a:solidFill>
          </a:ln>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1600" b="1" dirty="0"/>
              <a:t>The trick to rolling short puts is to get same/more premium for which you would be buying the existing option (BTC)</a:t>
            </a:r>
          </a:p>
          <a:p>
            <a:pPr marL="800100" lvl="1" indent="-342900" algn="l">
              <a:buFont typeface="Arial" panose="020B0604020202020204" pitchFamily="34" charset="0"/>
              <a:buChar char="•"/>
            </a:pPr>
            <a:r>
              <a:rPr lang="en-US" sz="1400" b="1" dirty="0"/>
              <a:t>This include buying back the short puts (BTC) at a loss and then selling another put (STO)</a:t>
            </a:r>
          </a:p>
          <a:p>
            <a:pPr marL="800100" lvl="1" indent="-342900" algn="l">
              <a:buFont typeface="Arial" panose="020B0604020202020204" pitchFamily="34" charset="0"/>
              <a:buChar char="•"/>
            </a:pPr>
            <a:r>
              <a:rPr lang="en-US" sz="1400" b="1" dirty="0"/>
              <a:t>You want to roll out (Premium increases          ) and roll down into OTM, which is lower strike for Puts (Premium decreases    )</a:t>
            </a:r>
          </a:p>
          <a:p>
            <a:pPr marL="800100" lvl="1" indent="-342900" algn="l">
              <a:buFont typeface="Arial" panose="020B0604020202020204" pitchFamily="34" charset="0"/>
              <a:buChar char="•"/>
            </a:pPr>
            <a:r>
              <a:rPr lang="en-US" sz="1400" b="1" dirty="0"/>
              <a:t>The trick then is the find a further out expiry and lower strike (further OTM) , with enough premium to keep your original purchase in green or keep it the same</a:t>
            </a:r>
          </a:p>
        </p:txBody>
      </p:sp>
      <p:cxnSp>
        <p:nvCxnSpPr>
          <p:cNvPr id="9" name="Straight Arrow Connector 8">
            <a:extLst>
              <a:ext uri="{FF2B5EF4-FFF2-40B4-BE49-F238E27FC236}">
                <a16:creationId xmlns:a16="http://schemas.microsoft.com/office/drawing/2014/main" id="{7EEF2BB0-93F6-5717-8B28-C0BC2E06D5A2}"/>
              </a:ext>
            </a:extLst>
          </p:cNvPr>
          <p:cNvCxnSpPr>
            <a:cxnSpLocks/>
          </p:cNvCxnSpPr>
          <p:nvPr/>
        </p:nvCxnSpPr>
        <p:spPr>
          <a:xfrm>
            <a:off x="4579731" y="1239298"/>
            <a:ext cx="206612" cy="0"/>
          </a:xfrm>
          <a:prstGeom prst="straightConnector1">
            <a:avLst/>
          </a:prstGeom>
          <a:ln w="31750">
            <a:solidFill>
              <a:srgbClr val="00CC0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EFF1A16-1A08-BD4A-783B-600A9FBA762A}"/>
              </a:ext>
            </a:extLst>
          </p:cNvPr>
          <p:cNvCxnSpPr>
            <a:cxnSpLocks/>
          </p:cNvCxnSpPr>
          <p:nvPr/>
        </p:nvCxnSpPr>
        <p:spPr>
          <a:xfrm>
            <a:off x="10461200" y="1141318"/>
            <a:ext cx="0" cy="195960"/>
          </a:xfrm>
          <a:prstGeom prst="straightConnector1">
            <a:avLst/>
          </a:prstGeom>
          <a:ln w="31750">
            <a:solidFill>
              <a:srgbClr val="C00000"/>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9" name="Table 18">
            <a:extLst>
              <a:ext uri="{FF2B5EF4-FFF2-40B4-BE49-F238E27FC236}">
                <a16:creationId xmlns:a16="http://schemas.microsoft.com/office/drawing/2014/main" id="{4E4EBC05-1B7F-3EA3-12E4-B92B42750F3D}"/>
              </a:ext>
            </a:extLst>
          </p:cNvPr>
          <p:cNvGraphicFramePr>
            <a:graphicFrameLocks noGrp="1"/>
          </p:cNvGraphicFramePr>
          <p:nvPr>
            <p:extLst>
              <p:ext uri="{D42A27DB-BD31-4B8C-83A1-F6EECF244321}">
                <p14:modId xmlns:p14="http://schemas.microsoft.com/office/powerpoint/2010/main" val="1067075340"/>
              </p:ext>
            </p:extLst>
          </p:nvPr>
        </p:nvGraphicFramePr>
        <p:xfrm>
          <a:off x="651903" y="1828944"/>
          <a:ext cx="3887297" cy="2138601"/>
        </p:xfrm>
        <a:graphic>
          <a:graphicData uri="http://schemas.openxmlformats.org/drawingml/2006/table">
            <a:tbl>
              <a:tblPr firstRow="1" bandRow="1">
                <a:tableStyleId>{5C22544A-7EE6-4342-B048-85BDC9FD1C3A}</a:tableStyleId>
              </a:tblPr>
              <a:tblGrid>
                <a:gridCol w="974059">
                  <a:extLst>
                    <a:ext uri="{9D8B030D-6E8A-4147-A177-3AD203B41FA5}">
                      <a16:colId xmlns:a16="http://schemas.microsoft.com/office/drawing/2014/main" val="3018282651"/>
                    </a:ext>
                  </a:extLst>
                </a:gridCol>
                <a:gridCol w="670223">
                  <a:extLst>
                    <a:ext uri="{9D8B030D-6E8A-4147-A177-3AD203B41FA5}">
                      <a16:colId xmlns:a16="http://schemas.microsoft.com/office/drawing/2014/main" val="1132942413"/>
                    </a:ext>
                  </a:extLst>
                </a:gridCol>
                <a:gridCol w="768523">
                  <a:extLst>
                    <a:ext uri="{9D8B030D-6E8A-4147-A177-3AD203B41FA5}">
                      <a16:colId xmlns:a16="http://schemas.microsoft.com/office/drawing/2014/main" val="245626051"/>
                    </a:ext>
                  </a:extLst>
                </a:gridCol>
                <a:gridCol w="768523">
                  <a:extLst>
                    <a:ext uri="{9D8B030D-6E8A-4147-A177-3AD203B41FA5}">
                      <a16:colId xmlns:a16="http://schemas.microsoft.com/office/drawing/2014/main" val="3020323668"/>
                    </a:ext>
                  </a:extLst>
                </a:gridCol>
                <a:gridCol w="705969">
                  <a:extLst>
                    <a:ext uri="{9D8B030D-6E8A-4147-A177-3AD203B41FA5}">
                      <a16:colId xmlns:a16="http://schemas.microsoft.com/office/drawing/2014/main" val="2475776122"/>
                    </a:ext>
                  </a:extLst>
                </a:gridCol>
              </a:tblGrid>
              <a:tr h="309801">
                <a:tc>
                  <a:txBody>
                    <a:bodyPr/>
                    <a:lstStyle/>
                    <a:p>
                      <a:r>
                        <a:rPr lang="en-US" sz="1200" dirty="0"/>
                        <a:t>Strike</a:t>
                      </a:r>
                    </a:p>
                  </a:txBody>
                  <a:tcPr/>
                </a:tc>
                <a:tc>
                  <a:txBody>
                    <a:bodyPr/>
                    <a:lstStyle/>
                    <a:p>
                      <a:r>
                        <a:rPr lang="en-US" sz="1100" dirty="0"/>
                        <a:t>11/7/25</a:t>
                      </a:r>
                    </a:p>
                  </a:txBody>
                  <a:tcPr/>
                </a:tc>
                <a:tc>
                  <a:txBody>
                    <a:bodyPr/>
                    <a:lstStyle/>
                    <a:p>
                      <a:r>
                        <a:rPr lang="en-US" sz="1100" dirty="0"/>
                        <a:t>11/14/25</a:t>
                      </a:r>
                    </a:p>
                  </a:txBody>
                  <a:tcPr/>
                </a:tc>
                <a:tc>
                  <a:txBody>
                    <a:bodyPr/>
                    <a:lstStyle/>
                    <a:p>
                      <a:r>
                        <a:rPr lang="en-US" sz="1100" dirty="0"/>
                        <a:t>12/19/25</a:t>
                      </a:r>
                    </a:p>
                  </a:txBody>
                  <a:tcPr/>
                </a:tc>
                <a:tc>
                  <a:txBody>
                    <a:bodyPr/>
                    <a:lstStyle/>
                    <a:p>
                      <a:r>
                        <a:rPr lang="en-US" sz="1100" dirty="0"/>
                        <a:t>4/17/26</a:t>
                      </a:r>
                    </a:p>
                  </a:txBody>
                  <a:tcPr/>
                </a:tc>
                <a:extLst>
                  <a:ext uri="{0D108BD9-81ED-4DB2-BD59-A6C34878D82A}">
                    <a16:rowId xmlns:a16="http://schemas.microsoft.com/office/drawing/2014/main" val="3906578804"/>
                  </a:ext>
                </a:extLst>
              </a:tr>
              <a:tr h="309801">
                <a:tc>
                  <a:txBody>
                    <a:bodyPr/>
                    <a:lstStyle/>
                    <a:p>
                      <a:r>
                        <a:rPr lang="en-US" sz="1200" dirty="0"/>
                        <a:t>@x+2 (120)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887511806"/>
                  </a:ext>
                </a:extLst>
              </a:tr>
              <a:tr h="309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@x+1 (110)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65817448"/>
                  </a:ext>
                </a:extLst>
              </a:tr>
              <a:tr h="3065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 (100)</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37453111"/>
                  </a:ext>
                </a:extLst>
              </a:tr>
              <a:tr h="309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@x-1 (90)</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6670213"/>
                  </a:ext>
                </a:extLst>
              </a:tr>
              <a:tr h="309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@x-2 (80)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687944114"/>
                  </a:ext>
                </a:extLst>
              </a:tr>
            </a:tbl>
          </a:graphicData>
        </a:graphic>
      </p:graphicFrame>
      <p:sp>
        <p:nvSpPr>
          <p:cNvPr id="20" name="TextBox 19">
            <a:extLst>
              <a:ext uri="{FF2B5EF4-FFF2-40B4-BE49-F238E27FC236}">
                <a16:creationId xmlns:a16="http://schemas.microsoft.com/office/drawing/2014/main" id="{AE3B57F0-0F91-E2F6-3B44-240FDDCB92E9}"/>
              </a:ext>
            </a:extLst>
          </p:cNvPr>
          <p:cNvSpPr txBox="1"/>
          <p:nvPr/>
        </p:nvSpPr>
        <p:spPr>
          <a:xfrm>
            <a:off x="43401" y="2855544"/>
            <a:ext cx="817052" cy="600164"/>
          </a:xfrm>
          <a:prstGeom prst="rect">
            <a:avLst/>
          </a:prstGeom>
          <a:noFill/>
        </p:spPr>
        <p:txBody>
          <a:bodyPr wrap="square" rtlCol="0">
            <a:spAutoFit/>
          </a:bodyPr>
          <a:lstStyle/>
          <a:p>
            <a:r>
              <a:rPr lang="en-US" sz="1100" b="1" dirty="0"/>
              <a:t>Stock is around here</a:t>
            </a:r>
          </a:p>
        </p:txBody>
      </p:sp>
      <p:sp>
        <p:nvSpPr>
          <p:cNvPr id="21" name="Arrow: Right 20">
            <a:extLst>
              <a:ext uri="{FF2B5EF4-FFF2-40B4-BE49-F238E27FC236}">
                <a16:creationId xmlns:a16="http://schemas.microsoft.com/office/drawing/2014/main" id="{E9239B02-9391-3730-B1A6-8D3FCD8F2AC5}"/>
              </a:ext>
            </a:extLst>
          </p:cNvPr>
          <p:cNvSpPr/>
          <p:nvPr/>
        </p:nvSpPr>
        <p:spPr>
          <a:xfrm>
            <a:off x="1916157" y="2911307"/>
            <a:ext cx="2131310" cy="298049"/>
          </a:xfrm>
          <a:prstGeom prst="rightArrow">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AD980042-7E7D-3BD2-1864-F2690628FC1F}"/>
              </a:ext>
            </a:extLst>
          </p:cNvPr>
          <p:cNvSpPr/>
          <p:nvPr/>
        </p:nvSpPr>
        <p:spPr>
          <a:xfrm rot="16200000">
            <a:off x="1454500" y="2552582"/>
            <a:ext cx="681738" cy="276252"/>
          </a:xfrm>
          <a:prstGeom prst="rightArrow">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BA97E764-058A-B85B-340F-334DAF6A807E}"/>
              </a:ext>
            </a:extLst>
          </p:cNvPr>
          <p:cNvSpPr/>
          <p:nvPr/>
        </p:nvSpPr>
        <p:spPr>
          <a:xfrm rot="5400000">
            <a:off x="1454501" y="3235108"/>
            <a:ext cx="681736" cy="276252"/>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Subtitle 2">
            <a:extLst>
              <a:ext uri="{FF2B5EF4-FFF2-40B4-BE49-F238E27FC236}">
                <a16:creationId xmlns:a16="http://schemas.microsoft.com/office/drawing/2014/main" id="{08643379-6A0C-C5B2-968E-B75562797F2B}"/>
              </a:ext>
            </a:extLst>
          </p:cNvPr>
          <p:cNvSpPr txBox="1">
            <a:spLocks/>
          </p:cNvSpPr>
          <p:nvPr/>
        </p:nvSpPr>
        <p:spPr>
          <a:xfrm>
            <a:off x="1990640" y="2504662"/>
            <a:ext cx="487508" cy="298049"/>
          </a:xfrm>
          <a:prstGeom prst="rect">
            <a:avLst/>
          </a:prstGeom>
          <a:solidFill>
            <a:schemeClr val="accent3">
              <a:lumMod val="20000"/>
              <a:lumOff val="80000"/>
            </a:schemeClr>
          </a:solidFill>
          <a:ln>
            <a:solidFill>
              <a:schemeClr val="tx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b="1" dirty="0"/>
              <a:t>ITM</a:t>
            </a:r>
          </a:p>
        </p:txBody>
      </p:sp>
      <p:sp>
        <p:nvSpPr>
          <p:cNvPr id="28" name="Subtitle 2">
            <a:extLst>
              <a:ext uri="{FF2B5EF4-FFF2-40B4-BE49-F238E27FC236}">
                <a16:creationId xmlns:a16="http://schemas.microsoft.com/office/drawing/2014/main" id="{EF209A04-C3ED-FBBB-F94A-4A8D9D62E049}"/>
              </a:ext>
            </a:extLst>
          </p:cNvPr>
          <p:cNvSpPr txBox="1">
            <a:spLocks/>
          </p:cNvSpPr>
          <p:nvPr/>
        </p:nvSpPr>
        <p:spPr>
          <a:xfrm>
            <a:off x="1965245" y="3507507"/>
            <a:ext cx="487508" cy="298049"/>
          </a:xfrm>
          <a:prstGeom prst="rect">
            <a:avLst/>
          </a:prstGeom>
          <a:solidFill>
            <a:schemeClr val="accent5">
              <a:lumMod val="20000"/>
              <a:lumOff val="80000"/>
            </a:schemeClr>
          </a:solidFill>
          <a:ln>
            <a:solidFill>
              <a:schemeClr val="tx1"/>
            </a:solidFill>
          </a:ln>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b="1" dirty="0"/>
              <a:t>OTM</a:t>
            </a:r>
          </a:p>
        </p:txBody>
      </p:sp>
      <p:cxnSp>
        <p:nvCxnSpPr>
          <p:cNvPr id="29" name="Straight Arrow Connector 28">
            <a:extLst>
              <a:ext uri="{FF2B5EF4-FFF2-40B4-BE49-F238E27FC236}">
                <a16:creationId xmlns:a16="http://schemas.microsoft.com/office/drawing/2014/main" id="{4ED570D4-6F80-11BD-A259-8278FBC5B762}"/>
              </a:ext>
            </a:extLst>
          </p:cNvPr>
          <p:cNvCxnSpPr>
            <a:cxnSpLocks/>
          </p:cNvCxnSpPr>
          <p:nvPr/>
        </p:nvCxnSpPr>
        <p:spPr>
          <a:xfrm>
            <a:off x="509229" y="3023771"/>
            <a:ext cx="3538238" cy="161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Arrow: Right 29">
            <a:extLst>
              <a:ext uri="{FF2B5EF4-FFF2-40B4-BE49-F238E27FC236}">
                <a16:creationId xmlns:a16="http://schemas.microsoft.com/office/drawing/2014/main" id="{AA3D032A-3B7B-8539-A7D8-AF7401F3BD36}"/>
              </a:ext>
            </a:extLst>
          </p:cNvPr>
          <p:cNvSpPr/>
          <p:nvPr/>
        </p:nvSpPr>
        <p:spPr>
          <a:xfrm rot="1356601">
            <a:off x="2012208" y="3372103"/>
            <a:ext cx="1086082" cy="239342"/>
          </a:xfrm>
          <a:prstGeom prst="rightArrow">
            <a:avLst/>
          </a:prstGeom>
          <a:gradFill flip="none" rotWithShape="1">
            <a:gsLst>
              <a:gs pos="0">
                <a:schemeClr val="accent6">
                  <a:lumMod val="0"/>
                  <a:lumOff val="100000"/>
                </a:schemeClr>
              </a:gs>
              <a:gs pos="33026">
                <a:schemeClr val="accent2">
                  <a:lumMod val="60000"/>
                  <a:lumOff val="40000"/>
                </a:schemeClr>
              </a:gs>
              <a:gs pos="49000">
                <a:schemeClr val="accent6">
                  <a:lumMod val="0"/>
                  <a:lumOff val="100000"/>
                </a:schemeClr>
              </a:gs>
              <a:gs pos="100000">
                <a:schemeClr val="accent6">
                  <a:lumMod val="100000"/>
                </a:schemeClr>
              </a:gs>
            </a:gsLst>
            <a:lin ang="270000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Right 35">
            <a:extLst>
              <a:ext uri="{FF2B5EF4-FFF2-40B4-BE49-F238E27FC236}">
                <a16:creationId xmlns:a16="http://schemas.microsoft.com/office/drawing/2014/main" id="{085BACFC-D462-6AB8-C536-AA04B6078A1B}"/>
              </a:ext>
            </a:extLst>
          </p:cNvPr>
          <p:cNvSpPr/>
          <p:nvPr/>
        </p:nvSpPr>
        <p:spPr>
          <a:xfrm rot="1356601">
            <a:off x="3740338" y="1516458"/>
            <a:ext cx="428351" cy="239342"/>
          </a:xfrm>
          <a:prstGeom prst="rightArrow">
            <a:avLst/>
          </a:prstGeom>
          <a:gradFill flip="none" rotWithShape="1">
            <a:gsLst>
              <a:gs pos="0">
                <a:schemeClr val="accent6">
                  <a:lumMod val="0"/>
                  <a:lumOff val="100000"/>
                </a:schemeClr>
              </a:gs>
              <a:gs pos="33026">
                <a:schemeClr val="accent2">
                  <a:lumMod val="60000"/>
                  <a:lumOff val="40000"/>
                </a:schemeClr>
              </a:gs>
              <a:gs pos="49000">
                <a:schemeClr val="accent6">
                  <a:lumMod val="0"/>
                  <a:lumOff val="100000"/>
                </a:schemeClr>
              </a:gs>
              <a:gs pos="100000">
                <a:schemeClr val="accent6">
                  <a:lumMod val="100000"/>
                </a:schemeClr>
              </a:gs>
            </a:gsLst>
            <a:lin ang="270000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2891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2C356-3AB0-02DB-777C-908E24CA5D8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F87AD96-4838-0B78-FDED-8F7E2E431F46}"/>
              </a:ext>
            </a:extLst>
          </p:cNvPr>
          <p:cNvSpPr>
            <a:spLocks noGrp="1"/>
          </p:cNvSpPr>
          <p:nvPr>
            <p:ph type="subTitle" idx="1"/>
          </p:nvPr>
        </p:nvSpPr>
        <p:spPr>
          <a:xfrm>
            <a:off x="1277133" y="2286001"/>
            <a:ext cx="9144000" cy="1143000"/>
          </a:xfrm>
        </p:spPr>
        <p:txBody>
          <a:bodyPr>
            <a:normAutofit/>
          </a:bodyPr>
          <a:lstStyle/>
          <a:p>
            <a:r>
              <a:rPr lang="en-US" sz="7200" b="1" dirty="0"/>
              <a:t>Put Options</a:t>
            </a:r>
          </a:p>
        </p:txBody>
      </p:sp>
    </p:spTree>
    <p:extLst>
      <p:ext uri="{BB962C8B-B14F-4D97-AF65-F5344CB8AC3E}">
        <p14:creationId xmlns:p14="http://schemas.microsoft.com/office/powerpoint/2010/main" val="2530113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2147-DDC9-473F-2391-3BABAC9F6D5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480ECA1-BEA1-F7BD-F0DE-870E84882B82}"/>
              </a:ext>
            </a:extLst>
          </p:cNvPr>
          <p:cNvSpPr>
            <a:spLocks noGrp="1"/>
          </p:cNvSpPr>
          <p:nvPr>
            <p:ph type="subTitle" idx="1"/>
          </p:nvPr>
        </p:nvSpPr>
        <p:spPr>
          <a:xfrm>
            <a:off x="1286277" y="162162"/>
            <a:ext cx="9144000" cy="520563"/>
          </a:xfrm>
        </p:spPr>
        <p:txBody>
          <a:bodyPr/>
          <a:lstStyle/>
          <a:p>
            <a:r>
              <a:rPr lang="en-US" b="1" dirty="0"/>
              <a:t>Put Options – Basics - 1</a:t>
            </a:r>
          </a:p>
        </p:txBody>
      </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A84147B2-957A-BBCE-C914-F5C5A36655B3}"/>
                  </a:ext>
                </a:extLst>
              </p14:cNvPr>
              <p14:cNvContentPartPr/>
              <p14:nvPr/>
            </p14:nvContentPartPr>
            <p14:xfrm>
              <a:off x="711189" y="1551796"/>
              <a:ext cx="2697969" cy="223382"/>
            </p14:xfrm>
          </p:contentPart>
        </mc:Choice>
        <mc:Fallback xmlns="">
          <p:pic>
            <p:nvPicPr>
              <p:cNvPr id="10" name="Ink 9">
                <a:extLst>
                  <a:ext uri="{FF2B5EF4-FFF2-40B4-BE49-F238E27FC236}">
                    <a16:creationId xmlns:a16="http://schemas.microsoft.com/office/drawing/2014/main" id="{A84147B2-957A-BBCE-C914-F5C5A36655B3}"/>
                  </a:ext>
                </a:extLst>
              </p:cNvPr>
              <p:cNvPicPr/>
              <p:nvPr/>
            </p:nvPicPr>
            <p:blipFill>
              <a:blip r:embed="rId3"/>
              <a:stretch>
                <a:fillRect/>
              </a:stretch>
            </p:blipFill>
            <p:spPr>
              <a:xfrm>
                <a:off x="705069" y="1545681"/>
                <a:ext cx="2710210" cy="235612"/>
              </a:xfrm>
              <a:prstGeom prst="rect">
                <a:avLst/>
              </a:prstGeom>
            </p:spPr>
          </p:pic>
        </mc:Fallback>
      </mc:AlternateContent>
      <p:sp>
        <p:nvSpPr>
          <p:cNvPr id="11" name="TextBox 10">
            <a:extLst>
              <a:ext uri="{FF2B5EF4-FFF2-40B4-BE49-F238E27FC236}">
                <a16:creationId xmlns:a16="http://schemas.microsoft.com/office/drawing/2014/main" id="{EE8ED0AD-FBC7-BA49-11C4-7D153712030D}"/>
              </a:ext>
            </a:extLst>
          </p:cNvPr>
          <p:cNvSpPr txBox="1"/>
          <p:nvPr/>
        </p:nvSpPr>
        <p:spPr>
          <a:xfrm>
            <a:off x="3479098" y="1458759"/>
            <a:ext cx="799424" cy="299223"/>
          </a:xfrm>
          <a:prstGeom prst="rect">
            <a:avLst/>
          </a:prstGeom>
          <a:noFill/>
        </p:spPr>
        <p:txBody>
          <a:bodyPr wrap="square" rtlCol="0">
            <a:spAutoFit/>
          </a:bodyPr>
          <a:lstStyle/>
          <a:p>
            <a:r>
              <a:rPr lang="en-US" sz="1400" dirty="0"/>
              <a:t>Stock @80</a:t>
            </a:r>
          </a:p>
        </p:txBody>
      </p:sp>
      <p:sp>
        <p:nvSpPr>
          <p:cNvPr id="16" name="TextBox 15">
            <a:extLst>
              <a:ext uri="{FF2B5EF4-FFF2-40B4-BE49-F238E27FC236}">
                <a16:creationId xmlns:a16="http://schemas.microsoft.com/office/drawing/2014/main" id="{9969E745-EB43-79E8-3F22-83030152366F}"/>
              </a:ext>
            </a:extLst>
          </p:cNvPr>
          <p:cNvSpPr txBox="1"/>
          <p:nvPr/>
        </p:nvSpPr>
        <p:spPr>
          <a:xfrm>
            <a:off x="373928" y="1448090"/>
            <a:ext cx="799424" cy="299223"/>
          </a:xfrm>
          <a:prstGeom prst="rect">
            <a:avLst/>
          </a:prstGeom>
          <a:noFill/>
        </p:spPr>
        <p:txBody>
          <a:bodyPr wrap="square" rtlCol="0">
            <a:spAutoFit/>
          </a:bodyPr>
          <a:lstStyle/>
          <a:p>
            <a:r>
              <a:rPr lang="en-US" sz="1400" dirty="0"/>
              <a:t>Stock @80</a:t>
            </a:r>
          </a:p>
        </p:txBody>
      </p:sp>
      <p:cxnSp>
        <p:nvCxnSpPr>
          <p:cNvPr id="32" name="Straight Connector 31">
            <a:extLst>
              <a:ext uri="{FF2B5EF4-FFF2-40B4-BE49-F238E27FC236}">
                <a16:creationId xmlns:a16="http://schemas.microsoft.com/office/drawing/2014/main" id="{89E3A0BF-51EA-2FB3-E792-58F6B2295DDF}"/>
              </a:ext>
            </a:extLst>
          </p:cNvPr>
          <p:cNvCxnSpPr>
            <a:cxnSpLocks/>
          </p:cNvCxnSpPr>
          <p:nvPr/>
        </p:nvCxnSpPr>
        <p:spPr>
          <a:xfrm flipH="1">
            <a:off x="773640" y="2052533"/>
            <a:ext cx="2705458" cy="0"/>
          </a:xfrm>
          <a:prstGeom prst="line">
            <a:avLst/>
          </a:prstGeom>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835CBD6C-5BB8-3E73-6429-9D6C6EFA98DF}"/>
              </a:ext>
            </a:extLst>
          </p:cNvPr>
          <p:cNvSpPr txBox="1"/>
          <p:nvPr/>
        </p:nvSpPr>
        <p:spPr>
          <a:xfrm>
            <a:off x="3479099" y="1936721"/>
            <a:ext cx="1270381" cy="276999"/>
          </a:xfrm>
          <a:prstGeom prst="rect">
            <a:avLst/>
          </a:prstGeom>
          <a:noFill/>
        </p:spPr>
        <p:txBody>
          <a:bodyPr wrap="square" rtlCol="0">
            <a:spAutoFit/>
          </a:bodyPr>
          <a:lstStyle/>
          <a:p>
            <a:r>
              <a:rPr lang="en-US" sz="1200" b="1" dirty="0">
                <a:solidFill>
                  <a:srgbClr val="FF0000"/>
                </a:solidFill>
              </a:rPr>
              <a:t>60 – Sell Put</a:t>
            </a:r>
          </a:p>
        </p:txBody>
      </p:sp>
      <p:sp>
        <p:nvSpPr>
          <p:cNvPr id="42" name="TextBox 41">
            <a:extLst>
              <a:ext uri="{FF2B5EF4-FFF2-40B4-BE49-F238E27FC236}">
                <a16:creationId xmlns:a16="http://schemas.microsoft.com/office/drawing/2014/main" id="{A0184C80-6749-B90C-E2D3-6A4D68DB655D}"/>
              </a:ext>
            </a:extLst>
          </p:cNvPr>
          <p:cNvSpPr txBox="1"/>
          <p:nvPr/>
        </p:nvSpPr>
        <p:spPr>
          <a:xfrm>
            <a:off x="5234292" y="1192962"/>
            <a:ext cx="6126776" cy="2954655"/>
          </a:xfrm>
          <a:prstGeom prst="rect">
            <a:avLst/>
          </a:prstGeom>
          <a:solidFill>
            <a:schemeClr val="accent2">
              <a:lumMod val="20000"/>
              <a:lumOff val="80000"/>
            </a:schemeClr>
          </a:solidFill>
          <a:ln w="9525">
            <a:solidFill>
              <a:schemeClr val="tx1"/>
            </a:solidFill>
          </a:ln>
        </p:spPr>
        <p:txBody>
          <a:bodyPr wrap="square" rtlCol="0">
            <a:spAutoFit/>
          </a:bodyPr>
          <a:lstStyle/>
          <a:p>
            <a:pPr algn="ctr"/>
            <a:r>
              <a:rPr lang="en-US" sz="1400" b="1" u="sng" dirty="0"/>
              <a:t>Why would a buyer buy Put option</a:t>
            </a:r>
          </a:p>
          <a:p>
            <a:pPr algn="ctr"/>
            <a:endParaRPr lang="en-US" sz="1400" b="1" u="sng" dirty="0"/>
          </a:p>
          <a:p>
            <a:pPr marL="342900" indent="-342900">
              <a:buFont typeface="+mj-lt"/>
              <a:buAutoNum type="arabicPeriod"/>
            </a:pPr>
            <a:r>
              <a:rPr lang="en-US" sz="1200" dirty="0"/>
              <a:t>Speculate that the stock will fall</a:t>
            </a:r>
          </a:p>
          <a:p>
            <a:pPr marL="742950" lvl="1" indent="-285750">
              <a:buFont typeface="Arial" panose="020B0604020202020204" pitchFamily="34" charset="0"/>
              <a:buChar char="•"/>
            </a:pPr>
            <a:r>
              <a:rPr lang="en-US" sz="1200" dirty="0"/>
              <a:t>If that happens, Put option will go up and it can be sold for profit.</a:t>
            </a:r>
          </a:p>
          <a:p>
            <a:pPr marL="342900" indent="-342900">
              <a:buFont typeface="+mj-lt"/>
              <a:buAutoNum type="arabicPeriod"/>
            </a:pPr>
            <a:r>
              <a:rPr lang="en-US" sz="1200" dirty="0"/>
              <a:t>Buyer has a position in the stock already and want to protect the position</a:t>
            </a:r>
          </a:p>
          <a:p>
            <a:pPr marL="742950" lvl="1" indent="-285750">
              <a:buFont typeface="Arial" panose="020B0604020202020204" pitchFamily="34" charset="0"/>
              <a:buChar char="•"/>
            </a:pPr>
            <a:r>
              <a:rPr lang="en-US" sz="1200" dirty="0"/>
              <a:t>If the stock falls down significantly, then the buyer has the option to sell it at @strike (which can be higher than where the stock is at)</a:t>
            </a:r>
          </a:p>
          <a:p>
            <a:pPr marL="742950" lvl="1" indent="-285750">
              <a:buFont typeface="Arial" panose="020B0604020202020204" pitchFamily="34" charset="0"/>
              <a:buChar char="•"/>
            </a:pPr>
            <a:r>
              <a:rPr lang="en-US" sz="1200" dirty="0"/>
              <a:t>This looks like a limit order sell – so why does the stock holder not put a limit sell order rather than paying a premium for buying the option. The only thing the option protects against is gap downs…</a:t>
            </a:r>
          </a:p>
          <a:p>
            <a:pPr marL="742950" lvl="1" indent="-285750">
              <a:buFont typeface="Arial" panose="020B0604020202020204" pitchFamily="34" charset="0"/>
              <a:buChar char="•"/>
            </a:pPr>
            <a:r>
              <a:rPr lang="en-US" sz="1200" dirty="0"/>
              <a:t>It also protects the buyer if the stock dips down and then comes back up. In that case limit order would have triggered but put option give the buyer the discretions to decide the action</a:t>
            </a:r>
          </a:p>
          <a:p>
            <a:pPr lvl="1"/>
            <a:endParaRPr lang="en-US" sz="1200" dirty="0"/>
          </a:p>
          <a:p>
            <a:pPr marL="285750" indent="-285750">
              <a:buFont typeface="Arial" panose="020B0604020202020204" pitchFamily="34" charset="0"/>
              <a:buChar char="•"/>
            </a:pPr>
            <a:r>
              <a:rPr lang="en-US" sz="1200" dirty="0"/>
              <a:t>Most people think that majority of option buyers are #1 above</a:t>
            </a:r>
            <a:r>
              <a:rPr lang="en-US" sz="1400" dirty="0"/>
              <a:t>. </a:t>
            </a:r>
          </a:p>
        </p:txBody>
      </p:sp>
      <p:sp>
        <p:nvSpPr>
          <p:cNvPr id="47" name="TextBox 46">
            <a:extLst>
              <a:ext uri="{FF2B5EF4-FFF2-40B4-BE49-F238E27FC236}">
                <a16:creationId xmlns:a16="http://schemas.microsoft.com/office/drawing/2014/main" id="{28AF756F-8BAB-7BEF-8532-46101F55EED6}"/>
              </a:ext>
            </a:extLst>
          </p:cNvPr>
          <p:cNvSpPr txBox="1"/>
          <p:nvPr/>
        </p:nvSpPr>
        <p:spPr>
          <a:xfrm>
            <a:off x="563637" y="672399"/>
            <a:ext cx="10797431" cy="523220"/>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b="1" dirty="0"/>
              <a:t>Put Buyer – Has the right to sell @strike</a:t>
            </a:r>
          </a:p>
          <a:p>
            <a:r>
              <a:rPr lang="en-US" sz="1400" b="1" dirty="0"/>
              <a:t>Put Seller – Has the obligation to buy @stike (It can be CSP or a naked put)</a:t>
            </a:r>
          </a:p>
        </p:txBody>
      </p:sp>
      <p:sp>
        <p:nvSpPr>
          <p:cNvPr id="6" name="TextBox 5">
            <a:extLst>
              <a:ext uri="{FF2B5EF4-FFF2-40B4-BE49-F238E27FC236}">
                <a16:creationId xmlns:a16="http://schemas.microsoft.com/office/drawing/2014/main" id="{0DFCC0DD-9E8A-0DE1-5C17-5FE4222F7759}"/>
              </a:ext>
            </a:extLst>
          </p:cNvPr>
          <p:cNvSpPr txBox="1"/>
          <p:nvPr/>
        </p:nvSpPr>
        <p:spPr>
          <a:xfrm>
            <a:off x="5234292" y="4239950"/>
            <a:ext cx="6126776" cy="1815882"/>
          </a:xfrm>
          <a:prstGeom prst="rect">
            <a:avLst/>
          </a:prstGeom>
          <a:solidFill>
            <a:schemeClr val="accent2">
              <a:lumMod val="20000"/>
              <a:lumOff val="80000"/>
            </a:schemeClr>
          </a:solidFill>
          <a:ln w="9525">
            <a:solidFill>
              <a:schemeClr val="tx1"/>
            </a:solidFill>
          </a:ln>
        </p:spPr>
        <p:txBody>
          <a:bodyPr wrap="square" rtlCol="0">
            <a:spAutoFit/>
          </a:bodyPr>
          <a:lstStyle/>
          <a:p>
            <a:pPr algn="ctr"/>
            <a:r>
              <a:rPr lang="en-US" sz="1400" b="1" u="sng" dirty="0"/>
              <a:t>Why would a seller sell Put option</a:t>
            </a:r>
          </a:p>
          <a:p>
            <a:pPr algn="ctr"/>
            <a:endParaRPr lang="en-US" sz="1400" b="1" u="sng" dirty="0"/>
          </a:p>
          <a:p>
            <a:pPr marL="342900" indent="-342900">
              <a:buFont typeface="+mj-lt"/>
              <a:buAutoNum type="arabicPeriod"/>
            </a:pPr>
            <a:r>
              <a:rPr lang="en-US" sz="1200" dirty="0"/>
              <a:t>Wants to buy the stock @strike (it looks attractive value to own the shares at that price) and instead of putting a limit order, can get paid to wait</a:t>
            </a:r>
          </a:p>
          <a:p>
            <a:pPr marL="800100" lvl="1" indent="-342900">
              <a:buFont typeface="Arial" panose="020B0604020202020204" pitchFamily="34" charset="0"/>
              <a:buChar char="•"/>
            </a:pPr>
            <a:r>
              <a:rPr lang="en-US" sz="1200" dirty="0"/>
              <a:t>This also lowers the cost basis, if the stock gets put</a:t>
            </a:r>
          </a:p>
          <a:p>
            <a:pPr marL="342900" indent="-342900">
              <a:buFont typeface="+mj-lt"/>
              <a:buAutoNum type="arabicPeriod"/>
            </a:pPr>
            <a:endParaRPr lang="en-US" sz="1200" dirty="0"/>
          </a:p>
          <a:p>
            <a:pPr marL="342900" indent="-342900">
              <a:buFont typeface="+mj-lt"/>
              <a:buAutoNum type="arabicPeriod"/>
            </a:pPr>
            <a:r>
              <a:rPr lang="en-US" sz="1200" dirty="0"/>
              <a:t>The seller thinks that the stock will never go to @strike and the option will erode in value or expire worthless. In that case, the option can be bought back later at a lower price and the seller can make the money</a:t>
            </a:r>
          </a:p>
        </p:txBody>
      </p:sp>
      <p:sp>
        <p:nvSpPr>
          <p:cNvPr id="7" name="TextBox 6">
            <a:extLst>
              <a:ext uri="{FF2B5EF4-FFF2-40B4-BE49-F238E27FC236}">
                <a16:creationId xmlns:a16="http://schemas.microsoft.com/office/drawing/2014/main" id="{BFA544E3-7CB5-4A5F-C484-74A17897BA83}"/>
              </a:ext>
            </a:extLst>
          </p:cNvPr>
          <p:cNvSpPr txBox="1"/>
          <p:nvPr/>
        </p:nvSpPr>
        <p:spPr>
          <a:xfrm>
            <a:off x="563637" y="2701067"/>
            <a:ext cx="4670655" cy="1169551"/>
          </a:xfrm>
          <a:prstGeom prst="rect">
            <a:avLst/>
          </a:prstGeom>
          <a:solidFill>
            <a:schemeClr val="accent2">
              <a:lumMod val="20000"/>
              <a:lumOff val="80000"/>
            </a:schemeClr>
          </a:solidFill>
          <a:ln w="9525">
            <a:solidFill>
              <a:schemeClr val="tx1"/>
            </a:solidFill>
          </a:ln>
        </p:spPr>
        <p:txBody>
          <a:bodyPr wrap="square" rtlCol="0">
            <a:spAutoFit/>
          </a:bodyPr>
          <a:lstStyle/>
          <a:p>
            <a:pPr algn="ctr"/>
            <a:r>
              <a:rPr lang="en-US" sz="1400" b="1" u="sng" dirty="0"/>
              <a:t>Profit Potential - Assuming stock was not put</a:t>
            </a:r>
          </a:p>
          <a:p>
            <a:pPr marL="342900" indent="-342900">
              <a:buFont typeface="Arial" panose="020B0604020202020204" pitchFamily="34" charset="0"/>
              <a:buChar char="•"/>
            </a:pPr>
            <a:r>
              <a:rPr lang="en-US" sz="1400" dirty="0"/>
              <a:t>Max profit = Premium received when selling the option </a:t>
            </a:r>
          </a:p>
          <a:p>
            <a:pPr marL="800100" lvl="1" indent="-342900">
              <a:buFont typeface="Arial" panose="020B0604020202020204" pitchFamily="34" charset="0"/>
              <a:buChar char="•"/>
            </a:pPr>
            <a:r>
              <a:rPr lang="en-US" sz="1400" dirty="0"/>
              <a:t>This happens if the option expires worthless</a:t>
            </a:r>
          </a:p>
          <a:p>
            <a:pPr marL="342900" indent="-342900">
              <a:buFont typeface="Arial" panose="020B0604020202020204" pitchFamily="34" charset="0"/>
              <a:buChar char="•"/>
            </a:pPr>
            <a:r>
              <a:rPr lang="en-US" sz="1400" dirty="0"/>
              <a:t>Typical profit = Premium received – price paid to buy the option back later</a:t>
            </a:r>
          </a:p>
        </p:txBody>
      </p:sp>
      <p:sp>
        <p:nvSpPr>
          <p:cNvPr id="8" name="TextBox 7">
            <a:extLst>
              <a:ext uri="{FF2B5EF4-FFF2-40B4-BE49-F238E27FC236}">
                <a16:creationId xmlns:a16="http://schemas.microsoft.com/office/drawing/2014/main" id="{4BFFC72D-2614-2A98-AC76-74CFBB02A3B8}"/>
              </a:ext>
            </a:extLst>
          </p:cNvPr>
          <p:cNvSpPr txBox="1"/>
          <p:nvPr/>
        </p:nvSpPr>
        <p:spPr>
          <a:xfrm>
            <a:off x="563637" y="3870618"/>
            <a:ext cx="4670655" cy="738664"/>
          </a:xfrm>
          <a:prstGeom prst="rect">
            <a:avLst/>
          </a:prstGeom>
          <a:solidFill>
            <a:schemeClr val="accent2">
              <a:lumMod val="20000"/>
              <a:lumOff val="80000"/>
            </a:schemeClr>
          </a:solidFill>
          <a:ln w="9525">
            <a:solidFill>
              <a:schemeClr val="tx1"/>
            </a:solidFill>
          </a:ln>
        </p:spPr>
        <p:txBody>
          <a:bodyPr wrap="square" rtlCol="0">
            <a:spAutoFit/>
          </a:bodyPr>
          <a:lstStyle/>
          <a:p>
            <a:pPr algn="ctr"/>
            <a:r>
              <a:rPr lang="en-US" sz="1400" b="1" u="sng" dirty="0"/>
              <a:t>Assuming stock was put</a:t>
            </a:r>
          </a:p>
          <a:p>
            <a:pPr marL="342900" indent="-342900">
              <a:buFont typeface="Arial" panose="020B0604020202020204" pitchFamily="34" charset="0"/>
              <a:buChar char="•"/>
            </a:pPr>
            <a:r>
              <a:rPr lang="en-US" sz="1400" dirty="0"/>
              <a:t>The upfront premium received then can be counted towards lowering the cost basis of the put stock</a:t>
            </a:r>
          </a:p>
        </p:txBody>
      </p:sp>
    </p:spTree>
    <p:extLst>
      <p:ext uri="{BB962C8B-B14F-4D97-AF65-F5344CB8AC3E}">
        <p14:creationId xmlns:p14="http://schemas.microsoft.com/office/powerpoint/2010/main" val="193990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FF57E-EA6E-D69F-F360-061567691B0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8CADE2F-2E03-6021-9325-DBB8C7C70B77}"/>
              </a:ext>
            </a:extLst>
          </p:cNvPr>
          <p:cNvSpPr>
            <a:spLocks noGrp="1"/>
          </p:cNvSpPr>
          <p:nvPr>
            <p:ph type="subTitle" idx="1"/>
          </p:nvPr>
        </p:nvSpPr>
        <p:spPr>
          <a:xfrm>
            <a:off x="1286277" y="162162"/>
            <a:ext cx="9144000" cy="520563"/>
          </a:xfrm>
        </p:spPr>
        <p:txBody>
          <a:bodyPr/>
          <a:lstStyle/>
          <a:p>
            <a:r>
              <a:rPr lang="en-US" b="1" dirty="0"/>
              <a:t>Put Options – Basics - 2</a:t>
            </a:r>
          </a:p>
        </p:txBody>
      </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BA4B974F-B87C-2B21-9437-386AD6AAA503}"/>
                  </a:ext>
                </a:extLst>
              </p14:cNvPr>
              <p14:cNvContentPartPr/>
              <p14:nvPr/>
            </p14:nvContentPartPr>
            <p14:xfrm>
              <a:off x="627645" y="1594165"/>
              <a:ext cx="2697969" cy="223382"/>
            </p14:xfrm>
          </p:contentPart>
        </mc:Choice>
        <mc:Fallback xmlns="">
          <p:pic>
            <p:nvPicPr>
              <p:cNvPr id="10" name="Ink 9">
                <a:extLst>
                  <a:ext uri="{FF2B5EF4-FFF2-40B4-BE49-F238E27FC236}">
                    <a16:creationId xmlns:a16="http://schemas.microsoft.com/office/drawing/2014/main" id="{BA4B974F-B87C-2B21-9437-386AD6AAA503}"/>
                  </a:ext>
                </a:extLst>
              </p:cNvPr>
              <p:cNvPicPr/>
              <p:nvPr/>
            </p:nvPicPr>
            <p:blipFill>
              <a:blip r:embed="rId3"/>
              <a:stretch>
                <a:fillRect/>
              </a:stretch>
            </p:blipFill>
            <p:spPr>
              <a:xfrm>
                <a:off x="621525" y="1588050"/>
                <a:ext cx="2710210" cy="235612"/>
              </a:xfrm>
              <a:prstGeom prst="rect">
                <a:avLst/>
              </a:prstGeom>
            </p:spPr>
          </p:pic>
        </mc:Fallback>
      </mc:AlternateContent>
      <p:sp>
        <p:nvSpPr>
          <p:cNvPr id="11" name="TextBox 10">
            <a:extLst>
              <a:ext uri="{FF2B5EF4-FFF2-40B4-BE49-F238E27FC236}">
                <a16:creationId xmlns:a16="http://schemas.microsoft.com/office/drawing/2014/main" id="{9131A9D3-B1C4-CF38-5D2E-1B414266E89F}"/>
              </a:ext>
            </a:extLst>
          </p:cNvPr>
          <p:cNvSpPr txBox="1"/>
          <p:nvPr/>
        </p:nvSpPr>
        <p:spPr>
          <a:xfrm>
            <a:off x="3395554" y="1501128"/>
            <a:ext cx="799424" cy="299223"/>
          </a:xfrm>
          <a:prstGeom prst="rect">
            <a:avLst/>
          </a:prstGeom>
          <a:noFill/>
        </p:spPr>
        <p:txBody>
          <a:bodyPr wrap="square" rtlCol="0">
            <a:spAutoFit/>
          </a:bodyPr>
          <a:lstStyle/>
          <a:p>
            <a:r>
              <a:rPr lang="en-US" sz="1400" dirty="0"/>
              <a:t>Stock @80</a:t>
            </a:r>
          </a:p>
        </p:txBody>
      </p:sp>
      <p:sp>
        <p:nvSpPr>
          <p:cNvPr id="16" name="TextBox 15">
            <a:extLst>
              <a:ext uri="{FF2B5EF4-FFF2-40B4-BE49-F238E27FC236}">
                <a16:creationId xmlns:a16="http://schemas.microsoft.com/office/drawing/2014/main" id="{5010269E-15FA-1336-89E6-18103F77745F}"/>
              </a:ext>
            </a:extLst>
          </p:cNvPr>
          <p:cNvSpPr txBox="1"/>
          <p:nvPr/>
        </p:nvSpPr>
        <p:spPr>
          <a:xfrm>
            <a:off x="290384" y="1490459"/>
            <a:ext cx="799424" cy="299223"/>
          </a:xfrm>
          <a:prstGeom prst="rect">
            <a:avLst/>
          </a:prstGeom>
          <a:noFill/>
        </p:spPr>
        <p:txBody>
          <a:bodyPr wrap="square" rtlCol="0">
            <a:spAutoFit/>
          </a:bodyPr>
          <a:lstStyle/>
          <a:p>
            <a:r>
              <a:rPr lang="en-US" sz="1400" dirty="0"/>
              <a:t>Stock @80</a:t>
            </a:r>
          </a:p>
        </p:txBody>
      </p:sp>
      <p:cxnSp>
        <p:nvCxnSpPr>
          <p:cNvPr id="32" name="Straight Connector 31">
            <a:extLst>
              <a:ext uri="{FF2B5EF4-FFF2-40B4-BE49-F238E27FC236}">
                <a16:creationId xmlns:a16="http://schemas.microsoft.com/office/drawing/2014/main" id="{C9263573-CB09-49B8-E493-A2D62EFF1C2A}"/>
              </a:ext>
            </a:extLst>
          </p:cNvPr>
          <p:cNvCxnSpPr>
            <a:cxnSpLocks/>
          </p:cNvCxnSpPr>
          <p:nvPr/>
        </p:nvCxnSpPr>
        <p:spPr>
          <a:xfrm flipH="1">
            <a:off x="690096" y="2094902"/>
            <a:ext cx="2705458" cy="0"/>
          </a:xfrm>
          <a:prstGeom prst="line">
            <a:avLst/>
          </a:prstGeom>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5D493EDA-BEC5-D460-8B50-BB0EB439C4FD}"/>
              </a:ext>
            </a:extLst>
          </p:cNvPr>
          <p:cNvSpPr txBox="1"/>
          <p:nvPr/>
        </p:nvSpPr>
        <p:spPr>
          <a:xfrm>
            <a:off x="3395555" y="1979090"/>
            <a:ext cx="1270381" cy="276999"/>
          </a:xfrm>
          <a:prstGeom prst="rect">
            <a:avLst/>
          </a:prstGeom>
          <a:noFill/>
        </p:spPr>
        <p:txBody>
          <a:bodyPr wrap="square" rtlCol="0">
            <a:spAutoFit/>
          </a:bodyPr>
          <a:lstStyle/>
          <a:p>
            <a:r>
              <a:rPr lang="en-US" sz="1200" b="1" dirty="0">
                <a:solidFill>
                  <a:srgbClr val="FF0000"/>
                </a:solidFill>
              </a:rPr>
              <a:t>60 – Sell Put</a:t>
            </a:r>
          </a:p>
        </p:txBody>
      </p:sp>
      <p:sp>
        <p:nvSpPr>
          <p:cNvPr id="42" name="TextBox 41">
            <a:extLst>
              <a:ext uri="{FF2B5EF4-FFF2-40B4-BE49-F238E27FC236}">
                <a16:creationId xmlns:a16="http://schemas.microsoft.com/office/drawing/2014/main" id="{1546A16C-D89F-DE5D-A317-B26AA5E83192}"/>
              </a:ext>
            </a:extLst>
          </p:cNvPr>
          <p:cNvSpPr txBox="1"/>
          <p:nvPr/>
        </p:nvSpPr>
        <p:spPr>
          <a:xfrm>
            <a:off x="5234292" y="1192962"/>
            <a:ext cx="6126776" cy="5262979"/>
          </a:xfrm>
          <a:prstGeom prst="rect">
            <a:avLst/>
          </a:prstGeom>
          <a:solidFill>
            <a:schemeClr val="accent2">
              <a:lumMod val="20000"/>
              <a:lumOff val="80000"/>
            </a:schemeClr>
          </a:solidFill>
          <a:ln w="9525">
            <a:solidFill>
              <a:schemeClr val="tx1"/>
            </a:solidFill>
          </a:ln>
        </p:spPr>
        <p:txBody>
          <a:bodyPr wrap="square" rtlCol="0">
            <a:spAutoFit/>
          </a:bodyPr>
          <a:lstStyle/>
          <a:p>
            <a:pPr algn="ctr"/>
            <a:r>
              <a:rPr lang="en-US" sz="1400" b="1" u="sng" dirty="0"/>
              <a:t>There are two schools of thought on why sell Puts</a:t>
            </a:r>
          </a:p>
          <a:p>
            <a:pPr algn="ctr"/>
            <a:endParaRPr lang="en-US" sz="1400" b="1" u="sng" dirty="0"/>
          </a:p>
          <a:p>
            <a:pPr marL="342900" indent="-342900">
              <a:buFont typeface="+mj-lt"/>
              <a:buAutoNum type="arabicPeriod"/>
            </a:pPr>
            <a:r>
              <a:rPr lang="en-US" sz="1400" dirty="0"/>
              <a:t>You want to buy the stock @strike</a:t>
            </a:r>
          </a:p>
          <a:p>
            <a:pPr marL="742950" lvl="1" indent="-285750">
              <a:buFont typeface="Arial" panose="020B0604020202020204" pitchFamily="34" charset="0"/>
              <a:buChar char="•"/>
            </a:pPr>
            <a:r>
              <a:rPr lang="en-US" sz="1400" dirty="0"/>
              <a:t>You can open a limit order to buy @strike and wait…but a</a:t>
            </a:r>
          </a:p>
          <a:p>
            <a:pPr marL="742950" lvl="1" indent="-285750">
              <a:buFont typeface="Arial" panose="020B0604020202020204" pitchFamily="34" charset="0"/>
              <a:buChar char="•"/>
            </a:pPr>
            <a:r>
              <a:rPr lang="en-US" sz="1400" dirty="0"/>
              <a:t>Better option could be while waiting you can get some premium paid by selling puts</a:t>
            </a:r>
          </a:p>
          <a:p>
            <a:pPr marL="742950" lvl="1" indent="-285750">
              <a:buFont typeface="Arial" panose="020B0604020202020204" pitchFamily="34" charset="0"/>
              <a:buChar char="•"/>
            </a:pPr>
            <a:r>
              <a:rPr lang="en-US" sz="1400" dirty="0"/>
              <a:t>Either way does not guarantee that we will get the stock @strike but one way pays a premium upfront and if by expiry the stock does not fall down to @strike, then we at least kept the premium</a:t>
            </a:r>
          </a:p>
          <a:p>
            <a:pPr marL="742950" lvl="1" indent="-285750">
              <a:buFont typeface="Arial" panose="020B0604020202020204" pitchFamily="34" charset="0"/>
              <a:buChar char="•"/>
            </a:pPr>
            <a:r>
              <a:rPr lang="en-US" sz="1400" dirty="0"/>
              <a:t>You also can have a scenario where the stock rises instead of falling, in that case both the scenarios (limit order or selling put) would not have bought you the stock but you can buy the put back at a lower price and make some money </a:t>
            </a:r>
            <a:r>
              <a:rPr lang="en-US" sz="1400" dirty="0" err="1"/>
              <a:t>atleast</a:t>
            </a:r>
            <a:r>
              <a:rPr lang="en-US" sz="1400" dirty="0"/>
              <a:t> (or let it expire worthless).</a:t>
            </a:r>
          </a:p>
          <a:p>
            <a:pPr marL="742950" lvl="1" indent="-285750">
              <a:buFont typeface="Arial" panose="020B0604020202020204" pitchFamily="34" charset="0"/>
              <a:buChar char="•"/>
            </a:pPr>
            <a:r>
              <a:rPr lang="en-US" sz="1400" b="1" dirty="0"/>
              <a:t>Note that this reason is not suitable when you only want to sell now and buy back the put later, because if the stock declines you will have to buy at a higher price and would lose money. </a:t>
            </a:r>
          </a:p>
          <a:p>
            <a:pPr lvl="1"/>
            <a:endParaRPr lang="en-US" sz="1400" dirty="0"/>
          </a:p>
          <a:p>
            <a:pPr marL="342900" indent="-342900">
              <a:buFont typeface="+mj-lt"/>
              <a:buAutoNum type="arabicPeriod"/>
            </a:pPr>
            <a:r>
              <a:rPr lang="en-US" sz="1400" dirty="0"/>
              <a:t>You figure out where the stock is NOT going to fall to, in other words, you want your sold puts to expire worthless. </a:t>
            </a:r>
          </a:p>
          <a:p>
            <a:pPr marL="742950" lvl="1" indent="-285750">
              <a:buFont typeface="Arial" panose="020B0604020202020204" pitchFamily="34" charset="0"/>
              <a:buChar char="•"/>
            </a:pPr>
            <a:r>
              <a:rPr lang="en-US" sz="1400" dirty="0"/>
              <a:t>In this case you keep all or almost all the premium</a:t>
            </a:r>
          </a:p>
          <a:p>
            <a:pPr marL="742950" lvl="1" indent="-285750">
              <a:buFont typeface="Arial" panose="020B0604020202020204" pitchFamily="34" charset="0"/>
              <a:buChar char="•"/>
            </a:pPr>
            <a:r>
              <a:rPr lang="en-US" sz="1400" dirty="0"/>
              <a:t>This is dangerous way</a:t>
            </a:r>
          </a:p>
          <a:p>
            <a:pPr marL="1200150" lvl="2" indent="-285750">
              <a:buFont typeface="Arial" panose="020B0604020202020204" pitchFamily="34" charset="0"/>
              <a:buChar char="•"/>
            </a:pPr>
            <a:r>
              <a:rPr lang="en-US" sz="1400" dirty="0"/>
              <a:t>Lee Lowell uses to set put credit spreads</a:t>
            </a:r>
          </a:p>
          <a:p>
            <a:pPr marL="1200150" lvl="2" indent="-285750">
              <a:buFont typeface="Arial" panose="020B0604020202020204" pitchFamily="34" charset="0"/>
              <a:buChar char="•"/>
            </a:pPr>
            <a:r>
              <a:rPr lang="en-US" sz="1400" dirty="0"/>
              <a:t>TJ uses all the time for this short straddles and/or roll puts </a:t>
            </a:r>
            <a:r>
              <a:rPr lang="en-US" sz="1400" dirty="0">
                <a:sym typeface="Wingdings" panose="05000000000000000000" pitchFamily="2" charset="2"/>
              </a:rPr>
              <a:t></a:t>
            </a:r>
            <a:endParaRPr lang="en-US" sz="1400" dirty="0"/>
          </a:p>
        </p:txBody>
      </p:sp>
      <p:sp>
        <p:nvSpPr>
          <p:cNvPr id="47" name="TextBox 46">
            <a:extLst>
              <a:ext uri="{FF2B5EF4-FFF2-40B4-BE49-F238E27FC236}">
                <a16:creationId xmlns:a16="http://schemas.microsoft.com/office/drawing/2014/main" id="{F940760B-3852-1120-5791-47C8E6E9266B}"/>
              </a:ext>
            </a:extLst>
          </p:cNvPr>
          <p:cNvSpPr txBox="1"/>
          <p:nvPr/>
        </p:nvSpPr>
        <p:spPr>
          <a:xfrm>
            <a:off x="563637" y="672399"/>
            <a:ext cx="10797431" cy="523220"/>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b="1" dirty="0"/>
              <a:t>Put Buyer – Has the right to sell @strike</a:t>
            </a:r>
          </a:p>
          <a:p>
            <a:r>
              <a:rPr lang="en-US" sz="1400" b="1" dirty="0"/>
              <a:t>Put Seller – Has the obligation to buy @stike (It can be CSP as well rather than naked put)</a:t>
            </a:r>
          </a:p>
        </p:txBody>
      </p:sp>
    </p:spTree>
    <p:extLst>
      <p:ext uri="{BB962C8B-B14F-4D97-AF65-F5344CB8AC3E}">
        <p14:creationId xmlns:p14="http://schemas.microsoft.com/office/powerpoint/2010/main" val="2771180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42DAE-B770-6437-B08F-EAB2865CD99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9F11B05-9D58-CF57-DD8F-38AA33E09680}"/>
              </a:ext>
            </a:extLst>
          </p:cNvPr>
          <p:cNvSpPr>
            <a:spLocks noGrp="1"/>
          </p:cNvSpPr>
          <p:nvPr>
            <p:ph type="subTitle" idx="1"/>
          </p:nvPr>
        </p:nvSpPr>
        <p:spPr>
          <a:xfrm>
            <a:off x="1286277" y="162162"/>
            <a:ext cx="9144000" cy="520563"/>
          </a:xfrm>
        </p:spPr>
        <p:txBody>
          <a:bodyPr/>
          <a:lstStyle/>
          <a:p>
            <a:r>
              <a:rPr lang="en-US" b="1" dirty="0"/>
              <a:t>Put Options –Short Call management - 2</a:t>
            </a:r>
          </a:p>
        </p:txBody>
      </p:sp>
      <p:sp>
        <p:nvSpPr>
          <p:cNvPr id="11" name="TextBox 10">
            <a:extLst>
              <a:ext uri="{FF2B5EF4-FFF2-40B4-BE49-F238E27FC236}">
                <a16:creationId xmlns:a16="http://schemas.microsoft.com/office/drawing/2014/main" id="{AC19C36D-D9CA-DA0B-E4B5-4CB4A0B7E37D}"/>
              </a:ext>
            </a:extLst>
          </p:cNvPr>
          <p:cNvSpPr txBox="1"/>
          <p:nvPr/>
        </p:nvSpPr>
        <p:spPr>
          <a:xfrm>
            <a:off x="3395554" y="1501128"/>
            <a:ext cx="909526" cy="523220"/>
          </a:xfrm>
          <a:prstGeom prst="rect">
            <a:avLst/>
          </a:prstGeom>
          <a:noFill/>
        </p:spPr>
        <p:txBody>
          <a:bodyPr wrap="square" rtlCol="0">
            <a:spAutoFit/>
          </a:bodyPr>
          <a:lstStyle/>
          <a:p>
            <a:r>
              <a:rPr lang="en-US" sz="1400" dirty="0"/>
              <a:t>MSTR @254.57</a:t>
            </a:r>
          </a:p>
        </p:txBody>
      </p:sp>
      <p:sp>
        <p:nvSpPr>
          <p:cNvPr id="16" name="TextBox 15">
            <a:extLst>
              <a:ext uri="{FF2B5EF4-FFF2-40B4-BE49-F238E27FC236}">
                <a16:creationId xmlns:a16="http://schemas.microsoft.com/office/drawing/2014/main" id="{95CC0298-77FA-14F7-BA9B-39E1BD96F892}"/>
              </a:ext>
            </a:extLst>
          </p:cNvPr>
          <p:cNvSpPr txBox="1"/>
          <p:nvPr/>
        </p:nvSpPr>
        <p:spPr>
          <a:xfrm>
            <a:off x="290384" y="1490459"/>
            <a:ext cx="799424" cy="523220"/>
          </a:xfrm>
          <a:prstGeom prst="rect">
            <a:avLst/>
          </a:prstGeom>
          <a:noFill/>
        </p:spPr>
        <p:txBody>
          <a:bodyPr wrap="square" rtlCol="0">
            <a:spAutoFit/>
          </a:bodyPr>
          <a:lstStyle/>
          <a:p>
            <a:r>
              <a:rPr lang="en-US" sz="1400" dirty="0"/>
              <a:t>MSTR @280</a:t>
            </a:r>
          </a:p>
        </p:txBody>
      </p:sp>
      <p:cxnSp>
        <p:nvCxnSpPr>
          <p:cNvPr id="32" name="Straight Connector 31">
            <a:extLst>
              <a:ext uri="{FF2B5EF4-FFF2-40B4-BE49-F238E27FC236}">
                <a16:creationId xmlns:a16="http://schemas.microsoft.com/office/drawing/2014/main" id="{67A9FE70-85B4-318B-B107-C657BA5207C9}"/>
              </a:ext>
            </a:extLst>
          </p:cNvPr>
          <p:cNvCxnSpPr>
            <a:cxnSpLocks/>
          </p:cNvCxnSpPr>
          <p:nvPr/>
        </p:nvCxnSpPr>
        <p:spPr>
          <a:xfrm flipH="1" flipV="1">
            <a:off x="690096" y="2094902"/>
            <a:ext cx="3845328" cy="21489"/>
          </a:xfrm>
          <a:prstGeom prst="line">
            <a:avLst/>
          </a:prstGeom>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910C763A-B599-AFF2-652D-3FEE02B35B42}"/>
              </a:ext>
            </a:extLst>
          </p:cNvPr>
          <p:cNvSpPr txBox="1"/>
          <p:nvPr/>
        </p:nvSpPr>
        <p:spPr>
          <a:xfrm>
            <a:off x="1374495" y="2152945"/>
            <a:ext cx="1270381" cy="276999"/>
          </a:xfrm>
          <a:prstGeom prst="rect">
            <a:avLst/>
          </a:prstGeom>
          <a:noFill/>
        </p:spPr>
        <p:txBody>
          <a:bodyPr wrap="square" rtlCol="0">
            <a:spAutoFit/>
          </a:bodyPr>
          <a:lstStyle/>
          <a:p>
            <a:r>
              <a:rPr lang="en-US" sz="1200" b="1" dirty="0">
                <a:solidFill>
                  <a:srgbClr val="FF0000"/>
                </a:solidFill>
              </a:rPr>
              <a:t>250 – Short Put</a:t>
            </a:r>
          </a:p>
        </p:txBody>
      </p:sp>
      <p:sp>
        <p:nvSpPr>
          <p:cNvPr id="42" name="TextBox 41">
            <a:extLst>
              <a:ext uri="{FF2B5EF4-FFF2-40B4-BE49-F238E27FC236}">
                <a16:creationId xmlns:a16="http://schemas.microsoft.com/office/drawing/2014/main" id="{01E5360A-9AB2-6228-4F54-223D6A9F719B}"/>
              </a:ext>
            </a:extLst>
          </p:cNvPr>
          <p:cNvSpPr txBox="1"/>
          <p:nvPr/>
        </p:nvSpPr>
        <p:spPr>
          <a:xfrm>
            <a:off x="5234292" y="1192962"/>
            <a:ext cx="6126776" cy="1600438"/>
          </a:xfrm>
          <a:prstGeom prst="rect">
            <a:avLst/>
          </a:prstGeom>
          <a:solidFill>
            <a:schemeClr val="accent2">
              <a:lumMod val="20000"/>
              <a:lumOff val="80000"/>
            </a:schemeClr>
          </a:solidFill>
          <a:ln w="9525">
            <a:solidFill>
              <a:schemeClr val="tx1"/>
            </a:solidFill>
          </a:ln>
        </p:spPr>
        <p:txBody>
          <a:bodyPr wrap="square" rtlCol="0">
            <a:spAutoFit/>
          </a:bodyPr>
          <a:lstStyle/>
          <a:p>
            <a:pPr algn="ctr"/>
            <a:r>
              <a:rPr lang="en-US" sz="1400" b="1" u="sng" dirty="0"/>
              <a:t>Real Life example when Sold Put goes against</a:t>
            </a:r>
          </a:p>
          <a:p>
            <a:pPr marL="342900" indent="-342900">
              <a:buFont typeface="Arial" panose="020B0604020202020204" pitchFamily="34" charset="0"/>
              <a:buChar char="•"/>
            </a:pPr>
            <a:r>
              <a:rPr lang="en-US" sz="1400" dirty="0"/>
              <a:t>On 10/14/2025 - Sold MSTR put for Nov 21 2025 @250 for 7.67</a:t>
            </a:r>
          </a:p>
          <a:p>
            <a:pPr marL="800100" lvl="1" indent="-342900">
              <a:buFont typeface="Arial" panose="020B0604020202020204" pitchFamily="34" charset="0"/>
              <a:buChar char="•"/>
            </a:pPr>
            <a:r>
              <a:rPr lang="en-US" sz="1400" dirty="0"/>
              <a:t>Collected 767</a:t>
            </a:r>
          </a:p>
          <a:p>
            <a:pPr marL="800100" lvl="1" indent="-342900">
              <a:buFont typeface="Arial" panose="020B0604020202020204" pitchFamily="34" charset="0"/>
              <a:buChar char="•"/>
            </a:pPr>
            <a:r>
              <a:rPr lang="en-US" sz="1400" dirty="0"/>
              <a:t>MSTR started to go down, and on 10/30/2025 it is trading around 254.57</a:t>
            </a:r>
          </a:p>
          <a:p>
            <a:pPr marL="800100" lvl="1" indent="-342900">
              <a:buFont typeface="Arial" panose="020B0604020202020204" pitchFamily="34" charset="0"/>
              <a:buChar char="•"/>
            </a:pPr>
            <a:r>
              <a:rPr lang="en-US" sz="1400" dirty="0"/>
              <a:t>The cost of put is now around 16.70</a:t>
            </a:r>
          </a:p>
          <a:p>
            <a:pPr marL="800100" lvl="1" indent="-342900">
              <a:buFont typeface="Arial" panose="020B0604020202020204" pitchFamily="34" charset="0"/>
              <a:buChar char="•"/>
            </a:pPr>
            <a:r>
              <a:rPr lang="en-US" sz="1400" dirty="0"/>
              <a:t>So, the </a:t>
            </a:r>
            <a:r>
              <a:rPr lang="en-US" sz="1400" b="1" dirty="0"/>
              <a:t>paper loss</a:t>
            </a:r>
            <a:r>
              <a:rPr lang="en-US" sz="1400" dirty="0"/>
              <a:t> on the put is (16.70 – 6.67) = 9.03/contract</a:t>
            </a:r>
          </a:p>
        </p:txBody>
      </p:sp>
      <p:sp>
        <p:nvSpPr>
          <p:cNvPr id="47" name="TextBox 46">
            <a:extLst>
              <a:ext uri="{FF2B5EF4-FFF2-40B4-BE49-F238E27FC236}">
                <a16:creationId xmlns:a16="http://schemas.microsoft.com/office/drawing/2014/main" id="{4E7E25D1-C86F-58EE-4508-AE25BC0B291A}"/>
              </a:ext>
            </a:extLst>
          </p:cNvPr>
          <p:cNvSpPr txBox="1"/>
          <p:nvPr/>
        </p:nvSpPr>
        <p:spPr>
          <a:xfrm>
            <a:off x="563637" y="672399"/>
            <a:ext cx="10797431" cy="523220"/>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b="1" dirty="0"/>
              <a:t>Put Buyer – Has the right to sell @strike</a:t>
            </a:r>
          </a:p>
          <a:p>
            <a:r>
              <a:rPr lang="en-US" sz="1400" b="1" dirty="0"/>
              <a:t>Put Seller – Has the obligation to buy @stike (It can be CSP as well rather than naked put)</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4DDFB39-1138-1C58-A015-39B9E4015254}"/>
                  </a:ext>
                </a:extLst>
              </p14:cNvPr>
              <p14:cNvContentPartPr/>
              <p14:nvPr/>
            </p14:nvContentPartPr>
            <p14:xfrm>
              <a:off x="426356" y="1417320"/>
              <a:ext cx="2934360" cy="615870"/>
            </p14:xfrm>
          </p:contentPart>
        </mc:Choice>
        <mc:Fallback xmlns="">
          <p:pic>
            <p:nvPicPr>
              <p:cNvPr id="2" name="Ink 1">
                <a:extLst>
                  <a:ext uri="{FF2B5EF4-FFF2-40B4-BE49-F238E27FC236}">
                    <a16:creationId xmlns:a16="http://schemas.microsoft.com/office/drawing/2014/main" id="{24DDFB39-1138-1C58-A015-39B9E4015254}"/>
                  </a:ext>
                </a:extLst>
              </p:cNvPr>
              <p:cNvPicPr/>
              <p:nvPr/>
            </p:nvPicPr>
            <p:blipFill>
              <a:blip r:embed="rId3"/>
              <a:stretch>
                <a:fillRect/>
              </a:stretch>
            </p:blipFill>
            <p:spPr>
              <a:xfrm>
                <a:off x="420236" y="1411201"/>
                <a:ext cx="2946600" cy="628108"/>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A2F77E68-8417-A92A-28A8-8729FA44A525}"/>
                  </a:ext>
                </a:extLst>
              </p14:cNvPr>
              <p14:cNvContentPartPr/>
              <p14:nvPr/>
            </p14:nvContentPartPr>
            <p14:xfrm>
              <a:off x="2697264" y="1746216"/>
              <a:ext cx="360" cy="360"/>
            </p14:xfrm>
          </p:contentPart>
        </mc:Choice>
        <mc:Fallback xmlns="">
          <p:pic>
            <p:nvPicPr>
              <p:cNvPr id="4" name="Ink 3">
                <a:extLst>
                  <a:ext uri="{FF2B5EF4-FFF2-40B4-BE49-F238E27FC236}">
                    <a16:creationId xmlns:a16="http://schemas.microsoft.com/office/drawing/2014/main" id="{A2F77E68-8417-A92A-28A8-8729FA44A525}"/>
                  </a:ext>
                </a:extLst>
              </p:cNvPr>
              <p:cNvPicPr/>
              <p:nvPr/>
            </p:nvPicPr>
            <p:blipFill>
              <a:blip r:embed="rId5"/>
              <a:stretch>
                <a:fillRect/>
              </a:stretch>
            </p:blipFill>
            <p:spPr>
              <a:xfrm>
                <a:off x="2691144" y="1740096"/>
                <a:ext cx="12600" cy="12600"/>
              </a:xfrm>
              <a:prstGeom prst="rect">
                <a:avLst/>
              </a:prstGeom>
            </p:spPr>
          </p:pic>
        </mc:Fallback>
      </mc:AlternateContent>
      <p:cxnSp>
        <p:nvCxnSpPr>
          <p:cNvPr id="6" name="Straight Connector 5">
            <a:extLst>
              <a:ext uri="{FF2B5EF4-FFF2-40B4-BE49-F238E27FC236}">
                <a16:creationId xmlns:a16="http://schemas.microsoft.com/office/drawing/2014/main" id="{41142563-0017-5CBC-C595-53BCD49C03D7}"/>
              </a:ext>
            </a:extLst>
          </p:cNvPr>
          <p:cNvCxnSpPr>
            <a:cxnSpLocks/>
          </p:cNvCxnSpPr>
          <p:nvPr/>
        </p:nvCxnSpPr>
        <p:spPr>
          <a:xfrm>
            <a:off x="4526280" y="1298160"/>
            <a:ext cx="0" cy="1179576"/>
          </a:xfrm>
          <a:prstGeom prst="line">
            <a:avLst/>
          </a:prstGeom>
        </p:spPr>
        <p:style>
          <a:lnRef idx="2">
            <a:schemeClr val="accent5"/>
          </a:lnRef>
          <a:fillRef idx="0">
            <a:schemeClr val="accent5"/>
          </a:fillRef>
          <a:effectRef idx="1">
            <a:schemeClr val="accent5"/>
          </a:effectRef>
          <a:fontRef idx="minor">
            <a:schemeClr val="tx1"/>
          </a:fontRef>
        </p:style>
      </p:cxnSp>
      <p:sp>
        <p:nvSpPr>
          <p:cNvPr id="8" name="TextBox 7">
            <a:extLst>
              <a:ext uri="{FF2B5EF4-FFF2-40B4-BE49-F238E27FC236}">
                <a16:creationId xmlns:a16="http://schemas.microsoft.com/office/drawing/2014/main" id="{B0D96B32-3C19-D63B-E008-C822452987E8}"/>
              </a:ext>
            </a:extLst>
          </p:cNvPr>
          <p:cNvSpPr txBox="1"/>
          <p:nvPr/>
        </p:nvSpPr>
        <p:spPr>
          <a:xfrm>
            <a:off x="4145362" y="2466499"/>
            <a:ext cx="909526" cy="307777"/>
          </a:xfrm>
          <a:prstGeom prst="rect">
            <a:avLst/>
          </a:prstGeom>
          <a:noFill/>
        </p:spPr>
        <p:txBody>
          <a:bodyPr wrap="square" rtlCol="0">
            <a:spAutoFit/>
          </a:bodyPr>
          <a:lstStyle/>
          <a:p>
            <a:r>
              <a:rPr lang="en-US" sz="1400" dirty="0"/>
              <a:t>22 DTE</a:t>
            </a:r>
          </a:p>
        </p:txBody>
      </p:sp>
      <p:sp>
        <p:nvSpPr>
          <p:cNvPr id="13" name="TextBox 12">
            <a:extLst>
              <a:ext uri="{FF2B5EF4-FFF2-40B4-BE49-F238E27FC236}">
                <a16:creationId xmlns:a16="http://schemas.microsoft.com/office/drawing/2014/main" id="{1563AA27-C02F-2B48-B1EC-AB09FF58321A}"/>
              </a:ext>
            </a:extLst>
          </p:cNvPr>
          <p:cNvSpPr txBox="1"/>
          <p:nvPr/>
        </p:nvSpPr>
        <p:spPr>
          <a:xfrm>
            <a:off x="365829" y="2060611"/>
            <a:ext cx="799424" cy="461665"/>
          </a:xfrm>
          <a:prstGeom prst="rect">
            <a:avLst/>
          </a:prstGeom>
          <a:noFill/>
        </p:spPr>
        <p:txBody>
          <a:bodyPr wrap="square" rtlCol="0">
            <a:spAutoFit/>
          </a:bodyPr>
          <a:lstStyle/>
          <a:p>
            <a:r>
              <a:rPr lang="en-US" sz="1200" dirty="0">
                <a:solidFill>
                  <a:srgbClr val="FF0000"/>
                </a:solidFill>
              </a:rPr>
              <a:t>Put sold  @7.67</a:t>
            </a:r>
          </a:p>
        </p:txBody>
      </p:sp>
      <p:sp>
        <p:nvSpPr>
          <p:cNvPr id="14" name="TextBox 13">
            <a:extLst>
              <a:ext uri="{FF2B5EF4-FFF2-40B4-BE49-F238E27FC236}">
                <a16:creationId xmlns:a16="http://schemas.microsoft.com/office/drawing/2014/main" id="{FB2B0E86-1F13-704F-2D84-7EFAFF23BC46}"/>
              </a:ext>
            </a:extLst>
          </p:cNvPr>
          <p:cNvSpPr txBox="1"/>
          <p:nvPr/>
        </p:nvSpPr>
        <p:spPr>
          <a:xfrm>
            <a:off x="3063360" y="2084305"/>
            <a:ext cx="799424" cy="461665"/>
          </a:xfrm>
          <a:prstGeom prst="rect">
            <a:avLst/>
          </a:prstGeom>
          <a:noFill/>
        </p:spPr>
        <p:txBody>
          <a:bodyPr wrap="square" rtlCol="0">
            <a:spAutoFit/>
          </a:bodyPr>
          <a:lstStyle/>
          <a:p>
            <a:r>
              <a:rPr lang="en-US" sz="1200" dirty="0">
                <a:solidFill>
                  <a:srgbClr val="FF0000"/>
                </a:solidFill>
              </a:rPr>
              <a:t>Put at  @16.70</a:t>
            </a:r>
          </a:p>
        </p:txBody>
      </p:sp>
      <p:cxnSp>
        <p:nvCxnSpPr>
          <p:cNvPr id="15" name="Straight Connector 14">
            <a:extLst>
              <a:ext uri="{FF2B5EF4-FFF2-40B4-BE49-F238E27FC236}">
                <a16:creationId xmlns:a16="http://schemas.microsoft.com/office/drawing/2014/main" id="{8CD34947-2A34-08F9-09F7-00D99C2A6342}"/>
              </a:ext>
            </a:extLst>
          </p:cNvPr>
          <p:cNvCxnSpPr>
            <a:cxnSpLocks/>
          </p:cNvCxnSpPr>
          <p:nvPr/>
        </p:nvCxnSpPr>
        <p:spPr>
          <a:xfrm>
            <a:off x="3354702" y="1299425"/>
            <a:ext cx="0" cy="1179576"/>
          </a:xfrm>
          <a:prstGeom prst="line">
            <a:avLst/>
          </a:prstGeom>
        </p:spPr>
        <p:style>
          <a:lnRef idx="2">
            <a:schemeClr val="accent5"/>
          </a:lnRef>
          <a:fillRef idx="0">
            <a:schemeClr val="accent5"/>
          </a:fillRef>
          <a:effectRef idx="1">
            <a:schemeClr val="accent5"/>
          </a:effectRef>
          <a:fontRef idx="minor">
            <a:schemeClr val="tx1"/>
          </a:fontRef>
        </p:style>
      </p:cxnSp>
      <p:sp>
        <p:nvSpPr>
          <p:cNvPr id="17" name="TextBox 16">
            <a:extLst>
              <a:ext uri="{FF2B5EF4-FFF2-40B4-BE49-F238E27FC236}">
                <a16:creationId xmlns:a16="http://schemas.microsoft.com/office/drawing/2014/main" id="{C0481C1F-213F-EA65-969C-40C8D8593B52}"/>
              </a:ext>
            </a:extLst>
          </p:cNvPr>
          <p:cNvSpPr txBox="1"/>
          <p:nvPr/>
        </p:nvSpPr>
        <p:spPr>
          <a:xfrm>
            <a:off x="3040805" y="2513910"/>
            <a:ext cx="909526" cy="261610"/>
          </a:xfrm>
          <a:prstGeom prst="rect">
            <a:avLst/>
          </a:prstGeom>
          <a:noFill/>
        </p:spPr>
        <p:txBody>
          <a:bodyPr wrap="square" rtlCol="0">
            <a:spAutoFit/>
          </a:bodyPr>
          <a:lstStyle/>
          <a:p>
            <a:r>
              <a:rPr lang="en-US" sz="1100" dirty="0"/>
              <a:t>10/30/2025</a:t>
            </a:r>
          </a:p>
        </p:txBody>
      </p:sp>
      <p:sp>
        <p:nvSpPr>
          <p:cNvPr id="18" name="TextBox 17">
            <a:extLst>
              <a:ext uri="{FF2B5EF4-FFF2-40B4-BE49-F238E27FC236}">
                <a16:creationId xmlns:a16="http://schemas.microsoft.com/office/drawing/2014/main" id="{40DC771A-FBCC-3A5D-A66F-8D5A37190E66}"/>
              </a:ext>
            </a:extLst>
          </p:cNvPr>
          <p:cNvSpPr txBox="1"/>
          <p:nvPr/>
        </p:nvSpPr>
        <p:spPr>
          <a:xfrm>
            <a:off x="170798" y="2447542"/>
            <a:ext cx="909526" cy="261610"/>
          </a:xfrm>
          <a:prstGeom prst="rect">
            <a:avLst/>
          </a:prstGeom>
          <a:noFill/>
        </p:spPr>
        <p:txBody>
          <a:bodyPr wrap="square" rtlCol="0">
            <a:spAutoFit/>
          </a:bodyPr>
          <a:lstStyle/>
          <a:p>
            <a:r>
              <a:rPr lang="en-US" sz="1100" dirty="0"/>
              <a:t>10/14/2025</a:t>
            </a:r>
          </a:p>
        </p:txBody>
      </p:sp>
      <p:sp>
        <p:nvSpPr>
          <p:cNvPr id="19" name="TextBox 18">
            <a:extLst>
              <a:ext uri="{FF2B5EF4-FFF2-40B4-BE49-F238E27FC236}">
                <a16:creationId xmlns:a16="http://schemas.microsoft.com/office/drawing/2014/main" id="{E568E36A-0C0A-33DC-DA5F-A374FDDCD901}"/>
              </a:ext>
            </a:extLst>
          </p:cNvPr>
          <p:cNvSpPr txBox="1"/>
          <p:nvPr/>
        </p:nvSpPr>
        <p:spPr>
          <a:xfrm>
            <a:off x="399684" y="2771379"/>
            <a:ext cx="10961384" cy="3108543"/>
          </a:xfrm>
          <a:prstGeom prst="rect">
            <a:avLst/>
          </a:prstGeom>
          <a:solidFill>
            <a:schemeClr val="accent2">
              <a:lumMod val="20000"/>
              <a:lumOff val="80000"/>
            </a:schemeClr>
          </a:solidFill>
          <a:ln w="9525">
            <a:solidFill>
              <a:schemeClr val="tx1"/>
            </a:solidFill>
          </a:ln>
        </p:spPr>
        <p:txBody>
          <a:bodyPr wrap="square" rtlCol="0">
            <a:spAutoFit/>
          </a:bodyPr>
          <a:lstStyle/>
          <a:p>
            <a:pPr marL="342900" indent="-342900">
              <a:buFont typeface="Arial" panose="020B0604020202020204" pitchFamily="34" charset="0"/>
              <a:buChar char="•"/>
            </a:pPr>
            <a:r>
              <a:rPr lang="en-US" sz="1400" dirty="0"/>
              <a:t>What are my choices?</a:t>
            </a:r>
          </a:p>
          <a:p>
            <a:pPr marL="800100" lvl="1" indent="-342900">
              <a:buFont typeface="Arial" panose="020B0604020202020204" pitchFamily="34" charset="0"/>
              <a:buChar char="•"/>
            </a:pPr>
            <a:r>
              <a:rPr lang="en-US" sz="1400" dirty="0"/>
              <a:t>I can buy back the put @16.05 and book a </a:t>
            </a:r>
            <a:r>
              <a:rPr lang="en-US" sz="1400" b="1" dirty="0"/>
              <a:t>real loss</a:t>
            </a:r>
            <a:r>
              <a:rPr lang="en-US" sz="1400" dirty="0"/>
              <a:t> of 8.38/contract</a:t>
            </a:r>
          </a:p>
          <a:p>
            <a:pPr marL="800100" lvl="1" indent="-342900">
              <a:buFont typeface="Arial" panose="020B0604020202020204" pitchFamily="34" charset="0"/>
              <a:buChar char="•"/>
            </a:pPr>
            <a:r>
              <a:rPr lang="en-US" sz="1400" dirty="0"/>
              <a:t>I can wait and see if I get put the shares @250 sometime in future</a:t>
            </a:r>
          </a:p>
          <a:p>
            <a:pPr marL="1257300" lvl="2" indent="-342900">
              <a:buFont typeface="Arial" panose="020B0604020202020204" pitchFamily="34" charset="0"/>
              <a:buChar char="•"/>
            </a:pPr>
            <a:r>
              <a:rPr lang="en-US" sz="1400" dirty="0"/>
              <a:t>More on this later as the put is OTM and all the value is extrinsic. So, the put buyer may not have the motivation to put the shares</a:t>
            </a:r>
          </a:p>
          <a:p>
            <a:pPr marL="800100" lvl="1" indent="-342900">
              <a:buFont typeface="Arial" panose="020B0604020202020204" pitchFamily="34" charset="0"/>
              <a:buChar char="•"/>
            </a:pPr>
            <a:r>
              <a:rPr lang="en-US" sz="1400" dirty="0"/>
              <a:t>I can roll now, instead of waiting. I can roll down or roll out or roll down/same and roll out. Need to decide if I want to take a small loss or remain @7.67 profit or bring in even more premium. </a:t>
            </a:r>
          </a:p>
          <a:p>
            <a:pPr marL="800100" lvl="1" indent="-342900">
              <a:buFont typeface="Arial" panose="020B0604020202020204" pitchFamily="34" charset="0"/>
              <a:buChar char="•"/>
            </a:pPr>
            <a:r>
              <a:rPr lang="en-US" sz="1400" dirty="0"/>
              <a:t>If I don’t want to take a loss when I roll, then I need to buy (BTC) @16.70 and then sell (STO) another that is around @16.70</a:t>
            </a:r>
          </a:p>
          <a:p>
            <a:pPr marL="1257300" lvl="2" indent="-342900">
              <a:buFont typeface="Arial" panose="020B0604020202020204" pitchFamily="34" charset="0"/>
              <a:buChar char="•"/>
            </a:pPr>
            <a:r>
              <a:rPr lang="en-US" sz="1400" dirty="0"/>
              <a:t>10/14/2025 – Sold @7.67             + 7.67</a:t>
            </a:r>
          </a:p>
          <a:p>
            <a:pPr marL="1257300" lvl="2" indent="-342900">
              <a:buFont typeface="Arial" panose="020B0604020202020204" pitchFamily="34" charset="0"/>
              <a:buChar char="•"/>
            </a:pPr>
            <a:r>
              <a:rPr lang="en-US" sz="1400" dirty="0"/>
              <a:t>10/30/2025 – Bought @16.05     - 8.38</a:t>
            </a:r>
          </a:p>
          <a:p>
            <a:pPr marL="1257300" lvl="2" indent="-342900">
              <a:buFont typeface="Arial" panose="020B0604020202020204" pitchFamily="34" charset="0"/>
              <a:buChar char="•"/>
            </a:pPr>
            <a:r>
              <a:rPr lang="en-US" sz="1400" dirty="0"/>
              <a:t>10/30/2025 – Sold @16.05           + 7.67</a:t>
            </a:r>
          </a:p>
          <a:p>
            <a:pPr marL="1257300" lvl="2" indent="-342900">
              <a:buFont typeface="Arial" panose="020B0604020202020204" pitchFamily="34" charset="0"/>
              <a:buChar char="•"/>
            </a:pPr>
            <a:r>
              <a:rPr lang="en-US" sz="1400" dirty="0"/>
              <a:t>So, If I do that, then I would still be at the same credit @7.67, but my expiry and/or @strike price would be different. Let’s explore the options chains to see what put is trading around @16.05</a:t>
            </a:r>
          </a:p>
          <a:p>
            <a:pPr lvl="2"/>
            <a:endParaRPr lang="en-US" sz="1400" dirty="0"/>
          </a:p>
        </p:txBody>
      </p:sp>
    </p:spTree>
    <p:extLst>
      <p:ext uri="{BB962C8B-B14F-4D97-AF65-F5344CB8AC3E}">
        <p14:creationId xmlns:p14="http://schemas.microsoft.com/office/powerpoint/2010/main" val="1449773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6F8-73E1-F175-02B8-2596DCECB04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D60F573-116E-08B5-28AF-119D3055F9F1}"/>
              </a:ext>
            </a:extLst>
          </p:cNvPr>
          <p:cNvSpPr>
            <a:spLocks noGrp="1"/>
          </p:cNvSpPr>
          <p:nvPr>
            <p:ph type="subTitle" idx="1"/>
          </p:nvPr>
        </p:nvSpPr>
        <p:spPr>
          <a:xfrm>
            <a:off x="1286277" y="162162"/>
            <a:ext cx="9144000" cy="520563"/>
          </a:xfrm>
        </p:spPr>
        <p:txBody>
          <a:bodyPr/>
          <a:lstStyle/>
          <a:p>
            <a:r>
              <a:rPr lang="en-US" b="1" dirty="0"/>
              <a:t>Put Options –Short Call management - 2</a:t>
            </a:r>
          </a:p>
        </p:txBody>
      </p:sp>
      <p:sp>
        <p:nvSpPr>
          <p:cNvPr id="11" name="TextBox 10">
            <a:extLst>
              <a:ext uri="{FF2B5EF4-FFF2-40B4-BE49-F238E27FC236}">
                <a16:creationId xmlns:a16="http://schemas.microsoft.com/office/drawing/2014/main" id="{AC4A8349-369E-D0E3-F1D6-51E60BDC863E}"/>
              </a:ext>
            </a:extLst>
          </p:cNvPr>
          <p:cNvSpPr txBox="1"/>
          <p:nvPr/>
        </p:nvSpPr>
        <p:spPr>
          <a:xfrm>
            <a:off x="3395554" y="1501128"/>
            <a:ext cx="909526" cy="523220"/>
          </a:xfrm>
          <a:prstGeom prst="rect">
            <a:avLst/>
          </a:prstGeom>
          <a:noFill/>
        </p:spPr>
        <p:txBody>
          <a:bodyPr wrap="square" rtlCol="0">
            <a:spAutoFit/>
          </a:bodyPr>
          <a:lstStyle/>
          <a:p>
            <a:r>
              <a:rPr lang="en-US" sz="1400" dirty="0"/>
              <a:t>MSTR @254.57</a:t>
            </a:r>
          </a:p>
        </p:txBody>
      </p:sp>
      <p:sp>
        <p:nvSpPr>
          <p:cNvPr id="16" name="TextBox 15">
            <a:extLst>
              <a:ext uri="{FF2B5EF4-FFF2-40B4-BE49-F238E27FC236}">
                <a16:creationId xmlns:a16="http://schemas.microsoft.com/office/drawing/2014/main" id="{4C991DDD-8515-4E69-13DE-6B59949F99BE}"/>
              </a:ext>
            </a:extLst>
          </p:cNvPr>
          <p:cNvSpPr txBox="1"/>
          <p:nvPr/>
        </p:nvSpPr>
        <p:spPr>
          <a:xfrm>
            <a:off x="290384" y="1490459"/>
            <a:ext cx="799424" cy="523220"/>
          </a:xfrm>
          <a:prstGeom prst="rect">
            <a:avLst/>
          </a:prstGeom>
          <a:noFill/>
        </p:spPr>
        <p:txBody>
          <a:bodyPr wrap="square" rtlCol="0">
            <a:spAutoFit/>
          </a:bodyPr>
          <a:lstStyle/>
          <a:p>
            <a:r>
              <a:rPr lang="en-US" sz="1400" dirty="0"/>
              <a:t>MSTR @280</a:t>
            </a:r>
          </a:p>
        </p:txBody>
      </p:sp>
      <p:cxnSp>
        <p:nvCxnSpPr>
          <p:cNvPr id="32" name="Straight Connector 31">
            <a:extLst>
              <a:ext uri="{FF2B5EF4-FFF2-40B4-BE49-F238E27FC236}">
                <a16:creationId xmlns:a16="http://schemas.microsoft.com/office/drawing/2014/main" id="{169AE8C2-27C8-D649-3A71-9EF9172C8CEC}"/>
              </a:ext>
            </a:extLst>
          </p:cNvPr>
          <p:cNvCxnSpPr>
            <a:cxnSpLocks/>
          </p:cNvCxnSpPr>
          <p:nvPr/>
        </p:nvCxnSpPr>
        <p:spPr>
          <a:xfrm flipH="1" flipV="1">
            <a:off x="690096" y="2094902"/>
            <a:ext cx="3845328" cy="21489"/>
          </a:xfrm>
          <a:prstGeom prst="line">
            <a:avLst/>
          </a:prstGeom>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9D8CCDF8-9AE7-91CA-1006-C62B5306AF31}"/>
              </a:ext>
            </a:extLst>
          </p:cNvPr>
          <p:cNvSpPr txBox="1"/>
          <p:nvPr/>
        </p:nvSpPr>
        <p:spPr>
          <a:xfrm>
            <a:off x="1374495" y="2152945"/>
            <a:ext cx="1270381" cy="276999"/>
          </a:xfrm>
          <a:prstGeom prst="rect">
            <a:avLst/>
          </a:prstGeom>
          <a:noFill/>
        </p:spPr>
        <p:txBody>
          <a:bodyPr wrap="square" rtlCol="0">
            <a:spAutoFit/>
          </a:bodyPr>
          <a:lstStyle/>
          <a:p>
            <a:r>
              <a:rPr lang="en-US" sz="1200" b="1" dirty="0">
                <a:solidFill>
                  <a:srgbClr val="FF0000"/>
                </a:solidFill>
              </a:rPr>
              <a:t>250 – Short Put</a:t>
            </a:r>
          </a:p>
        </p:txBody>
      </p:sp>
      <p:sp>
        <p:nvSpPr>
          <p:cNvPr id="47" name="TextBox 46">
            <a:extLst>
              <a:ext uri="{FF2B5EF4-FFF2-40B4-BE49-F238E27FC236}">
                <a16:creationId xmlns:a16="http://schemas.microsoft.com/office/drawing/2014/main" id="{DAA961EA-015D-EBA2-3611-53E0A9B80F1C}"/>
              </a:ext>
            </a:extLst>
          </p:cNvPr>
          <p:cNvSpPr txBox="1"/>
          <p:nvPr/>
        </p:nvSpPr>
        <p:spPr>
          <a:xfrm>
            <a:off x="563637" y="672399"/>
            <a:ext cx="10797431" cy="523220"/>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b="1" dirty="0"/>
              <a:t>Put Buyer – Has the right to sell @strike</a:t>
            </a:r>
          </a:p>
          <a:p>
            <a:r>
              <a:rPr lang="en-US" sz="1400" b="1" dirty="0"/>
              <a:t>Put Seller – Has the obligation to buy @stike (It can be CSP as well rather than naked put)</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087F7ABD-02D7-375D-049C-45B53656E5DF}"/>
                  </a:ext>
                </a:extLst>
              </p14:cNvPr>
              <p14:cNvContentPartPr/>
              <p14:nvPr/>
            </p14:nvContentPartPr>
            <p14:xfrm>
              <a:off x="426356" y="1417320"/>
              <a:ext cx="2934360" cy="615870"/>
            </p14:xfrm>
          </p:contentPart>
        </mc:Choice>
        <mc:Fallback xmlns="">
          <p:pic>
            <p:nvPicPr>
              <p:cNvPr id="2" name="Ink 1">
                <a:extLst>
                  <a:ext uri="{FF2B5EF4-FFF2-40B4-BE49-F238E27FC236}">
                    <a16:creationId xmlns:a16="http://schemas.microsoft.com/office/drawing/2014/main" id="{087F7ABD-02D7-375D-049C-45B53656E5DF}"/>
                  </a:ext>
                </a:extLst>
              </p:cNvPr>
              <p:cNvPicPr/>
              <p:nvPr/>
            </p:nvPicPr>
            <p:blipFill>
              <a:blip r:embed="rId3"/>
              <a:stretch>
                <a:fillRect/>
              </a:stretch>
            </p:blipFill>
            <p:spPr>
              <a:xfrm>
                <a:off x="420236" y="1411201"/>
                <a:ext cx="2946600" cy="628108"/>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3848B32C-9869-520A-6033-A1E10731FD95}"/>
                  </a:ext>
                </a:extLst>
              </p14:cNvPr>
              <p14:cNvContentPartPr/>
              <p14:nvPr/>
            </p14:nvContentPartPr>
            <p14:xfrm>
              <a:off x="2697264" y="1746216"/>
              <a:ext cx="360" cy="360"/>
            </p14:xfrm>
          </p:contentPart>
        </mc:Choice>
        <mc:Fallback xmlns="">
          <p:pic>
            <p:nvPicPr>
              <p:cNvPr id="4" name="Ink 3">
                <a:extLst>
                  <a:ext uri="{FF2B5EF4-FFF2-40B4-BE49-F238E27FC236}">
                    <a16:creationId xmlns:a16="http://schemas.microsoft.com/office/drawing/2014/main" id="{3848B32C-9869-520A-6033-A1E10731FD95}"/>
                  </a:ext>
                </a:extLst>
              </p:cNvPr>
              <p:cNvPicPr/>
              <p:nvPr/>
            </p:nvPicPr>
            <p:blipFill>
              <a:blip r:embed="rId5"/>
              <a:stretch>
                <a:fillRect/>
              </a:stretch>
            </p:blipFill>
            <p:spPr>
              <a:xfrm>
                <a:off x="2691144" y="1740096"/>
                <a:ext cx="12600" cy="12600"/>
              </a:xfrm>
              <a:prstGeom prst="rect">
                <a:avLst/>
              </a:prstGeom>
            </p:spPr>
          </p:pic>
        </mc:Fallback>
      </mc:AlternateContent>
      <p:cxnSp>
        <p:nvCxnSpPr>
          <p:cNvPr id="6" name="Straight Connector 5">
            <a:extLst>
              <a:ext uri="{FF2B5EF4-FFF2-40B4-BE49-F238E27FC236}">
                <a16:creationId xmlns:a16="http://schemas.microsoft.com/office/drawing/2014/main" id="{7435C002-2671-6AC0-8FE4-F47427B5DCCD}"/>
              </a:ext>
            </a:extLst>
          </p:cNvPr>
          <p:cNvCxnSpPr>
            <a:cxnSpLocks/>
          </p:cNvCxnSpPr>
          <p:nvPr/>
        </p:nvCxnSpPr>
        <p:spPr>
          <a:xfrm>
            <a:off x="4526280" y="1298160"/>
            <a:ext cx="0" cy="1179576"/>
          </a:xfrm>
          <a:prstGeom prst="line">
            <a:avLst/>
          </a:prstGeom>
        </p:spPr>
        <p:style>
          <a:lnRef idx="2">
            <a:schemeClr val="accent5"/>
          </a:lnRef>
          <a:fillRef idx="0">
            <a:schemeClr val="accent5"/>
          </a:fillRef>
          <a:effectRef idx="1">
            <a:schemeClr val="accent5"/>
          </a:effectRef>
          <a:fontRef idx="minor">
            <a:schemeClr val="tx1"/>
          </a:fontRef>
        </p:style>
      </p:cxnSp>
      <p:sp>
        <p:nvSpPr>
          <p:cNvPr id="8" name="TextBox 7">
            <a:extLst>
              <a:ext uri="{FF2B5EF4-FFF2-40B4-BE49-F238E27FC236}">
                <a16:creationId xmlns:a16="http://schemas.microsoft.com/office/drawing/2014/main" id="{E4965DB7-027A-0159-16D8-7F85213A388B}"/>
              </a:ext>
            </a:extLst>
          </p:cNvPr>
          <p:cNvSpPr txBox="1"/>
          <p:nvPr/>
        </p:nvSpPr>
        <p:spPr>
          <a:xfrm>
            <a:off x="4145362" y="2466499"/>
            <a:ext cx="909526" cy="307777"/>
          </a:xfrm>
          <a:prstGeom prst="rect">
            <a:avLst/>
          </a:prstGeom>
          <a:noFill/>
        </p:spPr>
        <p:txBody>
          <a:bodyPr wrap="square" rtlCol="0">
            <a:spAutoFit/>
          </a:bodyPr>
          <a:lstStyle/>
          <a:p>
            <a:r>
              <a:rPr lang="en-US" sz="1400" dirty="0"/>
              <a:t>22 DTE</a:t>
            </a:r>
          </a:p>
        </p:txBody>
      </p:sp>
      <p:sp>
        <p:nvSpPr>
          <p:cNvPr id="13" name="TextBox 12">
            <a:extLst>
              <a:ext uri="{FF2B5EF4-FFF2-40B4-BE49-F238E27FC236}">
                <a16:creationId xmlns:a16="http://schemas.microsoft.com/office/drawing/2014/main" id="{1BA8A116-10EC-3E8B-30F9-2E7DA5967F99}"/>
              </a:ext>
            </a:extLst>
          </p:cNvPr>
          <p:cNvSpPr txBox="1"/>
          <p:nvPr/>
        </p:nvSpPr>
        <p:spPr>
          <a:xfrm>
            <a:off x="365829" y="2060611"/>
            <a:ext cx="799424" cy="461665"/>
          </a:xfrm>
          <a:prstGeom prst="rect">
            <a:avLst/>
          </a:prstGeom>
          <a:noFill/>
        </p:spPr>
        <p:txBody>
          <a:bodyPr wrap="square" rtlCol="0">
            <a:spAutoFit/>
          </a:bodyPr>
          <a:lstStyle/>
          <a:p>
            <a:r>
              <a:rPr lang="en-US" sz="1200" dirty="0">
                <a:solidFill>
                  <a:srgbClr val="FF0000"/>
                </a:solidFill>
              </a:rPr>
              <a:t>Put sold  @7.67</a:t>
            </a:r>
          </a:p>
        </p:txBody>
      </p:sp>
      <p:sp>
        <p:nvSpPr>
          <p:cNvPr id="14" name="TextBox 13">
            <a:extLst>
              <a:ext uri="{FF2B5EF4-FFF2-40B4-BE49-F238E27FC236}">
                <a16:creationId xmlns:a16="http://schemas.microsoft.com/office/drawing/2014/main" id="{63FC39E9-450B-0262-2C7A-958002D9ECEC}"/>
              </a:ext>
            </a:extLst>
          </p:cNvPr>
          <p:cNvSpPr txBox="1"/>
          <p:nvPr/>
        </p:nvSpPr>
        <p:spPr>
          <a:xfrm>
            <a:off x="3063360" y="2084305"/>
            <a:ext cx="799424" cy="461665"/>
          </a:xfrm>
          <a:prstGeom prst="rect">
            <a:avLst/>
          </a:prstGeom>
          <a:noFill/>
        </p:spPr>
        <p:txBody>
          <a:bodyPr wrap="square" rtlCol="0">
            <a:spAutoFit/>
          </a:bodyPr>
          <a:lstStyle/>
          <a:p>
            <a:r>
              <a:rPr lang="en-US" sz="1200" dirty="0">
                <a:solidFill>
                  <a:srgbClr val="FF0000"/>
                </a:solidFill>
              </a:rPr>
              <a:t>Put at  @16.70</a:t>
            </a:r>
          </a:p>
        </p:txBody>
      </p:sp>
      <p:cxnSp>
        <p:nvCxnSpPr>
          <p:cNvPr id="15" name="Straight Connector 14">
            <a:extLst>
              <a:ext uri="{FF2B5EF4-FFF2-40B4-BE49-F238E27FC236}">
                <a16:creationId xmlns:a16="http://schemas.microsoft.com/office/drawing/2014/main" id="{EA962712-AC73-A45F-E436-B3A1AF3B6BB1}"/>
              </a:ext>
            </a:extLst>
          </p:cNvPr>
          <p:cNvCxnSpPr>
            <a:cxnSpLocks/>
          </p:cNvCxnSpPr>
          <p:nvPr/>
        </p:nvCxnSpPr>
        <p:spPr>
          <a:xfrm>
            <a:off x="3354702" y="1299425"/>
            <a:ext cx="0" cy="1179576"/>
          </a:xfrm>
          <a:prstGeom prst="line">
            <a:avLst/>
          </a:prstGeom>
        </p:spPr>
        <p:style>
          <a:lnRef idx="2">
            <a:schemeClr val="accent5"/>
          </a:lnRef>
          <a:fillRef idx="0">
            <a:schemeClr val="accent5"/>
          </a:fillRef>
          <a:effectRef idx="1">
            <a:schemeClr val="accent5"/>
          </a:effectRef>
          <a:fontRef idx="minor">
            <a:schemeClr val="tx1"/>
          </a:fontRef>
        </p:style>
      </p:cxnSp>
      <p:sp>
        <p:nvSpPr>
          <p:cNvPr id="17" name="TextBox 16">
            <a:extLst>
              <a:ext uri="{FF2B5EF4-FFF2-40B4-BE49-F238E27FC236}">
                <a16:creationId xmlns:a16="http://schemas.microsoft.com/office/drawing/2014/main" id="{C34D3274-37C1-2355-2DAB-5BB22432559A}"/>
              </a:ext>
            </a:extLst>
          </p:cNvPr>
          <p:cNvSpPr txBox="1"/>
          <p:nvPr/>
        </p:nvSpPr>
        <p:spPr>
          <a:xfrm>
            <a:off x="3040805" y="2513910"/>
            <a:ext cx="909526" cy="261610"/>
          </a:xfrm>
          <a:prstGeom prst="rect">
            <a:avLst/>
          </a:prstGeom>
          <a:noFill/>
        </p:spPr>
        <p:txBody>
          <a:bodyPr wrap="square" rtlCol="0">
            <a:spAutoFit/>
          </a:bodyPr>
          <a:lstStyle/>
          <a:p>
            <a:r>
              <a:rPr lang="en-US" sz="1100" dirty="0"/>
              <a:t>10/30/2025</a:t>
            </a:r>
          </a:p>
        </p:txBody>
      </p:sp>
      <p:sp>
        <p:nvSpPr>
          <p:cNvPr id="18" name="TextBox 17">
            <a:extLst>
              <a:ext uri="{FF2B5EF4-FFF2-40B4-BE49-F238E27FC236}">
                <a16:creationId xmlns:a16="http://schemas.microsoft.com/office/drawing/2014/main" id="{8B534EB8-244F-939C-BD86-67138DF0679F}"/>
              </a:ext>
            </a:extLst>
          </p:cNvPr>
          <p:cNvSpPr txBox="1"/>
          <p:nvPr/>
        </p:nvSpPr>
        <p:spPr>
          <a:xfrm>
            <a:off x="170798" y="2447542"/>
            <a:ext cx="909526" cy="261610"/>
          </a:xfrm>
          <a:prstGeom prst="rect">
            <a:avLst/>
          </a:prstGeom>
          <a:noFill/>
        </p:spPr>
        <p:txBody>
          <a:bodyPr wrap="square" rtlCol="0">
            <a:spAutoFit/>
          </a:bodyPr>
          <a:lstStyle/>
          <a:p>
            <a:r>
              <a:rPr lang="en-US" sz="1100" dirty="0"/>
              <a:t>10/14/2025</a:t>
            </a:r>
          </a:p>
        </p:txBody>
      </p:sp>
      <p:sp>
        <p:nvSpPr>
          <p:cNvPr id="19" name="TextBox 18">
            <a:extLst>
              <a:ext uri="{FF2B5EF4-FFF2-40B4-BE49-F238E27FC236}">
                <a16:creationId xmlns:a16="http://schemas.microsoft.com/office/drawing/2014/main" id="{A33C7F3B-F975-A5BD-CCDE-06F55BEFC103}"/>
              </a:ext>
            </a:extLst>
          </p:cNvPr>
          <p:cNvSpPr txBox="1"/>
          <p:nvPr/>
        </p:nvSpPr>
        <p:spPr>
          <a:xfrm>
            <a:off x="399684" y="2771379"/>
            <a:ext cx="8418469" cy="3970318"/>
          </a:xfrm>
          <a:prstGeom prst="rect">
            <a:avLst/>
          </a:prstGeom>
          <a:solidFill>
            <a:schemeClr val="accent2">
              <a:lumMod val="20000"/>
              <a:lumOff val="80000"/>
            </a:schemeClr>
          </a:solidFill>
          <a:ln w="9525">
            <a:solidFill>
              <a:schemeClr val="tx1"/>
            </a:solidFill>
          </a:ln>
        </p:spPr>
        <p:txBody>
          <a:bodyPr wrap="square" rtlCol="0">
            <a:spAutoFit/>
          </a:bodyPr>
          <a:lstStyle/>
          <a:p>
            <a:pPr marL="342900" indent="-342900">
              <a:buFont typeface="Arial" panose="020B0604020202020204" pitchFamily="34" charset="0"/>
              <a:buChar char="•"/>
            </a:pPr>
            <a:r>
              <a:rPr lang="en-US" sz="1400" dirty="0"/>
              <a:t>I can roll down, same expiry 22DTE (Nov 21st), from @250 to @240</a:t>
            </a:r>
          </a:p>
          <a:p>
            <a:pPr marL="800100" lvl="1" indent="-342900">
              <a:buFont typeface="Arial" panose="020B0604020202020204" pitchFamily="34" charset="0"/>
              <a:buChar char="•"/>
            </a:pPr>
            <a:r>
              <a:rPr lang="en-US" sz="1400" dirty="0"/>
              <a:t>That put is selling @12.07</a:t>
            </a:r>
          </a:p>
          <a:p>
            <a:pPr marL="800100" lvl="1" indent="-342900">
              <a:buFont typeface="Arial" panose="020B0604020202020204" pitchFamily="34" charset="0"/>
              <a:buChar char="•"/>
            </a:pPr>
            <a:r>
              <a:rPr lang="en-US" sz="1400" dirty="0"/>
              <a:t>My net = +7.67 – 16.05 + 12.07 = +3.69</a:t>
            </a:r>
          </a:p>
          <a:p>
            <a:pPr marL="800100" lvl="1" indent="-342900">
              <a:buFont typeface="Arial" panose="020B0604020202020204" pitchFamily="34" charset="0"/>
              <a:buChar char="•"/>
            </a:pPr>
            <a:r>
              <a:rPr lang="en-US" sz="1400" dirty="0"/>
              <a:t>So I would still have some premium left from the original trade, but it is down from 7.67 to 3.69. </a:t>
            </a:r>
          </a:p>
          <a:p>
            <a:pPr marL="800100" lvl="1" indent="-342900">
              <a:buFont typeface="Arial" panose="020B0604020202020204" pitchFamily="34" charset="0"/>
              <a:buChar char="•"/>
            </a:pPr>
            <a:r>
              <a:rPr lang="en-US" sz="1400" dirty="0"/>
              <a:t>It gives me some room to breathe as the strike is down from @250 to @240</a:t>
            </a:r>
          </a:p>
          <a:p>
            <a:pPr marL="800100" lvl="1" indent="-342900">
              <a:buFont typeface="Arial" panose="020B0604020202020204" pitchFamily="34" charset="0"/>
              <a:buChar char="•"/>
            </a:pPr>
            <a:endParaRPr lang="en-US" sz="1400" dirty="0"/>
          </a:p>
          <a:p>
            <a:pPr marL="342900" indent="-342900">
              <a:buFont typeface="Arial" panose="020B0604020202020204" pitchFamily="34" charset="0"/>
              <a:buChar char="•"/>
            </a:pPr>
            <a:r>
              <a:rPr lang="en-US" sz="1400" dirty="0"/>
              <a:t>I can roll out, different expiry to 29DTE (Nov 28</a:t>
            </a:r>
            <a:r>
              <a:rPr lang="en-US" sz="1400" baseline="30000" dirty="0"/>
              <a:t>th</a:t>
            </a:r>
            <a:r>
              <a:rPr lang="en-US" sz="1400" dirty="0"/>
              <a:t>), to @250</a:t>
            </a:r>
          </a:p>
          <a:p>
            <a:pPr marL="800100" lvl="1" indent="-342900">
              <a:buFont typeface="Arial" panose="020B0604020202020204" pitchFamily="34" charset="0"/>
              <a:buChar char="•"/>
            </a:pPr>
            <a:r>
              <a:rPr lang="en-US" sz="1400" dirty="0"/>
              <a:t>That put is selling @17.50</a:t>
            </a:r>
          </a:p>
          <a:p>
            <a:pPr marL="800100" lvl="1" indent="-342900">
              <a:buFont typeface="Arial" panose="020B0604020202020204" pitchFamily="34" charset="0"/>
              <a:buChar char="•"/>
            </a:pPr>
            <a:r>
              <a:rPr lang="en-US" sz="1400" dirty="0"/>
              <a:t>My net = +7.67 – 16.05 + 17.50 = +9.12</a:t>
            </a:r>
          </a:p>
          <a:p>
            <a:pPr marL="800100" lvl="1" indent="-342900">
              <a:buFont typeface="Arial" panose="020B0604020202020204" pitchFamily="34" charset="0"/>
              <a:buChar char="•"/>
            </a:pPr>
            <a:r>
              <a:rPr lang="en-US" sz="1400" dirty="0"/>
              <a:t>So, this brings in more premium than original (from 7.67 to 9.12)</a:t>
            </a:r>
          </a:p>
          <a:p>
            <a:pPr marL="800100" lvl="1" indent="-342900">
              <a:buFont typeface="Arial" panose="020B0604020202020204" pitchFamily="34" charset="0"/>
              <a:buChar char="•"/>
            </a:pPr>
            <a:r>
              <a:rPr lang="en-US" sz="1400" dirty="0"/>
              <a:t>Risk is that the stock continues to fall and then I have to babysit/manage that but it also gives the stock time to stop going down or go up and keep the updated premium</a:t>
            </a:r>
          </a:p>
          <a:p>
            <a:pPr lvl="1"/>
            <a:endParaRPr lang="en-US" sz="1400" dirty="0"/>
          </a:p>
          <a:p>
            <a:pPr marL="342900" indent="-342900">
              <a:buFont typeface="Arial" panose="020B0604020202020204" pitchFamily="34" charset="0"/>
              <a:buChar char="•"/>
            </a:pPr>
            <a:r>
              <a:rPr lang="en-US" sz="1400" dirty="0"/>
              <a:t>I can roll out and roll down. 29 DTE (Nov 28th), to @230</a:t>
            </a:r>
          </a:p>
          <a:p>
            <a:pPr marL="800100" lvl="1" indent="-342900">
              <a:buFont typeface="Arial" panose="020B0604020202020204" pitchFamily="34" charset="0"/>
              <a:buChar char="•"/>
            </a:pPr>
            <a:r>
              <a:rPr lang="en-US" sz="1400" dirty="0"/>
              <a:t>That put is @10.57</a:t>
            </a:r>
          </a:p>
          <a:p>
            <a:pPr marL="800100" lvl="1" indent="-342900">
              <a:buFont typeface="Arial" panose="020B0604020202020204" pitchFamily="34" charset="0"/>
              <a:buChar char="•"/>
            </a:pPr>
            <a:r>
              <a:rPr lang="en-US" sz="1400" dirty="0"/>
              <a:t>My net = +7.67 - 16.05 + 10.57 = +2.19</a:t>
            </a:r>
          </a:p>
          <a:p>
            <a:pPr marL="800100" lvl="1" indent="-342900">
              <a:buFont typeface="Arial" panose="020B0604020202020204" pitchFamily="34" charset="0"/>
              <a:buChar char="•"/>
            </a:pPr>
            <a:r>
              <a:rPr lang="en-US" sz="1400" dirty="0"/>
              <a:t>So, my premium would get reduced from 7.67 down to 2.19</a:t>
            </a:r>
          </a:p>
          <a:p>
            <a:pPr marL="800100" lvl="1" indent="-342900">
              <a:buFont typeface="Arial" panose="020B0604020202020204" pitchFamily="34" charset="0"/>
              <a:buChar char="•"/>
            </a:pPr>
            <a:r>
              <a:rPr lang="en-US" sz="1400" dirty="0"/>
              <a:t>This would give me room both, strike down to @230 and one more week</a:t>
            </a:r>
          </a:p>
        </p:txBody>
      </p:sp>
      <p:graphicFrame>
        <p:nvGraphicFramePr>
          <p:cNvPr id="20" name="Table 19">
            <a:extLst>
              <a:ext uri="{FF2B5EF4-FFF2-40B4-BE49-F238E27FC236}">
                <a16:creationId xmlns:a16="http://schemas.microsoft.com/office/drawing/2014/main" id="{2FB7519F-3FB3-F7BD-0B15-C659A3A67EA1}"/>
              </a:ext>
            </a:extLst>
          </p:cNvPr>
          <p:cNvGraphicFramePr>
            <a:graphicFrameLocks noGrp="1"/>
          </p:cNvGraphicFramePr>
          <p:nvPr>
            <p:extLst>
              <p:ext uri="{D42A27DB-BD31-4B8C-83A1-F6EECF244321}">
                <p14:modId xmlns:p14="http://schemas.microsoft.com/office/powerpoint/2010/main" val="1103511861"/>
              </p:ext>
            </p:extLst>
          </p:nvPr>
        </p:nvGraphicFramePr>
        <p:xfrm>
          <a:off x="4780480" y="1223870"/>
          <a:ext cx="4056813" cy="1524000"/>
        </p:xfrm>
        <a:graphic>
          <a:graphicData uri="http://schemas.openxmlformats.org/drawingml/2006/table">
            <a:tbl>
              <a:tblPr firstRow="1" bandRow="1">
                <a:tableStyleId>{5C22544A-7EE6-4342-B048-85BDC9FD1C3A}</a:tableStyleId>
              </a:tblPr>
              <a:tblGrid>
                <a:gridCol w="607319">
                  <a:extLst>
                    <a:ext uri="{9D8B030D-6E8A-4147-A177-3AD203B41FA5}">
                      <a16:colId xmlns:a16="http://schemas.microsoft.com/office/drawing/2014/main" val="3589643397"/>
                    </a:ext>
                  </a:extLst>
                </a:gridCol>
                <a:gridCol w="684813">
                  <a:extLst>
                    <a:ext uri="{9D8B030D-6E8A-4147-A177-3AD203B41FA5}">
                      <a16:colId xmlns:a16="http://schemas.microsoft.com/office/drawing/2014/main" val="2025336230"/>
                    </a:ext>
                  </a:extLst>
                </a:gridCol>
                <a:gridCol w="785622">
                  <a:extLst>
                    <a:ext uri="{9D8B030D-6E8A-4147-A177-3AD203B41FA5}">
                      <a16:colId xmlns:a16="http://schemas.microsoft.com/office/drawing/2014/main" val="713873982"/>
                    </a:ext>
                  </a:extLst>
                </a:gridCol>
                <a:gridCol w="669606">
                  <a:extLst>
                    <a:ext uri="{9D8B030D-6E8A-4147-A177-3AD203B41FA5}">
                      <a16:colId xmlns:a16="http://schemas.microsoft.com/office/drawing/2014/main" val="3728638506"/>
                    </a:ext>
                  </a:extLst>
                </a:gridCol>
                <a:gridCol w="665792">
                  <a:extLst>
                    <a:ext uri="{9D8B030D-6E8A-4147-A177-3AD203B41FA5}">
                      <a16:colId xmlns:a16="http://schemas.microsoft.com/office/drawing/2014/main" val="322361369"/>
                    </a:ext>
                  </a:extLst>
                </a:gridCol>
                <a:gridCol w="643661">
                  <a:extLst>
                    <a:ext uri="{9D8B030D-6E8A-4147-A177-3AD203B41FA5}">
                      <a16:colId xmlns:a16="http://schemas.microsoft.com/office/drawing/2014/main" val="1621420889"/>
                    </a:ext>
                  </a:extLst>
                </a:gridCol>
              </a:tblGrid>
              <a:tr h="482937">
                <a:tc>
                  <a:txBody>
                    <a:bodyPr/>
                    <a:lstStyle/>
                    <a:p>
                      <a:r>
                        <a:rPr lang="en-US" sz="1000" dirty="0">
                          <a:solidFill>
                            <a:schemeClr val="tx1"/>
                          </a:solidFill>
                        </a:rPr>
                        <a:t>Expiry/</a:t>
                      </a:r>
                      <a:br>
                        <a:rPr lang="en-US" sz="1000" dirty="0">
                          <a:solidFill>
                            <a:schemeClr val="tx1"/>
                          </a:solidFill>
                        </a:rPr>
                      </a:br>
                      <a:r>
                        <a:rPr lang="en-US" sz="1000" dirty="0">
                          <a:solidFill>
                            <a:schemeClr val="tx1"/>
                          </a:solidFill>
                        </a:rPr>
                        <a:t>Strike</a:t>
                      </a:r>
                    </a:p>
                  </a:txBody>
                  <a:tcPr>
                    <a:solidFill>
                      <a:schemeClr val="bg2">
                        <a:lumMod val="90000"/>
                      </a:schemeClr>
                    </a:solidFill>
                  </a:tcPr>
                </a:tc>
                <a:tc>
                  <a:txBody>
                    <a:bodyPr/>
                    <a:lstStyle/>
                    <a:p>
                      <a:r>
                        <a:rPr lang="en-US" sz="1000" dirty="0">
                          <a:solidFill>
                            <a:schemeClr val="tx1"/>
                          </a:solidFill>
                        </a:rPr>
                        <a:t>Nov 21</a:t>
                      </a:r>
                      <a:r>
                        <a:rPr lang="en-US" sz="1000" baseline="30000" dirty="0">
                          <a:solidFill>
                            <a:schemeClr val="tx1"/>
                          </a:solidFill>
                        </a:rPr>
                        <a:t>st</a:t>
                      </a:r>
                      <a:r>
                        <a:rPr lang="en-US" sz="1000" dirty="0">
                          <a:solidFill>
                            <a:schemeClr val="tx1"/>
                          </a:solidFill>
                        </a:rPr>
                        <a:t> </a:t>
                      </a:r>
                      <a:br>
                        <a:rPr lang="en-US" sz="1000" dirty="0">
                          <a:solidFill>
                            <a:schemeClr val="tx1"/>
                          </a:solidFill>
                        </a:rPr>
                      </a:br>
                      <a:r>
                        <a:rPr lang="en-US" sz="1000" dirty="0">
                          <a:solidFill>
                            <a:schemeClr val="tx1"/>
                          </a:solidFill>
                        </a:rPr>
                        <a:t>(22 DTE)</a:t>
                      </a:r>
                    </a:p>
                  </a:txBody>
                  <a:tcPr>
                    <a:solidFill>
                      <a:schemeClr val="bg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rPr>
                        <a:t>Nov 28</a:t>
                      </a:r>
                      <a:r>
                        <a:rPr lang="en-US" sz="1000" baseline="30000" dirty="0">
                          <a:solidFill>
                            <a:schemeClr val="tx1"/>
                          </a:solidFill>
                        </a:rPr>
                        <a:t>st</a:t>
                      </a:r>
                      <a:r>
                        <a:rPr lang="en-US" sz="1000" dirty="0">
                          <a:solidFill>
                            <a:schemeClr val="tx1"/>
                          </a:solidFil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rPr>
                        <a:t>(29 DTE)</a:t>
                      </a:r>
                      <a:endParaRPr lang="en-US" sz="1600" dirty="0">
                        <a:solidFill>
                          <a:schemeClr val="tx1"/>
                        </a:solidFill>
                      </a:endParaRPr>
                    </a:p>
                  </a:txBody>
                  <a:tcPr>
                    <a:solidFill>
                      <a:schemeClr val="bg2">
                        <a:lumMod val="90000"/>
                      </a:schemeClr>
                    </a:solidFill>
                  </a:tcPr>
                </a:tc>
                <a:tc>
                  <a:txBody>
                    <a:bodyPr/>
                    <a:lstStyle/>
                    <a:p>
                      <a:r>
                        <a:rPr lang="en-US" sz="1000" dirty="0">
                          <a:solidFill>
                            <a:schemeClr val="tx1"/>
                          </a:solidFill>
                        </a:rPr>
                        <a:t>Dec 5</a:t>
                      </a:r>
                      <a:r>
                        <a:rPr lang="en-US" sz="1000" baseline="30000" dirty="0">
                          <a:solidFill>
                            <a:schemeClr val="tx1"/>
                          </a:solidFill>
                        </a:rPr>
                        <a:t>th</a:t>
                      </a:r>
                      <a:r>
                        <a:rPr lang="en-US" sz="1000" dirty="0">
                          <a:solidFill>
                            <a:schemeClr val="tx1"/>
                          </a:solidFill>
                        </a:rPr>
                        <a:t> (36 DTE) </a:t>
                      </a:r>
                    </a:p>
                  </a:txBody>
                  <a:tcPr>
                    <a:solidFill>
                      <a:schemeClr val="bg2">
                        <a:lumMod val="90000"/>
                      </a:schemeClr>
                    </a:solidFill>
                  </a:tcPr>
                </a:tc>
                <a:tc>
                  <a:txBody>
                    <a:bodyPr/>
                    <a:lstStyle/>
                    <a:p>
                      <a:r>
                        <a:rPr lang="en-US" sz="1000" dirty="0">
                          <a:solidFill>
                            <a:schemeClr val="tx1"/>
                          </a:solidFill>
                        </a:rPr>
                        <a:t>Dec 12</a:t>
                      </a:r>
                      <a:r>
                        <a:rPr lang="en-US" sz="1000" baseline="30000" dirty="0">
                          <a:solidFill>
                            <a:schemeClr val="tx1"/>
                          </a:solidFill>
                        </a:rPr>
                        <a:t>th</a:t>
                      </a:r>
                      <a:r>
                        <a:rPr lang="en-US" sz="1000" dirty="0">
                          <a:solidFill>
                            <a:schemeClr val="tx1"/>
                          </a:solidFill>
                        </a:rPr>
                        <a:t> (43 DTE) </a:t>
                      </a:r>
                    </a:p>
                  </a:txBody>
                  <a:tcPr>
                    <a:solidFill>
                      <a:schemeClr val="bg2">
                        <a:lumMod val="90000"/>
                      </a:schemeClr>
                    </a:solidFill>
                  </a:tcPr>
                </a:tc>
                <a:tc>
                  <a:txBody>
                    <a:bodyPr/>
                    <a:lstStyle/>
                    <a:p>
                      <a:r>
                        <a:rPr lang="en-US" sz="1000" dirty="0">
                          <a:solidFill>
                            <a:schemeClr val="tx1"/>
                          </a:solidFill>
                        </a:rPr>
                        <a:t>Jan 16</a:t>
                      </a:r>
                      <a:r>
                        <a:rPr lang="en-US" sz="1000" baseline="30000" dirty="0">
                          <a:solidFill>
                            <a:schemeClr val="tx1"/>
                          </a:solidFill>
                        </a:rPr>
                        <a:t>th</a:t>
                      </a:r>
                      <a:r>
                        <a:rPr lang="en-US" sz="1000" dirty="0">
                          <a:solidFill>
                            <a:schemeClr val="tx1"/>
                          </a:solidFill>
                        </a:rPr>
                        <a:t> (78 DTE)</a:t>
                      </a:r>
                    </a:p>
                  </a:txBody>
                  <a:tcPr>
                    <a:solidFill>
                      <a:schemeClr val="bg2">
                        <a:lumMod val="90000"/>
                      </a:schemeClr>
                    </a:solidFill>
                  </a:tcPr>
                </a:tc>
                <a:extLst>
                  <a:ext uri="{0D108BD9-81ED-4DB2-BD59-A6C34878D82A}">
                    <a16:rowId xmlns:a16="http://schemas.microsoft.com/office/drawing/2014/main" val="3644089789"/>
                  </a:ext>
                </a:extLst>
              </a:tr>
              <a:tr h="243801">
                <a:tc>
                  <a:txBody>
                    <a:bodyPr/>
                    <a:lstStyle/>
                    <a:p>
                      <a:r>
                        <a:rPr lang="en-US" sz="1000" dirty="0">
                          <a:solidFill>
                            <a:schemeClr val="tx1"/>
                          </a:solidFill>
                        </a:rPr>
                        <a:t>@260</a:t>
                      </a:r>
                    </a:p>
                  </a:txBody>
                  <a:tcPr>
                    <a:solidFill>
                      <a:schemeClr val="accent4">
                        <a:lumMod val="20000"/>
                        <a:lumOff val="80000"/>
                      </a:schemeClr>
                    </a:solidFill>
                  </a:tcPr>
                </a:tc>
                <a:tc>
                  <a:txBody>
                    <a:bodyPr/>
                    <a:lstStyle/>
                    <a:p>
                      <a:r>
                        <a:rPr lang="en-US" sz="1000" dirty="0">
                          <a:solidFill>
                            <a:schemeClr val="tx1"/>
                          </a:solidFill>
                        </a:rPr>
                        <a:t>20.95</a:t>
                      </a:r>
                    </a:p>
                  </a:txBody>
                  <a:tcPr>
                    <a:solidFill>
                      <a:schemeClr val="accent4">
                        <a:lumMod val="20000"/>
                        <a:lumOff val="80000"/>
                      </a:schemeClr>
                    </a:solidFill>
                  </a:tcPr>
                </a:tc>
                <a:tc>
                  <a:txBody>
                    <a:bodyPr/>
                    <a:lstStyle/>
                    <a:p>
                      <a:r>
                        <a:rPr lang="en-US" sz="1000" dirty="0">
                          <a:solidFill>
                            <a:schemeClr val="tx1"/>
                          </a:solidFill>
                        </a:rPr>
                        <a:t>22.25</a:t>
                      </a:r>
                    </a:p>
                  </a:txBody>
                  <a:tcPr>
                    <a:solidFill>
                      <a:schemeClr val="accent4">
                        <a:lumMod val="20000"/>
                        <a:lumOff val="80000"/>
                      </a:schemeClr>
                    </a:solidFill>
                  </a:tcPr>
                </a:tc>
                <a:tc>
                  <a:txBody>
                    <a:bodyPr/>
                    <a:lstStyle/>
                    <a:p>
                      <a:r>
                        <a:rPr lang="en-US" sz="1000" dirty="0">
                          <a:solidFill>
                            <a:schemeClr val="tx1"/>
                          </a:solidFill>
                        </a:rPr>
                        <a:t>24.75</a:t>
                      </a:r>
                    </a:p>
                  </a:txBody>
                  <a:tcPr>
                    <a:solidFill>
                      <a:schemeClr val="accent4">
                        <a:lumMod val="20000"/>
                        <a:lumOff val="80000"/>
                      </a:schemeClr>
                    </a:solidFill>
                  </a:tcPr>
                </a:tc>
                <a:tc>
                  <a:txBody>
                    <a:bodyPr/>
                    <a:lstStyle/>
                    <a:p>
                      <a:r>
                        <a:rPr lang="en-US" sz="1000" dirty="0">
                          <a:solidFill>
                            <a:schemeClr val="tx1"/>
                          </a:solidFill>
                        </a:rPr>
                        <a:t>29.62</a:t>
                      </a:r>
                    </a:p>
                  </a:txBody>
                  <a:tcPr>
                    <a:solidFill>
                      <a:schemeClr val="accent4">
                        <a:lumMod val="20000"/>
                        <a:lumOff val="80000"/>
                      </a:schemeClr>
                    </a:solidFill>
                  </a:tcPr>
                </a:tc>
                <a:tc>
                  <a:txBody>
                    <a:bodyPr/>
                    <a:lstStyle/>
                    <a:p>
                      <a:r>
                        <a:rPr lang="en-US" sz="1000" dirty="0">
                          <a:solidFill>
                            <a:schemeClr val="tx1"/>
                          </a:solidFill>
                        </a:rPr>
                        <a:t>34.33</a:t>
                      </a:r>
                    </a:p>
                  </a:txBody>
                  <a:tcPr>
                    <a:solidFill>
                      <a:schemeClr val="accent4">
                        <a:lumMod val="20000"/>
                        <a:lumOff val="80000"/>
                      </a:schemeClr>
                    </a:solidFill>
                  </a:tcPr>
                </a:tc>
                <a:extLst>
                  <a:ext uri="{0D108BD9-81ED-4DB2-BD59-A6C34878D82A}">
                    <a16:rowId xmlns:a16="http://schemas.microsoft.com/office/drawing/2014/main" val="4025631632"/>
                  </a:ext>
                </a:extLst>
              </a:tr>
              <a:tr h="243801">
                <a:tc>
                  <a:txBody>
                    <a:bodyPr/>
                    <a:lstStyle/>
                    <a:p>
                      <a:r>
                        <a:rPr lang="en-US" sz="1000" b="1" dirty="0">
                          <a:solidFill>
                            <a:schemeClr val="tx1"/>
                          </a:solidFill>
                        </a:rPr>
                        <a:t>@250</a:t>
                      </a:r>
                    </a:p>
                  </a:txBody>
                  <a:tcPr>
                    <a:solidFill>
                      <a:schemeClr val="accent6">
                        <a:lumMod val="20000"/>
                        <a:lumOff val="80000"/>
                      </a:schemeClr>
                    </a:solidFill>
                  </a:tcPr>
                </a:tc>
                <a:tc>
                  <a:txBody>
                    <a:bodyPr/>
                    <a:lstStyle/>
                    <a:p>
                      <a:r>
                        <a:rPr lang="en-US" sz="1000" b="1" dirty="0">
                          <a:solidFill>
                            <a:schemeClr val="tx1"/>
                          </a:solidFill>
                        </a:rPr>
                        <a:t>16.05</a:t>
                      </a:r>
                    </a:p>
                  </a:txBody>
                  <a:tcPr>
                    <a:solidFill>
                      <a:schemeClr val="accent6">
                        <a:lumMod val="20000"/>
                        <a:lumOff val="80000"/>
                      </a:schemeClr>
                    </a:solidFill>
                  </a:tcPr>
                </a:tc>
                <a:tc>
                  <a:txBody>
                    <a:bodyPr/>
                    <a:lstStyle/>
                    <a:p>
                      <a:r>
                        <a:rPr lang="en-US" sz="1000" b="1" dirty="0">
                          <a:solidFill>
                            <a:schemeClr val="tx1"/>
                          </a:solidFill>
                        </a:rPr>
                        <a:t>17.50</a:t>
                      </a:r>
                    </a:p>
                  </a:txBody>
                  <a:tcPr>
                    <a:solidFill>
                      <a:schemeClr val="accent6">
                        <a:lumMod val="20000"/>
                        <a:lumOff val="80000"/>
                      </a:schemeClr>
                    </a:solidFill>
                  </a:tcPr>
                </a:tc>
                <a:tc>
                  <a:txBody>
                    <a:bodyPr/>
                    <a:lstStyle/>
                    <a:p>
                      <a:r>
                        <a:rPr lang="en-US" sz="1000" b="1" dirty="0">
                          <a:solidFill>
                            <a:schemeClr val="tx1"/>
                          </a:solidFill>
                        </a:rPr>
                        <a:t>19.85</a:t>
                      </a:r>
                    </a:p>
                  </a:txBody>
                  <a:tcPr>
                    <a:solidFill>
                      <a:schemeClr val="accent6">
                        <a:lumMod val="20000"/>
                        <a:lumOff val="80000"/>
                      </a:schemeClr>
                    </a:solidFill>
                  </a:tcPr>
                </a:tc>
                <a:tc>
                  <a:txBody>
                    <a:bodyPr/>
                    <a:lstStyle/>
                    <a:p>
                      <a:r>
                        <a:rPr lang="en-US" sz="1000" b="1" dirty="0">
                          <a:solidFill>
                            <a:schemeClr val="tx1"/>
                          </a:solidFill>
                        </a:rPr>
                        <a:t>19.12</a:t>
                      </a:r>
                    </a:p>
                  </a:txBody>
                  <a:tcPr>
                    <a:solidFill>
                      <a:schemeClr val="accent6">
                        <a:lumMod val="20000"/>
                        <a:lumOff val="80000"/>
                      </a:schemeClr>
                    </a:solidFill>
                  </a:tcPr>
                </a:tc>
                <a:tc>
                  <a:txBody>
                    <a:bodyPr/>
                    <a:lstStyle/>
                    <a:p>
                      <a:r>
                        <a:rPr lang="en-US" sz="1000" b="1" dirty="0">
                          <a:solidFill>
                            <a:schemeClr val="tx1"/>
                          </a:solidFill>
                        </a:rPr>
                        <a:t>29.15</a:t>
                      </a:r>
                    </a:p>
                  </a:txBody>
                  <a:tcPr>
                    <a:solidFill>
                      <a:schemeClr val="accent6">
                        <a:lumMod val="20000"/>
                        <a:lumOff val="80000"/>
                      </a:schemeClr>
                    </a:solidFill>
                  </a:tcPr>
                </a:tc>
                <a:extLst>
                  <a:ext uri="{0D108BD9-81ED-4DB2-BD59-A6C34878D82A}">
                    <a16:rowId xmlns:a16="http://schemas.microsoft.com/office/drawing/2014/main" val="4090507702"/>
                  </a:ext>
                </a:extLst>
              </a:tr>
              <a:tr h="243801">
                <a:tc>
                  <a:txBody>
                    <a:bodyPr/>
                    <a:lstStyle/>
                    <a:p>
                      <a:r>
                        <a:rPr lang="en-US" sz="1000" dirty="0">
                          <a:solidFill>
                            <a:schemeClr val="tx1"/>
                          </a:solidFill>
                        </a:rPr>
                        <a:t>@240</a:t>
                      </a:r>
                    </a:p>
                  </a:txBody>
                  <a:tcPr>
                    <a:solidFill>
                      <a:schemeClr val="accent4">
                        <a:lumMod val="20000"/>
                        <a:lumOff val="80000"/>
                      </a:schemeClr>
                    </a:solidFill>
                  </a:tcPr>
                </a:tc>
                <a:tc>
                  <a:txBody>
                    <a:bodyPr/>
                    <a:lstStyle/>
                    <a:p>
                      <a:r>
                        <a:rPr lang="en-US" sz="1000" dirty="0">
                          <a:solidFill>
                            <a:schemeClr val="tx1"/>
                          </a:solidFill>
                        </a:rPr>
                        <a:t>12.07</a:t>
                      </a:r>
                    </a:p>
                  </a:txBody>
                  <a:tcPr>
                    <a:solidFill>
                      <a:schemeClr val="accent4">
                        <a:lumMod val="20000"/>
                        <a:lumOff val="80000"/>
                      </a:schemeClr>
                    </a:solidFill>
                  </a:tcPr>
                </a:tc>
                <a:tc>
                  <a:txBody>
                    <a:bodyPr/>
                    <a:lstStyle/>
                    <a:p>
                      <a:r>
                        <a:rPr lang="en-US" sz="1000" dirty="0">
                          <a:solidFill>
                            <a:schemeClr val="tx1"/>
                          </a:solidFill>
                        </a:rPr>
                        <a:t>13.55</a:t>
                      </a:r>
                    </a:p>
                  </a:txBody>
                  <a:tcPr>
                    <a:solidFill>
                      <a:schemeClr val="accent4">
                        <a:lumMod val="20000"/>
                        <a:lumOff val="80000"/>
                      </a:schemeClr>
                    </a:solidFill>
                  </a:tcPr>
                </a:tc>
                <a:tc>
                  <a:txBody>
                    <a:bodyPr/>
                    <a:lstStyle/>
                    <a:p>
                      <a:r>
                        <a:rPr lang="en-US" sz="1000" dirty="0">
                          <a:solidFill>
                            <a:schemeClr val="tx1"/>
                          </a:solidFill>
                        </a:rPr>
                        <a:t>15.20</a:t>
                      </a:r>
                    </a:p>
                  </a:txBody>
                  <a:tcPr>
                    <a:solidFill>
                      <a:schemeClr val="accent4">
                        <a:lumMod val="20000"/>
                        <a:lumOff val="80000"/>
                      </a:schemeClr>
                    </a:solidFill>
                  </a:tcPr>
                </a:tc>
                <a:tc>
                  <a:txBody>
                    <a:bodyPr/>
                    <a:lstStyle/>
                    <a:p>
                      <a:r>
                        <a:rPr lang="en-US" sz="1000" dirty="0">
                          <a:solidFill>
                            <a:schemeClr val="tx1"/>
                          </a:solidFill>
                        </a:rPr>
                        <a:t>15.40</a:t>
                      </a:r>
                    </a:p>
                  </a:txBody>
                  <a:tcPr>
                    <a:solidFill>
                      <a:schemeClr val="accent4">
                        <a:lumMod val="20000"/>
                        <a:lumOff val="80000"/>
                      </a:schemeClr>
                    </a:solidFill>
                  </a:tcPr>
                </a:tc>
                <a:tc>
                  <a:txBody>
                    <a:bodyPr/>
                    <a:lstStyle/>
                    <a:p>
                      <a:r>
                        <a:rPr lang="en-US" sz="1000" dirty="0">
                          <a:solidFill>
                            <a:schemeClr val="tx1"/>
                          </a:solidFill>
                        </a:rPr>
                        <a:t>24.80</a:t>
                      </a:r>
                    </a:p>
                  </a:txBody>
                  <a:tcPr>
                    <a:solidFill>
                      <a:schemeClr val="accent4">
                        <a:lumMod val="20000"/>
                        <a:lumOff val="80000"/>
                      </a:schemeClr>
                    </a:solidFill>
                  </a:tcPr>
                </a:tc>
                <a:extLst>
                  <a:ext uri="{0D108BD9-81ED-4DB2-BD59-A6C34878D82A}">
                    <a16:rowId xmlns:a16="http://schemas.microsoft.com/office/drawing/2014/main" val="3174365276"/>
                  </a:ext>
                </a:extLst>
              </a:tr>
              <a:tr h="243801">
                <a:tc>
                  <a:txBody>
                    <a:bodyPr/>
                    <a:lstStyle/>
                    <a:p>
                      <a:r>
                        <a:rPr lang="en-US" sz="1000" dirty="0">
                          <a:solidFill>
                            <a:schemeClr val="tx1"/>
                          </a:solidFill>
                        </a:rPr>
                        <a:t>@230</a:t>
                      </a:r>
                    </a:p>
                  </a:txBody>
                  <a:tcPr>
                    <a:solidFill>
                      <a:schemeClr val="accent6">
                        <a:lumMod val="20000"/>
                        <a:lumOff val="80000"/>
                      </a:schemeClr>
                    </a:solidFill>
                  </a:tcPr>
                </a:tc>
                <a:tc>
                  <a:txBody>
                    <a:bodyPr/>
                    <a:lstStyle/>
                    <a:p>
                      <a:r>
                        <a:rPr lang="en-US" sz="1000" dirty="0">
                          <a:solidFill>
                            <a:schemeClr val="tx1"/>
                          </a:solidFill>
                        </a:rPr>
                        <a:t>9.22</a:t>
                      </a:r>
                    </a:p>
                  </a:txBody>
                  <a:tcPr>
                    <a:solidFill>
                      <a:schemeClr val="accent6">
                        <a:lumMod val="20000"/>
                        <a:lumOff val="80000"/>
                      </a:schemeClr>
                    </a:solidFill>
                  </a:tcPr>
                </a:tc>
                <a:tc>
                  <a:txBody>
                    <a:bodyPr/>
                    <a:lstStyle/>
                    <a:p>
                      <a:r>
                        <a:rPr lang="en-US" sz="1000" dirty="0">
                          <a:solidFill>
                            <a:schemeClr val="tx1"/>
                          </a:solidFill>
                        </a:rPr>
                        <a:t>10.57</a:t>
                      </a:r>
                    </a:p>
                  </a:txBody>
                  <a:tcPr>
                    <a:solidFill>
                      <a:schemeClr val="accent6">
                        <a:lumMod val="20000"/>
                        <a:lumOff val="80000"/>
                      </a:schemeClr>
                    </a:solidFill>
                  </a:tcPr>
                </a:tc>
                <a:tc>
                  <a:txBody>
                    <a:bodyPr/>
                    <a:lstStyle/>
                    <a:p>
                      <a:r>
                        <a:rPr lang="en-US" sz="1000" dirty="0">
                          <a:solidFill>
                            <a:schemeClr val="tx1"/>
                          </a:solidFill>
                        </a:rPr>
                        <a:t>12.25</a:t>
                      </a:r>
                    </a:p>
                  </a:txBody>
                  <a:tcPr>
                    <a:solidFill>
                      <a:schemeClr val="accent6">
                        <a:lumMod val="20000"/>
                        <a:lumOff val="80000"/>
                      </a:schemeClr>
                    </a:solidFill>
                  </a:tcPr>
                </a:tc>
                <a:tc>
                  <a:txBody>
                    <a:bodyPr/>
                    <a:lstStyle/>
                    <a:p>
                      <a:r>
                        <a:rPr lang="en-US" sz="1000" dirty="0">
                          <a:solidFill>
                            <a:schemeClr val="tx1"/>
                          </a:solidFill>
                        </a:rPr>
                        <a:t>13.90</a:t>
                      </a:r>
                    </a:p>
                  </a:txBody>
                  <a:tcPr>
                    <a:solidFill>
                      <a:schemeClr val="accent6">
                        <a:lumMod val="20000"/>
                        <a:lumOff val="80000"/>
                      </a:schemeClr>
                    </a:solidFill>
                  </a:tcPr>
                </a:tc>
                <a:tc>
                  <a:txBody>
                    <a:bodyPr/>
                    <a:lstStyle/>
                    <a:p>
                      <a:r>
                        <a:rPr lang="en-US" sz="1000" dirty="0">
                          <a:solidFill>
                            <a:schemeClr val="tx1"/>
                          </a:solidFill>
                        </a:rPr>
                        <a:t>20.55</a:t>
                      </a:r>
                    </a:p>
                  </a:txBody>
                  <a:tcPr>
                    <a:solidFill>
                      <a:schemeClr val="accent6">
                        <a:lumMod val="20000"/>
                        <a:lumOff val="80000"/>
                      </a:schemeClr>
                    </a:solidFill>
                  </a:tcPr>
                </a:tc>
                <a:extLst>
                  <a:ext uri="{0D108BD9-81ED-4DB2-BD59-A6C34878D82A}">
                    <a16:rowId xmlns:a16="http://schemas.microsoft.com/office/drawing/2014/main" val="1463442859"/>
                  </a:ext>
                </a:extLst>
              </a:tr>
            </a:tbl>
          </a:graphicData>
        </a:graphic>
      </p:graphicFrame>
      <p:sp>
        <p:nvSpPr>
          <p:cNvPr id="21" name="TextBox 20">
            <a:extLst>
              <a:ext uri="{FF2B5EF4-FFF2-40B4-BE49-F238E27FC236}">
                <a16:creationId xmlns:a16="http://schemas.microsoft.com/office/drawing/2014/main" id="{8890A978-5438-6E55-0DDB-BB28B25BAA51}"/>
              </a:ext>
            </a:extLst>
          </p:cNvPr>
          <p:cNvSpPr txBox="1"/>
          <p:nvPr/>
        </p:nvSpPr>
        <p:spPr>
          <a:xfrm>
            <a:off x="8818154" y="1208995"/>
            <a:ext cx="2542914" cy="2523768"/>
          </a:xfrm>
          <a:prstGeom prst="rect">
            <a:avLst/>
          </a:prstGeom>
          <a:solidFill>
            <a:schemeClr val="accent2">
              <a:lumMod val="20000"/>
              <a:lumOff val="80000"/>
            </a:schemeClr>
          </a:solidFill>
          <a:ln w="9525">
            <a:solidFill>
              <a:schemeClr val="tx1"/>
            </a:solidFill>
          </a:ln>
        </p:spPr>
        <p:txBody>
          <a:bodyPr wrap="square" rtlCol="0">
            <a:spAutoFit/>
          </a:bodyPr>
          <a:lstStyle/>
          <a:p>
            <a:pPr algn="ctr"/>
            <a:r>
              <a:rPr lang="en-US" sz="1200" b="1" u="sng" dirty="0"/>
              <a:t>IMPORTANT</a:t>
            </a:r>
          </a:p>
          <a:p>
            <a:pPr marL="342900" indent="-342900">
              <a:buFont typeface="+mj-lt"/>
              <a:buAutoNum type="arabicPeriod"/>
            </a:pPr>
            <a:r>
              <a:rPr lang="en-US" sz="1200" b="1" dirty="0"/>
              <a:t>Same @strike with further expiry is more expensive</a:t>
            </a:r>
          </a:p>
          <a:p>
            <a:pPr marL="628650" lvl="1" indent="-171450">
              <a:buFont typeface="Arial" panose="020B0604020202020204" pitchFamily="34" charset="0"/>
              <a:buChar char="•"/>
            </a:pPr>
            <a:r>
              <a:rPr lang="en-US" sz="1200" b="1" dirty="0"/>
              <a:t>You can sell those to collect premium on the current losing position</a:t>
            </a:r>
          </a:p>
          <a:p>
            <a:pPr lvl="1"/>
            <a:endParaRPr lang="en-US" sz="1200" b="1" dirty="0"/>
          </a:p>
          <a:p>
            <a:pPr marL="342900" indent="-342900">
              <a:buFont typeface="+mj-lt"/>
              <a:buAutoNum type="arabicPeriod"/>
            </a:pPr>
            <a:r>
              <a:rPr lang="en-US" sz="1200" b="1" dirty="0"/>
              <a:t>Same expiry with further OTM is less expensive</a:t>
            </a:r>
          </a:p>
          <a:p>
            <a:pPr marL="800100" lvl="1" indent="-342900">
              <a:buFont typeface="Arial" panose="020B0604020202020204" pitchFamily="34" charset="0"/>
              <a:buChar char="•"/>
            </a:pPr>
            <a:r>
              <a:rPr lang="en-US" sz="1200" b="1" dirty="0"/>
              <a:t>You can sell those to reduce your premium that you collected</a:t>
            </a:r>
          </a:p>
          <a:p>
            <a:pPr marL="800100" lvl="1" indent="-342900">
              <a:buFont typeface="Arial" panose="020B0604020202020204" pitchFamily="34" charset="0"/>
              <a:buChar char="•"/>
            </a:pPr>
            <a:endParaRPr lang="en-US" sz="1400" dirty="0"/>
          </a:p>
        </p:txBody>
      </p:sp>
      <p:sp>
        <p:nvSpPr>
          <p:cNvPr id="22" name="TextBox 21">
            <a:extLst>
              <a:ext uri="{FF2B5EF4-FFF2-40B4-BE49-F238E27FC236}">
                <a16:creationId xmlns:a16="http://schemas.microsoft.com/office/drawing/2014/main" id="{284CF82E-8637-FF1E-3C20-909AF6EC1C98}"/>
              </a:ext>
            </a:extLst>
          </p:cNvPr>
          <p:cNvSpPr txBox="1"/>
          <p:nvPr/>
        </p:nvSpPr>
        <p:spPr>
          <a:xfrm>
            <a:off x="7988004" y="2931044"/>
            <a:ext cx="507333" cy="253916"/>
          </a:xfrm>
          <a:prstGeom prst="rect">
            <a:avLst/>
          </a:prstGeom>
          <a:solidFill>
            <a:schemeClr val="accent5">
              <a:lumMod val="20000"/>
              <a:lumOff val="80000"/>
            </a:schemeClr>
          </a:solidFill>
          <a:ln w="9525">
            <a:solidFill>
              <a:schemeClr val="tx1"/>
            </a:solidFill>
          </a:ln>
        </p:spPr>
        <p:txBody>
          <a:bodyPr wrap="square" rtlCol="0">
            <a:spAutoFit/>
          </a:bodyPr>
          <a:lstStyle/>
          <a:p>
            <a:r>
              <a:rPr lang="en-US" sz="1000" b="1" dirty="0"/>
              <a:t>ITM</a:t>
            </a:r>
            <a:endParaRPr lang="en-US" sz="1050" dirty="0"/>
          </a:p>
        </p:txBody>
      </p:sp>
      <p:cxnSp>
        <p:nvCxnSpPr>
          <p:cNvPr id="24" name="Straight Arrow Connector 23">
            <a:extLst>
              <a:ext uri="{FF2B5EF4-FFF2-40B4-BE49-F238E27FC236}">
                <a16:creationId xmlns:a16="http://schemas.microsoft.com/office/drawing/2014/main" id="{6130D795-B864-0E38-2BDA-4395936FF9F6}"/>
              </a:ext>
            </a:extLst>
          </p:cNvPr>
          <p:cNvCxnSpPr>
            <a:cxnSpLocks/>
            <a:stCxn id="22" idx="1"/>
          </p:cNvCxnSpPr>
          <p:nvPr/>
        </p:nvCxnSpPr>
        <p:spPr>
          <a:xfrm flipH="1" flipV="1">
            <a:off x="5231464" y="1927958"/>
            <a:ext cx="2756540" cy="1130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1403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3B734-7773-0119-4771-7975B8221DE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3C1A1E7-333F-9D72-F950-D8828817378F}"/>
              </a:ext>
            </a:extLst>
          </p:cNvPr>
          <p:cNvSpPr>
            <a:spLocks noGrp="1"/>
          </p:cNvSpPr>
          <p:nvPr>
            <p:ph type="subTitle" idx="1"/>
          </p:nvPr>
        </p:nvSpPr>
        <p:spPr>
          <a:xfrm>
            <a:off x="1277133" y="2286001"/>
            <a:ext cx="9144000" cy="1143000"/>
          </a:xfrm>
        </p:spPr>
        <p:txBody>
          <a:bodyPr>
            <a:normAutofit/>
          </a:bodyPr>
          <a:lstStyle/>
          <a:p>
            <a:r>
              <a:rPr lang="en-US" sz="7200" b="1" dirty="0"/>
              <a:t>Vertical Spreads</a:t>
            </a:r>
          </a:p>
        </p:txBody>
      </p:sp>
    </p:spTree>
    <p:extLst>
      <p:ext uri="{BB962C8B-B14F-4D97-AF65-F5344CB8AC3E}">
        <p14:creationId xmlns:p14="http://schemas.microsoft.com/office/powerpoint/2010/main" val="2816776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1FEA4-96A1-AF52-8FBA-87C7946223F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E35F1C5-4D8A-CF8B-D4FF-0F5365A687A0}"/>
              </a:ext>
            </a:extLst>
          </p:cNvPr>
          <p:cNvSpPr>
            <a:spLocks noGrp="1"/>
          </p:cNvSpPr>
          <p:nvPr>
            <p:ph type="subTitle" idx="1"/>
          </p:nvPr>
        </p:nvSpPr>
        <p:spPr>
          <a:xfrm>
            <a:off x="1286277" y="162162"/>
            <a:ext cx="9144000" cy="520563"/>
          </a:xfrm>
        </p:spPr>
        <p:txBody>
          <a:bodyPr/>
          <a:lstStyle/>
          <a:p>
            <a:r>
              <a:rPr lang="en-US" b="1" dirty="0"/>
              <a:t>Vertical Spread – Basic 2-legged spreads</a:t>
            </a:r>
          </a:p>
        </p:txBody>
      </p:sp>
      <p:cxnSp>
        <p:nvCxnSpPr>
          <p:cNvPr id="5" name="Straight Connector 4">
            <a:extLst>
              <a:ext uri="{FF2B5EF4-FFF2-40B4-BE49-F238E27FC236}">
                <a16:creationId xmlns:a16="http://schemas.microsoft.com/office/drawing/2014/main" id="{BBBDFF57-74EC-ED1A-35FB-F59ACCC31357}"/>
              </a:ext>
            </a:extLst>
          </p:cNvPr>
          <p:cNvCxnSpPr>
            <a:cxnSpLocks/>
          </p:cNvCxnSpPr>
          <p:nvPr/>
        </p:nvCxnSpPr>
        <p:spPr>
          <a:xfrm flipH="1">
            <a:off x="1938678" y="1708766"/>
            <a:ext cx="292196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5AC8023-B9C8-D69B-514B-0425AEDE2AF4}"/>
              </a:ext>
            </a:extLst>
          </p:cNvPr>
          <p:cNvCxnSpPr>
            <a:cxnSpLocks/>
          </p:cNvCxnSpPr>
          <p:nvPr/>
        </p:nvCxnSpPr>
        <p:spPr>
          <a:xfrm flipH="1">
            <a:off x="1950500" y="2802481"/>
            <a:ext cx="2969930" cy="18008"/>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945F6DEA-EAAF-DBCA-7D5C-0DFFA86AF2F1}"/>
                  </a:ext>
                </a:extLst>
              </p14:cNvPr>
              <p14:cNvContentPartPr/>
              <p14:nvPr/>
            </p14:nvContentPartPr>
            <p14:xfrm>
              <a:off x="1801698" y="3539221"/>
              <a:ext cx="2913875" cy="390604"/>
            </p14:xfrm>
          </p:contentPart>
        </mc:Choice>
        <mc:Fallback xmlns="">
          <p:pic>
            <p:nvPicPr>
              <p:cNvPr id="10" name="Ink 9">
                <a:extLst>
                  <a:ext uri="{FF2B5EF4-FFF2-40B4-BE49-F238E27FC236}">
                    <a16:creationId xmlns:a16="http://schemas.microsoft.com/office/drawing/2014/main" id="{945F6DEA-EAAF-DBCA-7D5C-0DFFA86AF2F1}"/>
                  </a:ext>
                </a:extLst>
              </p:cNvPr>
              <p:cNvPicPr/>
              <p:nvPr/>
            </p:nvPicPr>
            <p:blipFill>
              <a:blip r:embed="rId3"/>
              <a:stretch>
                <a:fillRect/>
              </a:stretch>
            </p:blipFill>
            <p:spPr>
              <a:xfrm>
                <a:off x="1795578" y="3533101"/>
                <a:ext cx="2926115" cy="402844"/>
              </a:xfrm>
              <a:prstGeom prst="rect">
                <a:avLst/>
              </a:prstGeom>
            </p:spPr>
          </p:pic>
        </mc:Fallback>
      </mc:AlternateContent>
      <p:sp>
        <p:nvSpPr>
          <p:cNvPr id="11" name="TextBox 10">
            <a:extLst>
              <a:ext uri="{FF2B5EF4-FFF2-40B4-BE49-F238E27FC236}">
                <a16:creationId xmlns:a16="http://schemas.microsoft.com/office/drawing/2014/main" id="{CBE24541-BD79-DBA1-534F-551ECB7887B6}"/>
              </a:ext>
            </a:extLst>
          </p:cNvPr>
          <p:cNvSpPr txBox="1"/>
          <p:nvPr/>
        </p:nvSpPr>
        <p:spPr>
          <a:xfrm>
            <a:off x="5103463" y="3451525"/>
            <a:ext cx="863398" cy="523220"/>
          </a:xfrm>
          <a:prstGeom prst="rect">
            <a:avLst/>
          </a:prstGeom>
          <a:noFill/>
        </p:spPr>
        <p:txBody>
          <a:bodyPr wrap="square" rtlCol="0">
            <a:spAutoFit/>
          </a:bodyPr>
          <a:lstStyle/>
          <a:p>
            <a:r>
              <a:rPr lang="en-US" sz="1400" dirty="0"/>
              <a:t>Stock @80</a:t>
            </a:r>
          </a:p>
        </p:txBody>
      </p:sp>
      <p:sp>
        <p:nvSpPr>
          <p:cNvPr id="12" name="TextBox 11">
            <a:extLst>
              <a:ext uri="{FF2B5EF4-FFF2-40B4-BE49-F238E27FC236}">
                <a16:creationId xmlns:a16="http://schemas.microsoft.com/office/drawing/2014/main" id="{3849901D-981E-A4B8-985D-E0837DAFEFDB}"/>
              </a:ext>
            </a:extLst>
          </p:cNvPr>
          <p:cNvSpPr txBox="1"/>
          <p:nvPr/>
        </p:nvSpPr>
        <p:spPr>
          <a:xfrm>
            <a:off x="4878460" y="2630164"/>
            <a:ext cx="1372044" cy="307777"/>
          </a:xfrm>
          <a:prstGeom prst="rect">
            <a:avLst/>
          </a:prstGeom>
          <a:noFill/>
        </p:spPr>
        <p:txBody>
          <a:bodyPr wrap="square" rtlCol="0">
            <a:spAutoFit/>
          </a:bodyPr>
          <a:lstStyle/>
          <a:p>
            <a:r>
              <a:rPr lang="en-US" sz="1400" b="1" dirty="0">
                <a:solidFill>
                  <a:srgbClr val="00CC00"/>
                </a:solidFill>
              </a:rPr>
              <a:t>100 – Buy Call </a:t>
            </a:r>
          </a:p>
        </p:txBody>
      </p:sp>
      <p:sp>
        <p:nvSpPr>
          <p:cNvPr id="13" name="TextBox 12">
            <a:extLst>
              <a:ext uri="{FF2B5EF4-FFF2-40B4-BE49-F238E27FC236}">
                <a16:creationId xmlns:a16="http://schemas.microsoft.com/office/drawing/2014/main" id="{4A421861-A7B9-FC32-2C24-CEC3C02B8AA6}"/>
              </a:ext>
            </a:extLst>
          </p:cNvPr>
          <p:cNvSpPr txBox="1"/>
          <p:nvPr/>
        </p:nvSpPr>
        <p:spPr>
          <a:xfrm>
            <a:off x="4878460" y="1564479"/>
            <a:ext cx="1372044" cy="307777"/>
          </a:xfrm>
          <a:prstGeom prst="rect">
            <a:avLst/>
          </a:prstGeom>
          <a:noFill/>
        </p:spPr>
        <p:txBody>
          <a:bodyPr wrap="square" rtlCol="0">
            <a:spAutoFit/>
          </a:bodyPr>
          <a:lstStyle/>
          <a:p>
            <a:r>
              <a:rPr lang="en-US" sz="1400" b="1" dirty="0">
                <a:solidFill>
                  <a:srgbClr val="FF0000"/>
                </a:solidFill>
              </a:rPr>
              <a:t>120 – Sell Call</a:t>
            </a:r>
          </a:p>
        </p:txBody>
      </p:sp>
      <p:sp>
        <p:nvSpPr>
          <p:cNvPr id="16" name="TextBox 15">
            <a:extLst>
              <a:ext uri="{FF2B5EF4-FFF2-40B4-BE49-F238E27FC236}">
                <a16:creationId xmlns:a16="http://schemas.microsoft.com/office/drawing/2014/main" id="{2B1EB05A-2833-183E-9C53-C5CBADF96034}"/>
              </a:ext>
            </a:extLst>
          </p:cNvPr>
          <p:cNvSpPr txBox="1"/>
          <p:nvPr/>
        </p:nvSpPr>
        <p:spPr>
          <a:xfrm>
            <a:off x="1015652" y="3539221"/>
            <a:ext cx="863398" cy="523220"/>
          </a:xfrm>
          <a:prstGeom prst="rect">
            <a:avLst/>
          </a:prstGeom>
          <a:noFill/>
        </p:spPr>
        <p:txBody>
          <a:bodyPr wrap="square" rtlCol="0">
            <a:spAutoFit/>
          </a:bodyPr>
          <a:lstStyle/>
          <a:p>
            <a:r>
              <a:rPr lang="en-US" sz="1400" dirty="0"/>
              <a:t>Stock @80</a:t>
            </a:r>
          </a:p>
        </p:txBody>
      </p:sp>
      <p:sp>
        <p:nvSpPr>
          <p:cNvPr id="17" name="TextBox 16">
            <a:extLst>
              <a:ext uri="{FF2B5EF4-FFF2-40B4-BE49-F238E27FC236}">
                <a16:creationId xmlns:a16="http://schemas.microsoft.com/office/drawing/2014/main" id="{BBF9273B-DAAD-C81E-3F7B-282274FDD100}"/>
              </a:ext>
            </a:extLst>
          </p:cNvPr>
          <p:cNvSpPr txBox="1"/>
          <p:nvPr/>
        </p:nvSpPr>
        <p:spPr>
          <a:xfrm>
            <a:off x="717859" y="2654634"/>
            <a:ext cx="1372044" cy="307777"/>
          </a:xfrm>
          <a:prstGeom prst="rect">
            <a:avLst/>
          </a:prstGeom>
          <a:noFill/>
        </p:spPr>
        <p:txBody>
          <a:bodyPr wrap="square" rtlCol="0">
            <a:spAutoFit/>
          </a:bodyPr>
          <a:lstStyle/>
          <a:p>
            <a:r>
              <a:rPr lang="en-US" sz="1400" b="1" dirty="0">
                <a:solidFill>
                  <a:srgbClr val="FF0000"/>
                </a:solidFill>
              </a:rPr>
              <a:t>100 – Sell Call</a:t>
            </a:r>
          </a:p>
        </p:txBody>
      </p:sp>
      <p:sp>
        <p:nvSpPr>
          <p:cNvPr id="18" name="TextBox 17">
            <a:extLst>
              <a:ext uri="{FF2B5EF4-FFF2-40B4-BE49-F238E27FC236}">
                <a16:creationId xmlns:a16="http://schemas.microsoft.com/office/drawing/2014/main" id="{5345E8E0-3F36-98DA-FE50-4F5E3E2CAC7A}"/>
              </a:ext>
            </a:extLst>
          </p:cNvPr>
          <p:cNvSpPr txBox="1"/>
          <p:nvPr/>
        </p:nvSpPr>
        <p:spPr>
          <a:xfrm>
            <a:off x="717858" y="1516167"/>
            <a:ext cx="1312256" cy="307777"/>
          </a:xfrm>
          <a:prstGeom prst="rect">
            <a:avLst/>
          </a:prstGeom>
          <a:noFill/>
        </p:spPr>
        <p:txBody>
          <a:bodyPr wrap="square" rtlCol="0">
            <a:spAutoFit/>
          </a:bodyPr>
          <a:lstStyle/>
          <a:p>
            <a:r>
              <a:rPr lang="en-US" sz="1400" b="1" dirty="0">
                <a:solidFill>
                  <a:srgbClr val="00CC00"/>
                </a:solidFill>
              </a:rPr>
              <a:t>120 – Buy Call</a:t>
            </a:r>
          </a:p>
        </p:txBody>
      </p:sp>
      <p:sp>
        <p:nvSpPr>
          <p:cNvPr id="30" name="TextBox 29">
            <a:extLst>
              <a:ext uri="{FF2B5EF4-FFF2-40B4-BE49-F238E27FC236}">
                <a16:creationId xmlns:a16="http://schemas.microsoft.com/office/drawing/2014/main" id="{1E394DCE-2DDD-99CB-09DD-1A5F6291CCA0}"/>
              </a:ext>
            </a:extLst>
          </p:cNvPr>
          <p:cNvSpPr txBox="1"/>
          <p:nvPr/>
        </p:nvSpPr>
        <p:spPr>
          <a:xfrm>
            <a:off x="3075893" y="1890236"/>
            <a:ext cx="3328831" cy="784830"/>
          </a:xfrm>
          <a:prstGeom prst="rect">
            <a:avLst/>
          </a:prstGeom>
          <a:solidFill>
            <a:schemeClr val="accent2">
              <a:lumMod val="20000"/>
              <a:lumOff val="80000"/>
            </a:schemeClr>
          </a:solidFill>
          <a:ln w="9525">
            <a:solidFill>
              <a:schemeClr val="tx1"/>
            </a:solidFill>
          </a:ln>
        </p:spPr>
        <p:txBody>
          <a:bodyPr wrap="square" rtlCol="0">
            <a:spAutoFit/>
          </a:bodyPr>
          <a:lstStyle/>
          <a:p>
            <a:r>
              <a:rPr lang="en-US" sz="1200" b="1" dirty="0"/>
              <a:t>Call debit spread, BET </a:t>
            </a:r>
            <a:r>
              <a:rPr lang="en-US" sz="1200" b="1" dirty="0">
                <a:sym typeface="Wingdings" panose="05000000000000000000" pitchFamily="2" charset="2"/>
              </a:rPr>
              <a:t></a:t>
            </a:r>
            <a:r>
              <a:rPr lang="en-US" sz="1200" b="1" dirty="0"/>
              <a:t> Bullish</a:t>
            </a:r>
          </a:p>
          <a:p>
            <a:r>
              <a:rPr lang="en-US" sz="1100" dirty="0"/>
              <a:t>You want stock to pierce through the long call and, best case, short call strike to make the full width of the spread</a:t>
            </a:r>
          </a:p>
        </p:txBody>
      </p:sp>
      <p:sp>
        <p:nvSpPr>
          <p:cNvPr id="31" name="TextBox 30">
            <a:extLst>
              <a:ext uri="{FF2B5EF4-FFF2-40B4-BE49-F238E27FC236}">
                <a16:creationId xmlns:a16="http://schemas.microsoft.com/office/drawing/2014/main" id="{09F893CE-272A-9D75-CC4B-87599148123A}"/>
              </a:ext>
            </a:extLst>
          </p:cNvPr>
          <p:cNvSpPr txBox="1"/>
          <p:nvPr/>
        </p:nvSpPr>
        <p:spPr>
          <a:xfrm>
            <a:off x="105963" y="1893700"/>
            <a:ext cx="2969930" cy="615553"/>
          </a:xfrm>
          <a:prstGeom prst="rect">
            <a:avLst/>
          </a:prstGeom>
          <a:solidFill>
            <a:schemeClr val="accent1">
              <a:lumMod val="20000"/>
              <a:lumOff val="80000"/>
            </a:schemeClr>
          </a:solidFill>
          <a:ln w="9525">
            <a:solidFill>
              <a:schemeClr val="tx1"/>
            </a:solidFill>
          </a:ln>
        </p:spPr>
        <p:txBody>
          <a:bodyPr wrap="square" rtlCol="0">
            <a:spAutoFit/>
          </a:bodyPr>
          <a:lstStyle/>
          <a:p>
            <a:r>
              <a:rPr lang="en-US" sz="1200" b="1" dirty="0"/>
              <a:t>Call credit spread, BET </a:t>
            </a:r>
            <a:r>
              <a:rPr lang="en-US" sz="1200" b="1" dirty="0">
                <a:sym typeface="Wingdings" panose="05000000000000000000" pitchFamily="2" charset="2"/>
              </a:rPr>
              <a:t></a:t>
            </a:r>
            <a:r>
              <a:rPr lang="en-US" sz="1200" b="1" dirty="0"/>
              <a:t> Bearish</a:t>
            </a:r>
          </a:p>
          <a:p>
            <a:r>
              <a:rPr lang="en-US" sz="1100" dirty="0"/>
              <a:t>You want to stock to stay below (bearish) the sold call strike to keep the sold premium</a:t>
            </a:r>
          </a:p>
        </p:txBody>
      </p:sp>
      <p:cxnSp>
        <p:nvCxnSpPr>
          <p:cNvPr id="32" name="Straight Connector 31">
            <a:extLst>
              <a:ext uri="{FF2B5EF4-FFF2-40B4-BE49-F238E27FC236}">
                <a16:creationId xmlns:a16="http://schemas.microsoft.com/office/drawing/2014/main" id="{973FCDE9-A625-1124-9EA1-1BADAD585663}"/>
              </a:ext>
            </a:extLst>
          </p:cNvPr>
          <p:cNvCxnSpPr>
            <a:cxnSpLocks/>
          </p:cNvCxnSpPr>
          <p:nvPr/>
        </p:nvCxnSpPr>
        <p:spPr>
          <a:xfrm flipH="1">
            <a:off x="1998467" y="4587238"/>
            <a:ext cx="292196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26077DC-472F-34DD-C41F-0CB9E20AE8AE}"/>
              </a:ext>
            </a:extLst>
          </p:cNvPr>
          <p:cNvCxnSpPr>
            <a:cxnSpLocks/>
          </p:cNvCxnSpPr>
          <p:nvPr/>
        </p:nvCxnSpPr>
        <p:spPr>
          <a:xfrm flipH="1">
            <a:off x="2103777" y="5769514"/>
            <a:ext cx="2969930" cy="18008"/>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DA2F208B-4F88-56A5-DEEE-C2FDB5C78408}"/>
              </a:ext>
            </a:extLst>
          </p:cNvPr>
          <p:cNvSpPr txBox="1"/>
          <p:nvPr/>
        </p:nvSpPr>
        <p:spPr>
          <a:xfrm>
            <a:off x="5043558" y="5579122"/>
            <a:ext cx="1178124" cy="307777"/>
          </a:xfrm>
          <a:prstGeom prst="rect">
            <a:avLst/>
          </a:prstGeom>
          <a:noFill/>
        </p:spPr>
        <p:txBody>
          <a:bodyPr wrap="square" rtlCol="0">
            <a:spAutoFit/>
          </a:bodyPr>
          <a:lstStyle/>
          <a:p>
            <a:r>
              <a:rPr lang="en-US" sz="1400" b="1" dirty="0">
                <a:solidFill>
                  <a:srgbClr val="00CC00"/>
                </a:solidFill>
              </a:rPr>
              <a:t>40 – Buy Put</a:t>
            </a:r>
          </a:p>
        </p:txBody>
      </p:sp>
      <p:sp>
        <p:nvSpPr>
          <p:cNvPr id="35" name="TextBox 34">
            <a:extLst>
              <a:ext uri="{FF2B5EF4-FFF2-40B4-BE49-F238E27FC236}">
                <a16:creationId xmlns:a16="http://schemas.microsoft.com/office/drawing/2014/main" id="{EA5A2F50-4573-6E95-FEE5-3C8C568512EB}"/>
              </a:ext>
            </a:extLst>
          </p:cNvPr>
          <p:cNvSpPr txBox="1"/>
          <p:nvPr/>
        </p:nvSpPr>
        <p:spPr>
          <a:xfrm>
            <a:off x="4938248" y="4477511"/>
            <a:ext cx="1372044" cy="307777"/>
          </a:xfrm>
          <a:prstGeom prst="rect">
            <a:avLst/>
          </a:prstGeom>
          <a:noFill/>
        </p:spPr>
        <p:txBody>
          <a:bodyPr wrap="square" rtlCol="0">
            <a:spAutoFit/>
          </a:bodyPr>
          <a:lstStyle/>
          <a:p>
            <a:r>
              <a:rPr lang="en-US" sz="1400" b="1" dirty="0">
                <a:solidFill>
                  <a:srgbClr val="FF0000"/>
                </a:solidFill>
              </a:rPr>
              <a:t>60 – Sell Put</a:t>
            </a:r>
          </a:p>
        </p:txBody>
      </p:sp>
      <p:sp>
        <p:nvSpPr>
          <p:cNvPr id="36" name="TextBox 35">
            <a:extLst>
              <a:ext uri="{FF2B5EF4-FFF2-40B4-BE49-F238E27FC236}">
                <a16:creationId xmlns:a16="http://schemas.microsoft.com/office/drawing/2014/main" id="{D67BA4E0-AC18-2A34-4783-5BBF675A0B6A}"/>
              </a:ext>
            </a:extLst>
          </p:cNvPr>
          <p:cNvSpPr txBox="1"/>
          <p:nvPr/>
        </p:nvSpPr>
        <p:spPr>
          <a:xfrm>
            <a:off x="833779" y="5615625"/>
            <a:ext cx="1308883" cy="307777"/>
          </a:xfrm>
          <a:prstGeom prst="rect">
            <a:avLst/>
          </a:prstGeom>
          <a:noFill/>
        </p:spPr>
        <p:txBody>
          <a:bodyPr wrap="square" rtlCol="0">
            <a:spAutoFit/>
          </a:bodyPr>
          <a:lstStyle/>
          <a:p>
            <a:r>
              <a:rPr lang="en-US" sz="1400" b="1" dirty="0">
                <a:solidFill>
                  <a:srgbClr val="FF0000"/>
                </a:solidFill>
              </a:rPr>
              <a:t>40 – Sell Put</a:t>
            </a:r>
          </a:p>
        </p:txBody>
      </p:sp>
      <p:sp>
        <p:nvSpPr>
          <p:cNvPr id="37" name="TextBox 36">
            <a:extLst>
              <a:ext uri="{FF2B5EF4-FFF2-40B4-BE49-F238E27FC236}">
                <a16:creationId xmlns:a16="http://schemas.microsoft.com/office/drawing/2014/main" id="{869D6EBC-C2F4-CC13-03D6-F45F5857EFBE}"/>
              </a:ext>
            </a:extLst>
          </p:cNvPr>
          <p:cNvSpPr txBox="1"/>
          <p:nvPr/>
        </p:nvSpPr>
        <p:spPr>
          <a:xfrm>
            <a:off x="833779" y="4423809"/>
            <a:ext cx="1256124" cy="307777"/>
          </a:xfrm>
          <a:prstGeom prst="rect">
            <a:avLst/>
          </a:prstGeom>
          <a:noFill/>
        </p:spPr>
        <p:txBody>
          <a:bodyPr wrap="square" rtlCol="0">
            <a:spAutoFit/>
          </a:bodyPr>
          <a:lstStyle/>
          <a:p>
            <a:r>
              <a:rPr lang="en-US" sz="1400" b="1" dirty="0">
                <a:solidFill>
                  <a:srgbClr val="00CC00"/>
                </a:solidFill>
              </a:rPr>
              <a:t>60 – Buy Put</a:t>
            </a:r>
          </a:p>
        </p:txBody>
      </p:sp>
      <p:sp>
        <p:nvSpPr>
          <p:cNvPr id="41" name="TextBox 40">
            <a:extLst>
              <a:ext uri="{FF2B5EF4-FFF2-40B4-BE49-F238E27FC236}">
                <a16:creationId xmlns:a16="http://schemas.microsoft.com/office/drawing/2014/main" id="{F0D6A172-A424-5331-277F-CA3D49E72EEC}"/>
              </a:ext>
            </a:extLst>
          </p:cNvPr>
          <p:cNvSpPr txBox="1"/>
          <p:nvPr/>
        </p:nvSpPr>
        <p:spPr>
          <a:xfrm>
            <a:off x="6404724" y="1217004"/>
            <a:ext cx="5458228" cy="2677656"/>
          </a:xfrm>
          <a:prstGeom prst="rect">
            <a:avLst/>
          </a:prstGeom>
          <a:solidFill>
            <a:schemeClr val="accent1">
              <a:lumMod val="20000"/>
              <a:lumOff val="80000"/>
            </a:schemeClr>
          </a:solidFill>
          <a:ln w="9525">
            <a:solidFill>
              <a:schemeClr val="tx1"/>
            </a:solidFill>
          </a:ln>
        </p:spPr>
        <p:txBody>
          <a:bodyPr wrap="square" rtlCol="0">
            <a:spAutoFit/>
          </a:bodyPr>
          <a:lstStyle/>
          <a:p>
            <a:pPr algn="ctr"/>
            <a:r>
              <a:rPr lang="en-US" sz="1400" b="1" u="sng" dirty="0"/>
              <a:t>Call Credit spread</a:t>
            </a:r>
          </a:p>
          <a:p>
            <a:pPr marL="285750" indent="-285750">
              <a:buFont typeface="Arial" panose="020B0604020202020204" pitchFamily="34" charset="0"/>
              <a:buChar char="•"/>
            </a:pPr>
            <a:r>
              <a:rPr lang="en-US" sz="1400" dirty="0"/>
              <a:t>Lower strike @100 call is more expensive than higher strike @120 call, so you </a:t>
            </a:r>
            <a:r>
              <a:rPr lang="en-US" sz="1400" b="1" u="sng" dirty="0"/>
              <a:t>collect</a:t>
            </a:r>
            <a:r>
              <a:rPr lang="en-US" sz="1400" dirty="0"/>
              <a:t> the spread b/w the premiums of two legs (collect the price of 120 leg – pay the cost of 100 leg)</a:t>
            </a:r>
          </a:p>
          <a:p>
            <a:pPr marL="285750" indent="-285750">
              <a:buFont typeface="Arial" panose="020B0604020202020204" pitchFamily="34" charset="0"/>
              <a:buChar char="•"/>
            </a:pPr>
            <a:r>
              <a:rPr lang="en-US" sz="1400" dirty="0"/>
              <a:t>Max profit = spread that you collect</a:t>
            </a:r>
          </a:p>
          <a:p>
            <a:pPr marL="285750" indent="-285750">
              <a:buFont typeface="Arial" panose="020B0604020202020204" pitchFamily="34" charset="0"/>
              <a:buChar char="•"/>
            </a:pPr>
            <a:r>
              <a:rPr lang="en-US" sz="1400" dirty="0"/>
              <a:t>Max loss = 120-100 = 20 per contract</a:t>
            </a:r>
          </a:p>
          <a:p>
            <a:pPr algn="ctr"/>
            <a:r>
              <a:rPr lang="en-US" sz="1400" b="1" u="sng" dirty="0"/>
              <a:t>Put Credit Spread</a:t>
            </a:r>
          </a:p>
          <a:p>
            <a:pPr marL="285750" indent="-285750">
              <a:buFont typeface="Arial" panose="020B0604020202020204" pitchFamily="34" charset="0"/>
              <a:buChar char="•"/>
            </a:pPr>
            <a:r>
              <a:rPr lang="en-US" sz="1400" dirty="0"/>
              <a:t>Higher strike @60 put is more expensive than the lower strike @40 put, so you </a:t>
            </a:r>
            <a:r>
              <a:rPr lang="en-US" sz="1400" b="1" u="sng" dirty="0"/>
              <a:t>collect</a:t>
            </a:r>
            <a:r>
              <a:rPr lang="en-US" sz="1400" dirty="0"/>
              <a:t> the spread b/w the premiums of two legs (collect the price of 60 leg – pay the cost of 40 leg)</a:t>
            </a:r>
          </a:p>
          <a:p>
            <a:pPr marL="285750" indent="-285750">
              <a:buFont typeface="Arial" panose="020B0604020202020204" pitchFamily="34" charset="0"/>
              <a:buChar char="•"/>
            </a:pPr>
            <a:r>
              <a:rPr lang="en-US" sz="1400" dirty="0"/>
              <a:t>Max profit = spread that you collect</a:t>
            </a:r>
          </a:p>
          <a:p>
            <a:pPr marL="285750" indent="-285750">
              <a:buFont typeface="Arial" panose="020B0604020202020204" pitchFamily="34" charset="0"/>
              <a:buChar char="•"/>
            </a:pPr>
            <a:r>
              <a:rPr lang="en-US" sz="1400" dirty="0"/>
              <a:t>Max loss = 60-40 = 20/contract</a:t>
            </a:r>
          </a:p>
        </p:txBody>
      </p:sp>
      <p:sp>
        <p:nvSpPr>
          <p:cNvPr id="42" name="TextBox 41">
            <a:extLst>
              <a:ext uri="{FF2B5EF4-FFF2-40B4-BE49-F238E27FC236}">
                <a16:creationId xmlns:a16="http://schemas.microsoft.com/office/drawing/2014/main" id="{BB6C2679-5FEE-32D1-3318-9714AD5618D6}"/>
              </a:ext>
            </a:extLst>
          </p:cNvPr>
          <p:cNvSpPr txBox="1"/>
          <p:nvPr/>
        </p:nvSpPr>
        <p:spPr>
          <a:xfrm>
            <a:off x="6404724" y="3908252"/>
            <a:ext cx="5458229" cy="2677656"/>
          </a:xfrm>
          <a:prstGeom prst="rect">
            <a:avLst/>
          </a:prstGeom>
          <a:solidFill>
            <a:schemeClr val="accent2">
              <a:lumMod val="20000"/>
              <a:lumOff val="80000"/>
            </a:schemeClr>
          </a:solidFill>
          <a:ln w="9525">
            <a:solidFill>
              <a:schemeClr val="tx1"/>
            </a:solidFill>
          </a:ln>
        </p:spPr>
        <p:txBody>
          <a:bodyPr wrap="square" rtlCol="0">
            <a:spAutoFit/>
          </a:bodyPr>
          <a:lstStyle/>
          <a:p>
            <a:pPr algn="ctr"/>
            <a:r>
              <a:rPr lang="en-US" sz="1400" b="1" u="sng" dirty="0"/>
              <a:t>Call Debit spread</a:t>
            </a:r>
          </a:p>
          <a:p>
            <a:pPr marL="285750" indent="-285750">
              <a:buFont typeface="Arial" panose="020B0604020202020204" pitchFamily="34" charset="0"/>
              <a:buChar char="•"/>
            </a:pPr>
            <a:r>
              <a:rPr lang="en-US" sz="1400" dirty="0"/>
              <a:t>Lower strike @100 call is more expensive than higher strike @120 call, so you </a:t>
            </a:r>
            <a:r>
              <a:rPr lang="en-US" sz="1400" b="1" u="sng" dirty="0"/>
              <a:t>pay</a:t>
            </a:r>
            <a:r>
              <a:rPr lang="en-US" sz="1400" dirty="0"/>
              <a:t> the spread b/w the premium of two legs (pay the price of 100 leg – collect the price of 120) </a:t>
            </a:r>
          </a:p>
          <a:p>
            <a:pPr marL="285750" indent="-285750">
              <a:buFont typeface="Arial" panose="020B0604020202020204" pitchFamily="34" charset="0"/>
              <a:buChar char="•"/>
            </a:pPr>
            <a:r>
              <a:rPr lang="en-US" sz="1400" dirty="0"/>
              <a:t>Max profit = 120 -100 = 20/contract</a:t>
            </a:r>
          </a:p>
          <a:p>
            <a:pPr marL="285750" indent="-285750">
              <a:buFont typeface="Arial" panose="020B0604020202020204" pitchFamily="34" charset="0"/>
              <a:buChar char="•"/>
            </a:pPr>
            <a:r>
              <a:rPr lang="en-US" sz="1400" dirty="0"/>
              <a:t>Max loss = spread that you paid</a:t>
            </a:r>
          </a:p>
          <a:p>
            <a:pPr algn="ctr"/>
            <a:r>
              <a:rPr lang="en-US" sz="1400" b="1" u="sng" dirty="0"/>
              <a:t>Put Debit Spread</a:t>
            </a:r>
          </a:p>
          <a:p>
            <a:pPr marL="285750" indent="-285750">
              <a:buFont typeface="Arial" panose="020B0604020202020204" pitchFamily="34" charset="0"/>
              <a:buChar char="•"/>
            </a:pPr>
            <a:r>
              <a:rPr lang="en-US" sz="1400" dirty="0"/>
              <a:t>Higher strike @60 put is more expensive than the lower strike @40 put, so you </a:t>
            </a:r>
            <a:r>
              <a:rPr lang="en-US" sz="1400" b="1" u="sng" dirty="0"/>
              <a:t>pay</a:t>
            </a:r>
            <a:r>
              <a:rPr lang="en-US" sz="1400" dirty="0"/>
              <a:t> that spread b/w the premium of two legs (pay to price of 60 leg – collect the price of 40 leg) </a:t>
            </a:r>
          </a:p>
          <a:p>
            <a:pPr marL="285750" indent="-285750">
              <a:buFont typeface="Arial" panose="020B0604020202020204" pitchFamily="34" charset="0"/>
              <a:buChar char="•"/>
            </a:pPr>
            <a:r>
              <a:rPr lang="en-US" sz="1400" dirty="0"/>
              <a:t>Max profit = spread that you collect</a:t>
            </a:r>
          </a:p>
          <a:p>
            <a:pPr marL="285750" indent="-285750">
              <a:buFont typeface="Arial" panose="020B0604020202020204" pitchFamily="34" charset="0"/>
              <a:buChar char="•"/>
            </a:pPr>
            <a:r>
              <a:rPr lang="en-US" sz="1400" dirty="0"/>
              <a:t>Max loss = 60-40 = 20/contract</a:t>
            </a:r>
          </a:p>
        </p:txBody>
      </p:sp>
      <p:sp>
        <p:nvSpPr>
          <p:cNvPr id="47" name="TextBox 46">
            <a:extLst>
              <a:ext uri="{FF2B5EF4-FFF2-40B4-BE49-F238E27FC236}">
                <a16:creationId xmlns:a16="http://schemas.microsoft.com/office/drawing/2014/main" id="{BBF53AFE-F5A8-AEC0-7769-56FF9E981BD0}"/>
              </a:ext>
            </a:extLst>
          </p:cNvPr>
          <p:cNvSpPr txBox="1"/>
          <p:nvPr/>
        </p:nvSpPr>
        <p:spPr>
          <a:xfrm>
            <a:off x="563637" y="672399"/>
            <a:ext cx="10797431" cy="523220"/>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dirty="0"/>
              <a:t>For debit spreads   – </a:t>
            </a:r>
            <a:r>
              <a:rPr lang="en-US" sz="1400" b="1" dirty="0"/>
              <a:t>Max loss </a:t>
            </a:r>
            <a:r>
              <a:rPr lang="en-US" sz="1400" dirty="0"/>
              <a:t>is limited to what you </a:t>
            </a:r>
            <a:r>
              <a:rPr lang="en-US" sz="1400" b="1" u="sng" dirty="0"/>
              <a:t>pay</a:t>
            </a:r>
            <a:r>
              <a:rPr lang="en-US" sz="1400" dirty="0"/>
              <a:t> while opening the spread. </a:t>
            </a:r>
            <a:r>
              <a:rPr lang="en-US" sz="1400" b="1" dirty="0"/>
              <a:t>Max profit</a:t>
            </a:r>
            <a:r>
              <a:rPr lang="en-US" sz="1400" dirty="0"/>
              <a:t> is limited to </a:t>
            </a:r>
            <a:r>
              <a:rPr lang="en-US" sz="1400" b="1" dirty="0"/>
              <a:t>spread of the strike prices</a:t>
            </a:r>
            <a:br>
              <a:rPr lang="en-US" sz="1400" dirty="0"/>
            </a:br>
            <a:r>
              <a:rPr lang="en-US" sz="1400" dirty="0"/>
              <a:t>For credit spreads  – </a:t>
            </a:r>
            <a:r>
              <a:rPr lang="en-US" sz="1400" b="1" dirty="0"/>
              <a:t>Max profit</a:t>
            </a:r>
            <a:r>
              <a:rPr lang="en-US" sz="1400" dirty="0"/>
              <a:t> is limited to what you </a:t>
            </a:r>
            <a:r>
              <a:rPr lang="en-US" sz="1400" b="1" u="sng" dirty="0"/>
              <a:t>collect</a:t>
            </a:r>
            <a:r>
              <a:rPr lang="en-US" sz="1400" dirty="0"/>
              <a:t> while opening the spread. </a:t>
            </a:r>
            <a:r>
              <a:rPr lang="en-US" sz="1400" b="1" dirty="0"/>
              <a:t>Max loss</a:t>
            </a:r>
            <a:r>
              <a:rPr lang="en-US" sz="1400" dirty="0"/>
              <a:t> is limited to </a:t>
            </a:r>
            <a:r>
              <a:rPr lang="en-US" sz="1400" b="1" dirty="0"/>
              <a:t>spread of the strike prices</a:t>
            </a:r>
          </a:p>
        </p:txBody>
      </p:sp>
      <p:sp>
        <p:nvSpPr>
          <p:cNvPr id="23" name="TextBox 22">
            <a:extLst>
              <a:ext uri="{FF2B5EF4-FFF2-40B4-BE49-F238E27FC236}">
                <a16:creationId xmlns:a16="http://schemas.microsoft.com/office/drawing/2014/main" id="{472293DB-2A06-1905-32F3-6840975118FB}"/>
              </a:ext>
            </a:extLst>
          </p:cNvPr>
          <p:cNvSpPr txBox="1"/>
          <p:nvPr/>
        </p:nvSpPr>
        <p:spPr>
          <a:xfrm>
            <a:off x="3346705" y="4820811"/>
            <a:ext cx="3058020" cy="615553"/>
          </a:xfrm>
          <a:prstGeom prst="rect">
            <a:avLst/>
          </a:prstGeom>
          <a:solidFill>
            <a:schemeClr val="accent1">
              <a:lumMod val="20000"/>
              <a:lumOff val="80000"/>
            </a:schemeClr>
          </a:solidFill>
          <a:ln w="9525">
            <a:solidFill>
              <a:schemeClr val="tx1"/>
            </a:solidFill>
          </a:ln>
        </p:spPr>
        <p:txBody>
          <a:bodyPr wrap="square" rtlCol="0">
            <a:spAutoFit/>
          </a:bodyPr>
          <a:lstStyle/>
          <a:p>
            <a:r>
              <a:rPr lang="en-US" sz="1200" b="1" dirty="0"/>
              <a:t>Put credit spread, Sentiment </a:t>
            </a:r>
            <a:r>
              <a:rPr lang="en-US" sz="1200" b="1" dirty="0">
                <a:sym typeface="Wingdings" panose="05000000000000000000" pitchFamily="2" charset="2"/>
              </a:rPr>
              <a:t></a:t>
            </a:r>
            <a:r>
              <a:rPr lang="en-US" sz="1200" b="1" dirty="0"/>
              <a:t> Bullish</a:t>
            </a:r>
          </a:p>
          <a:p>
            <a:r>
              <a:rPr lang="en-US" sz="1100" dirty="0"/>
              <a:t>You want to stock to stay above (bullish) the sold put strike to keep the sold premium</a:t>
            </a:r>
          </a:p>
        </p:txBody>
      </p:sp>
      <p:sp>
        <p:nvSpPr>
          <p:cNvPr id="24" name="TextBox 23">
            <a:extLst>
              <a:ext uri="{FF2B5EF4-FFF2-40B4-BE49-F238E27FC236}">
                <a16:creationId xmlns:a16="http://schemas.microsoft.com/office/drawing/2014/main" id="{AD5AFC1D-E3EA-BC82-E0C9-E80F4FEE80C4}"/>
              </a:ext>
            </a:extLst>
          </p:cNvPr>
          <p:cNvSpPr txBox="1"/>
          <p:nvPr/>
        </p:nvSpPr>
        <p:spPr>
          <a:xfrm>
            <a:off x="105963" y="4808162"/>
            <a:ext cx="3240741" cy="784830"/>
          </a:xfrm>
          <a:prstGeom prst="rect">
            <a:avLst/>
          </a:prstGeom>
          <a:solidFill>
            <a:schemeClr val="accent2">
              <a:lumMod val="20000"/>
              <a:lumOff val="80000"/>
            </a:schemeClr>
          </a:solidFill>
          <a:ln w="9525">
            <a:solidFill>
              <a:schemeClr val="tx1"/>
            </a:solidFill>
          </a:ln>
        </p:spPr>
        <p:txBody>
          <a:bodyPr wrap="square" rtlCol="0">
            <a:spAutoFit/>
          </a:bodyPr>
          <a:lstStyle/>
          <a:p>
            <a:r>
              <a:rPr lang="en-US" sz="1200" b="1" dirty="0"/>
              <a:t>Put debit spread, BET </a:t>
            </a:r>
            <a:r>
              <a:rPr lang="en-US" sz="1200" b="1" dirty="0">
                <a:sym typeface="Wingdings" panose="05000000000000000000" pitchFamily="2" charset="2"/>
              </a:rPr>
              <a:t></a:t>
            </a:r>
            <a:r>
              <a:rPr lang="en-US" sz="1200" b="1" dirty="0"/>
              <a:t> Bearish</a:t>
            </a:r>
          </a:p>
          <a:p>
            <a:r>
              <a:rPr lang="en-US" sz="1100" dirty="0"/>
              <a:t>You want stock to pierce through the long put and, best case, short put strike to make the full width of the spread</a:t>
            </a:r>
          </a:p>
        </p:txBody>
      </p:sp>
    </p:spTree>
    <p:extLst>
      <p:ext uri="{BB962C8B-B14F-4D97-AF65-F5344CB8AC3E}">
        <p14:creationId xmlns:p14="http://schemas.microsoft.com/office/powerpoint/2010/main" val="2190615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E85BF-E72E-B7B9-9CEC-ABDE3203A9C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5068C35-DA03-3D45-A8B2-00C6AD482546}"/>
              </a:ext>
            </a:extLst>
          </p:cNvPr>
          <p:cNvSpPr>
            <a:spLocks noGrp="1"/>
          </p:cNvSpPr>
          <p:nvPr>
            <p:ph type="subTitle" idx="1"/>
          </p:nvPr>
        </p:nvSpPr>
        <p:spPr>
          <a:xfrm>
            <a:off x="1286277" y="162162"/>
            <a:ext cx="9144000" cy="520563"/>
          </a:xfrm>
        </p:spPr>
        <p:txBody>
          <a:bodyPr/>
          <a:lstStyle/>
          <a:p>
            <a:r>
              <a:rPr lang="en-US" b="1" dirty="0"/>
              <a:t>Vertical Spread – BMNR Call Debit Spread – Sep 2025</a:t>
            </a:r>
          </a:p>
        </p:txBody>
      </p:sp>
      <p:cxnSp>
        <p:nvCxnSpPr>
          <p:cNvPr id="5" name="Straight Connector 4">
            <a:extLst>
              <a:ext uri="{FF2B5EF4-FFF2-40B4-BE49-F238E27FC236}">
                <a16:creationId xmlns:a16="http://schemas.microsoft.com/office/drawing/2014/main" id="{1AB2DF33-921D-DF9C-E568-6EA35F7FB30C}"/>
              </a:ext>
            </a:extLst>
          </p:cNvPr>
          <p:cNvCxnSpPr>
            <a:cxnSpLocks/>
          </p:cNvCxnSpPr>
          <p:nvPr/>
        </p:nvCxnSpPr>
        <p:spPr>
          <a:xfrm flipH="1">
            <a:off x="1929534" y="1334642"/>
            <a:ext cx="292196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91DA96B-B8B5-EC89-1CAD-A7114167CBF5}"/>
              </a:ext>
            </a:extLst>
          </p:cNvPr>
          <p:cNvCxnSpPr>
            <a:cxnSpLocks/>
          </p:cNvCxnSpPr>
          <p:nvPr/>
        </p:nvCxnSpPr>
        <p:spPr>
          <a:xfrm flipH="1">
            <a:off x="1941356" y="2318629"/>
            <a:ext cx="2969930" cy="18008"/>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6F47CFC3-5D38-8098-0A7A-88CFC4355EB7}"/>
                  </a:ext>
                </a:extLst>
              </p14:cNvPr>
              <p14:cNvContentPartPr/>
              <p14:nvPr/>
            </p14:nvContentPartPr>
            <p14:xfrm>
              <a:off x="1792554" y="3055369"/>
              <a:ext cx="2913875" cy="390604"/>
            </p14:xfrm>
          </p:contentPart>
        </mc:Choice>
        <mc:Fallback xmlns="">
          <p:pic>
            <p:nvPicPr>
              <p:cNvPr id="10" name="Ink 9">
                <a:extLst>
                  <a:ext uri="{FF2B5EF4-FFF2-40B4-BE49-F238E27FC236}">
                    <a16:creationId xmlns:a16="http://schemas.microsoft.com/office/drawing/2014/main" id="{6F47CFC3-5D38-8098-0A7A-88CFC4355EB7}"/>
                  </a:ext>
                </a:extLst>
              </p:cNvPr>
              <p:cNvPicPr/>
              <p:nvPr/>
            </p:nvPicPr>
            <p:blipFill>
              <a:blip r:embed="rId3"/>
              <a:stretch>
                <a:fillRect/>
              </a:stretch>
            </p:blipFill>
            <p:spPr>
              <a:xfrm>
                <a:off x="1786434" y="3049249"/>
                <a:ext cx="2926115" cy="402844"/>
              </a:xfrm>
              <a:prstGeom prst="rect">
                <a:avLst/>
              </a:prstGeom>
            </p:spPr>
          </p:pic>
        </mc:Fallback>
      </mc:AlternateContent>
      <p:sp>
        <p:nvSpPr>
          <p:cNvPr id="11" name="TextBox 10">
            <a:extLst>
              <a:ext uri="{FF2B5EF4-FFF2-40B4-BE49-F238E27FC236}">
                <a16:creationId xmlns:a16="http://schemas.microsoft.com/office/drawing/2014/main" id="{CBA39042-90F5-E8EA-CB01-18B979825113}"/>
              </a:ext>
            </a:extLst>
          </p:cNvPr>
          <p:cNvSpPr txBox="1"/>
          <p:nvPr/>
        </p:nvSpPr>
        <p:spPr>
          <a:xfrm>
            <a:off x="5094319" y="2967673"/>
            <a:ext cx="863398" cy="523220"/>
          </a:xfrm>
          <a:prstGeom prst="rect">
            <a:avLst/>
          </a:prstGeom>
          <a:noFill/>
        </p:spPr>
        <p:txBody>
          <a:bodyPr wrap="square" rtlCol="0">
            <a:spAutoFit/>
          </a:bodyPr>
          <a:lstStyle/>
          <a:p>
            <a:r>
              <a:rPr lang="en-US" sz="1400" dirty="0"/>
              <a:t>Stock @50</a:t>
            </a:r>
          </a:p>
        </p:txBody>
      </p:sp>
      <p:sp>
        <p:nvSpPr>
          <p:cNvPr id="12" name="TextBox 11">
            <a:extLst>
              <a:ext uri="{FF2B5EF4-FFF2-40B4-BE49-F238E27FC236}">
                <a16:creationId xmlns:a16="http://schemas.microsoft.com/office/drawing/2014/main" id="{0BA48077-2E72-22A1-2768-A3A762F20A2A}"/>
              </a:ext>
            </a:extLst>
          </p:cNvPr>
          <p:cNvSpPr txBox="1"/>
          <p:nvPr/>
        </p:nvSpPr>
        <p:spPr>
          <a:xfrm>
            <a:off x="4869316" y="2146312"/>
            <a:ext cx="1372044" cy="307777"/>
          </a:xfrm>
          <a:prstGeom prst="rect">
            <a:avLst/>
          </a:prstGeom>
          <a:noFill/>
        </p:spPr>
        <p:txBody>
          <a:bodyPr wrap="square" rtlCol="0">
            <a:spAutoFit/>
          </a:bodyPr>
          <a:lstStyle/>
          <a:p>
            <a:r>
              <a:rPr lang="en-US" sz="1400" b="1" dirty="0">
                <a:solidFill>
                  <a:srgbClr val="00CC00"/>
                </a:solidFill>
              </a:rPr>
              <a:t>75 – Buy Call </a:t>
            </a:r>
          </a:p>
        </p:txBody>
      </p:sp>
      <p:sp>
        <p:nvSpPr>
          <p:cNvPr id="13" name="TextBox 12">
            <a:extLst>
              <a:ext uri="{FF2B5EF4-FFF2-40B4-BE49-F238E27FC236}">
                <a16:creationId xmlns:a16="http://schemas.microsoft.com/office/drawing/2014/main" id="{1F2167CE-1AD9-5E36-462E-A03F39A5451B}"/>
              </a:ext>
            </a:extLst>
          </p:cNvPr>
          <p:cNvSpPr txBox="1"/>
          <p:nvPr/>
        </p:nvSpPr>
        <p:spPr>
          <a:xfrm>
            <a:off x="4869316" y="1224914"/>
            <a:ext cx="1372044" cy="307777"/>
          </a:xfrm>
          <a:prstGeom prst="rect">
            <a:avLst/>
          </a:prstGeom>
          <a:noFill/>
        </p:spPr>
        <p:txBody>
          <a:bodyPr wrap="square" rtlCol="0">
            <a:spAutoFit/>
          </a:bodyPr>
          <a:lstStyle/>
          <a:p>
            <a:r>
              <a:rPr lang="en-US" sz="1400" b="1" dirty="0">
                <a:solidFill>
                  <a:srgbClr val="FF0000"/>
                </a:solidFill>
              </a:rPr>
              <a:t>100 – Sell Call</a:t>
            </a:r>
          </a:p>
        </p:txBody>
      </p:sp>
      <p:sp>
        <p:nvSpPr>
          <p:cNvPr id="16" name="TextBox 15">
            <a:extLst>
              <a:ext uri="{FF2B5EF4-FFF2-40B4-BE49-F238E27FC236}">
                <a16:creationId xmlns:a16="http://schemas.microsoft.com/office/drawing/2014/main" id="{B719D288-6B4C-B16C-106D-A1EAC9332D84}"/>
              </a:ext>
            </a:extLst>
          </p:cNvPr>
          <p:cNvSpPr txBox="1"/>
          <p:nvPr/>
        </p:nvSpPr>
        <p:spPr>
          <a:xfrm>
            <a:off x="1006508" y="3055369"/>
            <a:ext cx="863398" cy="523220"/>
          </a:xfrm>
          <a:prstGeom prst="rect">
            <a:avLst/>
          </a:prstGeom>
          <a:noFill/>
        </p:spPr>
        <p:txBody>
          <a:bodyPr wrap="square" rtlCol="0">
            <a:spAutoFit/>
          </a:bodyPr>
          <a:lstStyle/>
          <a:p>
            <a:r>
              <a:rPr lang="en-US" sz="1400" dirty="0"/>
              <a:t>Stock @50</a:t>
            </a:r>
          </a:p>
        </p:txBody>
      </p:sp>
      <p:sp>
        <p:nvSpPr>
          <p:cNvPr id="30" name="TextBox 29">
            <a:extLst>
              <a:ext uri="{FF2B5EF4-FFF2-40B4-BE49-F238E27FC236}">
                <a16:creationId xmlns:a16="http://schemas.microsoft.com/office/drawing/2014/main" id="{C3F2B283-C89C-3649-5A9C-3E6405AE249D}"/>
              </a:ext>
            </a:extLst>
          </p:cNvPr>
          <p:cNvSpPr txBox="1"/>
          <p:nvPr/>
        </p:nvSpPr>
        <p:spPr>
          <a:xfrm>
            <a:off x="4470452" y="1625794"/>
            <a:ext cx="1636776" cy="307777"/>
          </a:xfrm>
          <a:prstGeom prst="rect">
            <a:avLst/>
          </a:prstGeom>
          <a:solidFill>
            <a:schemeClr val="accent2">
              <a:lumMod val="20000"/>
              <a:lumOff val="80000"/>
            </a:schemeClr>
          </a:solidFill>
          <a:ln w="9525">
            <a:solidFill>
              <a:schemeClr val="tx1"/>
            </a:solidFill>
          </a:ln>
        </p:spPr>
        <p:txBody>
          <a:bodyPr wrap="square" rtlCol="0">
            <a:spAutoFit/>
          </a:bodyPr>
          <a:lstStyle/>
          <a:p>
            <a:r>
              <a:rPr lang="en-US" sz="1400" dirty="0"/>
              <a:t>Call debit spread</a:t>
            </a:r>
          </a:p>
        </p:txBody>
      </p:sp>
      <p:sp>
        <p:nvSpPr>
          <p:cNvPr id="47" name="TextBox 46">
            <a:extLst>
              <a:ext uri="{FF2B5EF4-FFF2-40B4-BE49-F238E27FC236}">
                <a16:creationId xmlns:a16="http://schemas.microsoft.com/office/drawing/2014/main" id="{26DD1B2D-0103-32D0-4A0D-1ED0EC440B73}"/>
              </a:ext>
            </a:extLst>
          </p:cNvPr>
          <p:cNvSpPr txBox="1"/>
          <p:nvPr/>
        </p:nvSpPr>
        <p:spPr>
          <a:xfrm>
            <a:off x="563637" y="672399"/>
            <a:ext cx="10797431" cy="307777"/>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dirty="0"/>
              <a:t>For debit spreads   – </a:t>
            </a:r>
            <a:r>
              <a:rPr lang="en-US" sz="1400" b="1" dirty="0"/>
              <a:t>Max loss </a:t>
            </a:r>
            <a:r>
              <a:rPr lang="en-US" sz="1400" dirty="0"/>
              <a:t>is limited to what you </a:t>
            </a:r>
            <a:r>
              <a:rPr lang="en-US" sz="1400" b="1" u="sng" dirty="0"/>
              <a:t>pay</a:t>
            </a:r>
            <a:r>
              <a:rPr lang="en-US" sz="1400" dirty="0"/>
              <a:t> while opening the spread. </a:t>
            </a:r>
            <a:r>
              <a:rPr lang="en-US" sz="1400" b="1" dirty="0"/>
              <a:t>Max profit</a:t>
            </a:r>
            <a:r>
              <a:rPr lang="en-US" sz="1400" dirty="0"/>
              <a:t> is limited to </a:t>
            </a:r>
            <a:r>
              <a:rPr lang="en-US" sz="1400" b="1" dirty="0"/>
              <a:t>spread of the strike prices</a:t>
            </a:r>
          </a:p>
        </p:txBody>
      </p:sp>
      <p:sp>
        <p:nvSpPr>
          <p:cNvPr id="4" name="TextBox 3">
            <a:extLst>
              <a:ext uri="{FF2B5EF4-FFF2-40B4-BE49-F238E27FC236}">
                <a16:creationId xmlns:a16="http://schemas.microsoft.com/office/drawing/2014/main" id="{007C94FB-D9E3-4A1A-406B-7F87B9E18E53}"/>
              </a:ext>
            </a:extLst>
          </p:cNvPr>
          <p:cNvSpPr txBox="1"/>
          <p:nvPr/>
        </p:nvSpPr>
        <p:spPr>
          <a:xfrm>
            <a:off x="6453015" y="1303918"/>
            <a:ext cx="5458229" cy="4185761"/>
          </a:xfrm>
          <a:prstGeom prst="rect">
            <a:avLst/>
          </a:prstGeom>
          <a:solidFill>
            <a:schemeClr val="accent2">
              <a:lumMod val="20000"/>
              <a:lumOff val="80000"/>
            </a:schemeClr>
          </a:solidFill>
          <a:ln w="9525">
            <a:solidFill>
              <a:schemeClr val="tx1"/>
            </a:solidFill>
          </a:ln>
        </p:spPr>
        <p:txBody>
          <a:bodyPr wrap="square" rtlCol="0">
            <a:spAutoFit/>
          </a:bodyPr>
          <a:lstStyle/>
          <a:p>
            <a:pPr algn="ctr"/>
            <a:r>
              <a:rPr lang="en-US" sz="1400" b="1" u="sng" dirty="0"/>
              <a:t>Real life example – BMNR Call Debit Spread (Sep 2025)</a:t>
            </a:r>
          </a:p>
          <a:p>
            <a:pPr marL="285750" indent="-285750">
              <a:buFont typeface="Arial" panose="020B0604020202020204" pitchFamily="34" charset="0"/>
              <a:buChar char="•"/>
            </a:pPr>
            <a:r>
              <a:rPr lang="en-US" sz="1400" dirty="0"/>
              <a:t>Stock around 50, Bought 75/100 spread for Jan 2027</a:t>
            </a:r>
          </a:p>
          <a:p>
            <a:pPr marL="285750" indent="-285750">
              <a:buFont typeface="Arial" panose="020B0604020202020204" pitchFamily="34" charset="0"/>
              <a:buChar char="•"/>
            </a:pPr>
            <a:r>
              <a:rPr lang="en-US" sz="1400" dirty="0"/>
              <a:t>Bought 75 leg @ 21.43 (debit), Sold 100 leg @ 17.60 (credit) – at the same time</a:t>
            </a:r>
          </a:p>
          <a:p>
            <a:pPr marL="285750" indent="-285750">
              <a:buFont typeface="Arial" panose="020B0604020202020204" pitchFamily="34" charset="0"/>
              <a:buChar char="•"/>
            </a:pPr>
            <a:r>
              <a:rPr lang="en-US" sz="1400" dirty="0"/>
              <a:t>Net out of pocket (debit) = 3.83/contract (21.43 - 17.60)</a:t>
            </a:r>
          </a:p>
          <a:p>
            <a:pPr marL="742950" lvl="1" indent="-285750">
              <a:buFont typeface="Arial" panose="020B0604020202020204" pitchFamily="34" charset="0"/>
              <a:buChar char="•"/>
            </a:pPr>
            <a:r>
              <a:rPr lang="en-US" sz="1400" dirty="0"/>
              <a:t>This is max loss if BMNR closes below 75 by Jan 2027</a:t>
            </a:r>
          </a:p>
          <a:p>
            <a:pPr marL="742950" lvl="1" indent="-285750">
              <a:buFont typeface="Arial" panose="020B0604020202020204" pitchFamily="34" charset="0"/>
              <a:buChar char="•"/>
            </a:pPr>
            <a:r>
              <a:rPr lang="en-US" sz="1400" dirty="0"/>
              <a:t>Both legs expire worthless at that point</a:t>
            </a:r>
          </a:p>
          <a:p>
            <a:pPr marL="285750" indent="-285750">
              <a:buFont typeface="Arial" panose="020B0604020202020204" pitchFamily="34" charset="0"/>
              <a:buChar char="•"/>
            </a:pPr>
            <a:r>
              <a:rPr lang="en-US" sz="1400" dirty="0"/>
              <a:t>Max profit = 100 - 75 = 25/contract</a:t>
            </a:r>
          </a:p>
          <a:p>
            <a:pPr marL="742950" lvl="1" indent="-285750">
              <a:buFont typeface="Arial" panose="020B0604020202020204" pitchFamily="34" charset="0"/>
              <a:buChar char="•"/>
            </a:pPr>
            <a:r>
              <a:rPr lang="en-US" sz="1400" dirty="0"/>
              <a:t>This will happen if BMNR is at 100 or above by Jan 2027</a:t>
            </a:r>
          </a:p>
          <a:p>
            <a:pPr marL="742950" lvl="1" indent="-285750">
              <a:buFont typeface="Arial" panose="020B0604020202020204" pitchFamily="34" charset="0"/>
              <a:buChar char="•"/>
            </a:pPr>
            <a:r>
              <a:rPr lang="en-US" sz="1400" dirty="0"/>
              <a:t>At this point, 75 call will have intrinsic of 25 or above and 100 call will be worthless or the intrinsic above 100, which the 75 call will also have. </a:t>
            </a:r>
          </a:p>
          <a:p>
            <a:pPr marL="742950" lvl="1" indent="-285750">
              <a:buFont typeface="Arial" panose="020B0604020202020204" pitchFamily="34" charset="0"/>
              <a:buChar char="•"/>
            </a:pPr>
            <a:r>
              <a:rPr lang="en-US" sz="1400" dirty="0"/>
              <a:t>You collect your profit by selling 75 call and buying back 100 call. </a:t>
            </a:r>
          </a:p>
          <a:p>
            <a:pPr marL="285750" indent="-285750">
              <a:buFont typeface="Arial" panose="020B0604020202020204" pitchFamily="34" charset="0"/>
              <a:buChar char="•"/>
            </a:pPr>
            <a:r>
              <a:rPr lang="en-US" sz="1400" dirty="0"/>
              <a:t>If BMNR is at 85, the profit will be 10/contract</a:t>
            </a:r>
          </a:p>
          <a:p>
            <a:pPr marL="742950" lvl="1" indent="-285750">
              <a:buFont typeface="Arial" panose="020B0604020202020204" pitchFamily="34" charset="0"/>
              <a:buChar char="•"/>
            </a:pPr>
            <a:r>
              <a:rPr lang="en-US" sz="1400" dirty="0"/>
              <a:t>75 call will have intrinsic value of 10, while 100 call will be worthless</a:t>
            </a:r>
          </a:p>
          <a:p>
            <a:pPr marL="285750" indent="-285750">
              <a:buFont typeface="Arial" panose="020B0604020202020204" pitchFamily="34" charset="0"/>
              <a:buChar char="•"/>
            </a:pPr>
            <a:r>
              <a:rPr lang="en-US" sz="1400" dirty="0"/>
              <a:t>So, Max profit = 25/contract, max loss = 3.83/contract</a:t>
            </a:r>
          </a:p>
          <a:p>
            <a:pPr marL="742950" lvl="1" indent="-285750">
              <a:buFont typeface="Arial" panose="020B0604020202020204" pitchFamily="34" charset="0"/>
              <a:buChar char="•"/>
            </a:pPr>
            <a:r>
              <a:rPr lang="en-US" sz="1400" dirty="0"/>
              <a:t>Profit /loss risk profile ~ 6.52</a:t>
            </a:r>
          </a:p>
        </p:txBody>
      </p:sp>
      <p:sp>
        <p:nvSpPr>
          <p:cNvPr id="6" name="TextBox 5">
            <a:extLst>
              <a:ext uri="{FF2B5EF4-FFF2-40B4-BE49-F238E27FC236}">
                <a16:creationId xmlns:a16="http://schemas.microsoft.com/office/drawing/2014/main" id="{30F05D47-4C13-05C0-7502-3602173AD153}"/>
              </a:ext>
            </a:extLst>
          </p:cNvPr>
          <p:cNvSpPr txBox="1"/>
          <p:nvPr/>
        </p:nvSpPr>
        <p:spPr>
          <a:xfrm>
            <a:off x="232357" y="3889241"/>
            <a:ext cx="6211454" cy="1169551"/>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b="1" dirty="0"/>
              <a:t>Note: In your brokerage account, as stock moves up:</a:t>
            </a:r>
          </a:p>
          <a:p>
            <a:pPr marL="285750" indent="-285750">
              <a:buFont typeface="Arial" panose="020B0604020202020204" pitchFamily="34" charset="0"/>
              <a:buChar char="•"/>
            </a:pPr>
            <a:r>
              <a:rPr lang="en-US" sz="1400" b="1" dirty="0"/>
              <a:t>75 call value will go up and will show profit, while 100 call value will go up but will show loss (as you are short 100 call)</a:t>
            </a:r>
          </a:p>
          <a:p>
            <a:pPr marL="285750" indent="-285750">
              <a:buFont typeface="Arial" panose="020B0604020202020204" pitchFamily="34" charset="0"/>
              <a:buChar char="•"/>
            </a:pPr>
            <a:r>
              <a:rPr lang="en-US" sz="1400" b="1" dirty="0"/>
              <a:t>Your profit is the difference b/w the gain on long call (75 call) and the loss on short call (100 call)</a:t>
            </a:r>
          </a:p>
        </p:txBody>
      </p:sp>
      <p:sp>
        <p:nvSpPr>
          <p:cNvPr id="14" name="TextBox 13">
            <a:extLst>
              <a:ext uri="{FF2B5EF4-FFF2-40B4-BE49-F238E27FC236}">
                <a16:creationId xmlns:a16="http://schemas.microsoft.com/office/drawing/2014/main" id="{CD669258-9971-6B29-FC6C-A8F953E58EF2}"/>
              </a:ext>
            </a:extLst>
          </p:cNvPr>
          <p:cNvSpPr txBox="1"/>
          <p:nvPr/>
        </p:nvSpPr>
        <p:spPr>
          <a:xfrm rot="16200000">
            <a:off x="2568715" y="1457303"/>
            <a:ext cx="983987" cy="738664"/>
          </a:xfrm>
          <a:prstGeom prst="rect">
            <a:avLst/>
          </a:prstGeom>
          <a:solidFill>
            <a:schemeClr val="bg2">
              <a:lumMod val="90000"/>
            </a:schemeClr>
          </a:solidFill>
          <a:ln w="9525">
            <a:solidFill>
              <a:schemeClr val="tx1"/>
            </a:solidFill>
          </a:ln>
        </p:spPr>
        <p:txBody>
          <a:bodyPr wrap="square" rtlCol="0">
            <a:spAutoFit/>
          </a:bodyPr>
          <a:lstStyle/>
          <a:p>
            <a:pPr algn="ctr"/>
            <a:r>
              <a:rPr lang="en-US" sz="1400" dirty="0"/>
              <a:t>BMNR – Call Debit Spread</a:t>
            </a:r>
          </a:p>
        </p:txBody>
      </p:sp>
    </p:spTree>
    <p:extLst>
      <p:ext uri="{BB962C8B-B14F-4D97-AF65-F5344CB8AC3E}">
        <p14:creationId xmlns:p14="http://schemas.microsoft.com/office/powerpoint/2010/main" val="3076995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2A190-B843-30EF-5B0F-595152A7FDB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076E92F-CD36-1C2B-8312-73F5F51815F3}"/>
              </a:ext>
            </a:extLst>
          </p:cNvPr>
          <p:cNvSpPr>
            <a:spLocks noGrp="1"/>
          </p:cNvSpPr>
          <p:nvPr>
            <p:ph type="subTitle" idx="1"/>
          </p:nvPr>
        </p:nvSpPr>
        <p:spPr>
          <a:xfrm>
            <a:off x="1286277" y="162162"/>
            <a:ext cx="9144000" cy="520563"/>
          </a:xfrm>
        </p:spPr>
        <p:txBody>
          <a:bodyPr/>
          <a:lstStyle/>
          <a:p>
            <a:r>
              <a:rPr lang="en-US" b="1" dirty="0"/>
              <a:t>Vertical Spread – PYPL Call Debit Spread – 10/28/2025</a:t>
            </a:r>
          </a:p>
        </p:txBody>
      </p:sp>
      <p:cxnSp>
        <p:nvCxnSpPr>
          <p:cNvPr id="5" name="Straight Connector 4">
            <a:extLst>
              <a:ext uri="{FF2B5EF4-FFF2-40B4-BE49-F238E27FC236}">
                <a16:creationId xmlns:a16="http://schemas.microsoft.com/office/drawing/2014/main" id="{2E47504A-5442-845C-8AE3-59CBFBEBEF58}"/>
              </a:ext>
            </a:extLst>
          </p:cNvPr>
          <p:cNvCxnSpPr>
            <a:cxnSpLocks/>
          </p:cNvCxnSpPr>
          <p:nvPr/>
        </p:nvCxnSpPr>
        <p:spPr>
          <a:xfrm flipH="1">
            <a:off x="1929534" y="1334642"/>
            <a:ext cx="292196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91E9BF3-EA0B-E00B-13AD-BC55FA908332}"/>
              </a:ext>
            </a:extLst>
          </p:cNvPr>
          <p:cNvCxnSpPr>
            <a:cxnSpLocks/>
          </p:cNvCxnSpPr>
          <p:nvPr/>
        </p:nvCxnSpPr>
        <p:spPr>
          <a:xfrm flipH="1">
            <a:off x="1941356" y="2318629"/>
            <a:ext cx="2969930" cy="18008"/>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8FBF9237-22A0-4381-59F6-A99CD9D29B27}"/>
                  </a:ext>
                </a:extLst>
              </p14:cNvPr>
              <p14:cNvContentPartPr/>
              <p14:nvPr/>
            </p14:nvContentPartPr>
            <p14:xfrm>
              <a:off x="1881146" y="2451987"/>
              <a:ext cx="2913875" cy="390604"/>
            </p14:xfrm>
          </p:contentPart>
        </mc:Choice>
        <mc:Fallback xmlns="">
          <p:pic>
            <p:nvPicPr>
              <p:cNvPr id="10" name="Ink 9">
                <a:extLst>
                  <a:ext uri="{FF2B5EF4-FFF2-40B4-BE49-F238E27FC236}">
                    <a16:creationId xmlns:a16="http://schemas.microsoft.com/office/drawing/2014/main" id="{8FBF9237-22A0-4381-59F6-A99CD9D29B27}"/>
                  </a:ext>
                </a:extLst>
              </p:cNvPr>
              <p:cNvPicPr/>
              <p:nvPr/>
            </p:nvPicPr>
            <p:blipFill>
              <a:blip r:embed="rId3"/>
              <a:stretch>
                <a:fillRect/>
              </a:stretch>
            </p:blipFill>
            <p:spPr>
              <a:xfrm>
                <a:off x="1875026" y="2445867"/>
                <a:ext cx="2926115" cy="402844"/>
              </a:xfrm>
              <a:prstGeom prst="rect">
                <a:avLst/>
              </a:prstGeom>
            </p:spPr>
          </p:pic>
        </mc:Fallback>
      </mc:AlternateContent>
      <p:sp>
        <p:nvSpPr>
          <p:cNvPr id="11" name="TextBox 10">
            <a:extLst>
              <a:ext uri="{FF2B5EF4-FFF2-40B4-BE49-F238E27FC236}">
                <a16:creationId xmlns:a16="http://schemas.microsoft.com/office/drawing/2014/main" id="{C2F0A17E-6248-0703-E31A-D50F02B640D1}"/>
              </a:ext>
            </a:extLst>
          </p:cNvPr>
          <p:cNvSpPr txBox="1"/>
          <p:nvPr/>
        </p:nvSpPr>
        <p:spPr>
          <a:xfrm>
            <a:off x="4985025" y="2374136"/>
            <a:ext cx="863398" cy="523220"/>
          </a:xfrm>
          <a:prstGeom prst="rect">
            <a:avLst/>
          </a:prstGeom>
          <a:noFill/>
        </p:spPr>
        <p:txBody>
          <a:bodyPr wrap="square" rtlCol="0">
            <a:spAutoFit/>
          </a:bodyPr>
          <a:lstStyle/>
          <a:p>
            <a:r>
              <a:rPr lang="en-US" sz="1400" dirty="0"/>
              <a:t>Stock @75</a:t>
            </a:r>
          </a:p>
        </p:txBody>
      </p:sp>
      <p:sp>
        <p:nvSpPr>
          <p:cNvPr id="12" name="TextBox 11">
            <a:extLst>
              <a:ext uri="{FF2B5EF4-FFF2-40B4-BE49-F238E27FC236}">
                <a16:creationId xmlns:a16="http://schemas.microsoft.com/office/drawing/2014/main" id="{D66C4BBF-BAB4-4C0C-B4A4-FA1C3C8E2D02}"/>
              </a:ext>
            </a:extLst>
          </p:cNvPr>
          <p:cNvSpPr txBox="1"/>
          <p:nvPr/>
        </p:nvSpPr>
        <p:spPr>
          <a:xfrm>
            <a:off x="4869316" y="2146312"/>
            <a:ext cx="1372044" cy="307777"/>
          </a:xfrm>
          <a:prstGeom prst="rect">
            <a:avLst/>
          </a:prstGeom>
          <a:noFill/>
        </p:spPr>
        <p:txBody>
          <a:bodyPr wrap="square" rtlCol="0">
            <a:spAutoFit/>
          </a:bodyPr>
          <a:lstStyle/>
          <a:p>
            <a:r>
              <a:rPr lang="en-US" sz="1400" b="1" dirty="0">
                <a:solidFill>
                  <a:srgbClr val="00CC00"/>
                </a:solidFill>
              </a:rPr>
              <a:t>80 – Buy Call </a:t>
            </a:r>
          </a:p>
        </p:txBody>
      </p:sp>
      <p:sp>
        <p:nvSpPr>
          <p:cNvPr id="13" name="TextBox 12">
            <a:extLst>
              <a:ext uri="{FF2B5EF4-FFF2-40B4-BE49-F238E27FC236}">
                <a16:creationId xmlns:a16="http://schemas.microsoft.com/office/drawing/2014/main" id="{0E3DC235-8608-7418-2DAC-C38972FA2D47}"/>
              </a:ext>
            </a:extLst>
          </p:cNvPr>
          <p:cNvSpPr txBox="1"/>
          <p:nvPr/>
        </p:nvSpPr>
        <p:spPr>
          <a:xfrm>
            <a:off x="4869316" y="1224914"/>
            <a:ext cx="1372044" cy="307777"/>
          </a:xfrm>
          <a:prstGeom prst="rect">
            <a:avLst/>
          </a:prstGeom>
          <a:noFill/>
        </p:spPr>
        <p:txBody>
          <a:bodyPr wrap="square" rtlCol="0">
            <a:spAutoFit/>
          </a:bodyPr>
          <a:lstStyle/>
          <a:p>
            <a:r>
              <a:rPr lang="en-US" sz="1400" b="1" dirty="0">
                <a:solidFill>
                  <a:srgbClr val="FF0000"/>
                </a:solidFill>
              </a:rPr>
              <a:t>100 – Sell Call</a:t>
            </a:r>
          </a:p>
        </p:txBody>
      </p:sp>
      <p:sp>
        <p:nvSpPr>
          <p:cNvPr id="16" name="TextBox 15">
            <a:extLst>
              <a:ext uri="{FF2B5EF4-FFF2-40B4-BE49-F238E27FC236}">
                <a16:creationId xmlns:a16="http://schemas.microsoft.com/office/drawing/2014/main" id="{6B30E36E-A833-9087-3C26-BCEEA8CC3BF2}"/>
              </a:ext>
            </a:extLst>
          </p:cNvPr>
          <p:cNvSpPr txBox="1"/>
          <p:nvPr/>
        </p:nvSpPr>
        <p:spPr>
          <a:xfrm>
            <a:off x="1017748" y="2415328"/>
            <a:ext cx="863398" cy="523220"/>
          </a:xfrm>
          <a:prstGeom prst="rect">
            <a:avLst/>
          </a:prstGeom>
          <a:noFill/>
        </p:spPr>
        <p:txBody>
          <a:bodyPr wrap="square" rtlCol="0">
            <a:spAutoFit/>
          </a:bodyPr>
          <a:lstStyle/>
          <a:p>
            <a:r>
              <a:rPr lang="en-US" sz="1400" dirty="0"/>
              <a:t>Stock @75</a:t>
            </a:r>
          </a:p>
        </p:txBody>
      </p:sp>
      <p:sp>
        <p:nvSpPr>
          <p:cNvPr id="30" name="TextBox 29">
            <a:extLst>
              <a:ext uri="{FF2B5EF4-FFF2-40B4-BE49-F238E27FC236}">
                <a16:creationId xmlns:a16="http://schemas.microsoft.com/office/drawing/2014/main" id="{CC979600-CEBC-1272-7B81-C08E2AA84261}"/>
              </a:ext>
            </a:extLst>
          </p:cNvPr>
          <p:cNvSpPr txBox="1"/>
          <p:nvPr/>
        </p:nvSpPr>
        <p:spPr>
          <a:xfrm>
            <a:off x="4470452" y="1625794"/>
            <a:ext cx="1636776" cy="307777"/>
          </a:xfrm>
          <a:prstGeom prst="rect">
            <a:avLst/>
          </a:prstGeom>
          <a:solidFill>
            <a:schemeClr val="accent2">
              <a:lumMod val="20000"/>
              <a:lumOff val="80000"/>
            </a:schemeClr>
          </a:solidFill>
          <a:ln w="9525">
            <a:solidFill>
              <a:schemeClr val="tx1"/>
            </a:solidFill>
          </a:ln>
        </p:spPr>
        <p:txBody>
          <a:bodyPr wrap="square" rtlCol="0">
            <a:spAutoFit/>
          </a:bodyPr>
          <a:lstStyle/>
          <a:p>
            <a:r>
              <a:rPr lang="en-US" sz="1400" dirty="0"/>
              <a:t>Call debit spread</a:t>
            </a:r>
          </a:p>
        </p:txBody>
      </p:sp>
      <p:sp>
        <p:nvSpPr>
          <p:cNvPr id="47" name="TextBox 46">
            <a:extLst>
              <a:ext uri="{FF2B5EF4-FFF2-40B4-BE49-F238E27FC236}">
                <a16:creationId xmlns:a16="http://schemas.microsoft.com/office/drawing/2014/main" id="{917AC575-E5B2-FD02-3030-828EA3EC0F4E}"/>
              </a:ext>
            </a:extLst>
          </p:cNvPr>
          <p:cNvSpPr txBox="1"/>
          <p:nvPr/>
        </p:nvSpPr>
        <p:spPr>
          <a:xfrm>
            <a:off x="563637" y="672399"/>
            <a:ext cx="10797431" cy="307777"/>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dirty="0"/>
              <a:t>For debit spreads   – </a:t>
            </a:r>
            <a:r>
              <a:rPr lang="en-US" sz="1400" b="1" dirty="0"/>
              <a:t>Max loss </a:t>
            </a:r>
            <a:r>
              <a:rPr lang="en-US" sz="1400" dirty="0"/>
              <a:t>is limited to what you </a:t>
            </a:r>
            <a:r>
              <a:rPr lang="en-US" sz="1400" b="1" u="sng" dirty="0"/>
              <a:t>pay</a:t>
            </a:r>
            <a:r>
              <a:rPr lang="en-US" sz="1400" dirty="0"/>
              <a:t> while opening the spread. </a:t>
            </a:r>
            <a:r>
              <a:rPr lang="en-US" sz="1400" b="1" dirty="0"/>
              <a:t>Max profit</a:t>
            </a:r>
            <a:r>
              <a:rPr lang="en-US" sz="1400" dirty="0"/>
              <a:t> is limited to </a:t>
            </a:r>
            <a:r>
              <a:rPr lang="en-US" sz="1400" b="1" dirty="0"/>
              <a:t>spread of the strike prices</a:t>
            </a:r>
          </a:p>
        </p:txBody>
      </p:sp>
      <p:sp>
        <p:nvSpPr>
          <p:cNvPr id="4" name="TextBox 3">
            <a:extLst>
              <a:ext uri="{FF2B5EF4-FFF2-40B4-BE49-F238E27FC236}">
                <a16:creationId xmlns:a16="http://schemas.microsoft.com/office/drawing/2014/main" id="{A2204D42-ADD2-7416-C4AB-655ED8EA45A4}"/>
              </a:ext>
            </a:extLst>
          </p:cNvPr>
          <p:cNvSpPr txBox="1"/>
          <p:nvPr/>
        </p:nvSpPr>
        <p:spPr>
          <a:xfrm>
            <a:off x="6453015" y="1303918"/>
            <a:ext cx="5458229" cy="4401205"/>
          </a:xfrm>
          <a:prstGeom prst="rect">
            <a:avLst/>
          </a:prstGeom>
          <a:solidFill>
            <a:schemeClr val="accent2">
              <a:lumMod val="20000"/>
              <a:lumOff val="80000"/>
            </a:schemeClr>
          </a:solidFill>
          <a:ln w="9525">
            <a:solidFill>
              <a:schemeClr val="tx1"/>
            </a:solidFill>
          </a:ln>
        </p:spPr>
        <p:txBody>
          <a:bodyPr wrap="square" rtlCol="0">
            <a:spAutoFit/>
          </a:bodyPr>
          <a:lstStyle/>
          <a:p>
            <a:pPr algn="ctr"/>
            <a:r>
              <a:rPr lang="en-US" sz="1400" b="1" u="sng" dirty="0"/>
              <a:t>Real life example – PYPL Call Debit Spreads (10/28/2025)</a:t>
            </a:r>
          </a:p>
          <a:p>
            <a:pPr marL="285750" indent="-285750">
              <a:buFont typeface="Arial" panose="020B0604020202020204" pitchFamily="34" charset="0"/>
              <a:buChar char="•"/>
            </a:pPr>
            <a:r>
              <a:rPr lang="en-US" sz="1400" dirty="0"/>
              <a:t>Stock around 75, Bought 80/100 spread for Jan 2028</a:t>
            </a:r>
          </a:p>
          <a:p>
            <a:pPr marL="285750" indent="-285750">
              <a:buFont typeface="Arial" panose="020B0604020202020204" pitchFamily="34" charset="0"/>
              <a:buChar char="•"/>
            </a:pPr>
            <a:r>
              <a:rPr lang="en-US" sz="1400" dirty="0"/>
              <a:t>Bought 80 leg @ 17.59 (debit), Sold 100 leg @ 11.54 (credit) – at the same time, in one transaction at TT</a:t>
            </a:r>
          </a:p>
          <a:p>
            <a:pPr marL="285750" indent="-285750">
              <a:buFont typeface="Arial" panose="020B0604020202020204" pitchFamily="34" charset="0"/>
              <a:buChar char="•"/>
            </a:pPr>
            <a:r>
              <a:rPr lang="en-US" sz="1400" dirty="0"/>
              <a:t>Net out of pocket (debit) = 6.05/contract (17.59-11.54)</a:t>
            </a:r>
          </a:p>
          <a:p>
            <a:pPr marL="742950" lvl="1" indent="-285750">
              <a:buFont typeface="Arial" panose="020B0604020202020204" pitchFamily="34" charset="0"/>
              <a:buChar char="•"/>
            </a:pPr>
            <a:r>
              <a:rPr lang="en-US" sz="1400" dirty="0"/>
              <a:t>This is max loss if PYPL closes below 80 by Jan 2028</a:t>
            </a:r>
          </a:p>
          <a:p>
            <a:pPr marL="742950" lvl="1" indent="-285750">
              <a:buFont typeface="Arial" panose="020B0604020202020204" pitchFamily="34" charset="0"/>
              <a:buChar char="•"/>
            </a:pPr>
            <a:r>
              <a:rPr lang="en-US" sz="1400" dirty="0"/>
              <a:t>Both legs expire worthless at that point</a:t>
            </a:r>
          </a:p>
          <a:p>
            <a:pPr marL="285750" indent="-285750">
              <a:buFont typeface="Arial" panose="020B0604020202020204" pitchFamily="34" charset="0"/>
              <a:buChar char="•"/>
            </a:pPr>
            <a:r>
              <a:rPr lang="en-US" sz="1400" dirty="0"/>
              <a:t>Max profit = 100 - 80 = 20/contract</a:t>
            </a:r>
          </a:p>
          <a:p>
            <a:pPr marL="742950" lvl="1" indent="-285750">
              <a:buFont typeface="Arial" panose="020B0604020202020204" pitchFamily="34" charset="0"/>
              <a:buChar char="•"/>
            </a:pPr>
            <a:r>
              <a:rPr lang="en-US" sz="1400" dirty="0"/>
              <a:t>This will happen if PYPL is at 100 or above by Jan 2028</a:t>
            </a:r>
          </a:p>
          <a:p>
            <a:pPr marL="742950" lvl="1" indent="-285750">
              <a:buFont typeface="Arial" panose="020B0604020202020204" pitchFamily="34" charset="0"/>
              <a:buChar char="•"/>
            </a:pPr>
            <a:r>
              <a:rPr lang="en-US" sz="1400" dirty="0"/>
              <a:t>At this point, 80 call will have intrinsic of 20 or above and 100 call will be worthless or the intrinsic above 100, which the 80 call will also have. </a:t>
            </a:r>
          </a:p>
          <a:p>
            <a:pPr marL="742950" lvl="1" indent="-285750">
              <a:buFont typeface="Arial" panose="020B0604020202020204" pitchFamily="34" charset="0"/>
              <a:buChar char="•"/>
            </a:pPr>
            <a:r>
              <a:rPr lang="en-US" sz="1400" dirty="0"/>
              <a:t>You collect your profit by selling 80 call and buying back 100 call. </a:t>
            </a:r>
          </a:p>
          <a:p>
            <a:pPr marL="285750" indent="-285750">
              <a:buFont typeface="Arial" panose="020B0604020202020204" pitchFamily="34" charset="0"/>
              <a:buChar char="•"/>
            </a:pPr>
            <a:r>
              <a:rPr lang="en-US" sz="1400" dirty="0"/>
              <a:t>If PYPL is at 85, the profit will be 5/contract</a:t>
            </a:r>
          </a:p>
          <a:p>
            <a:pPr marL="742950" lvl="1" indent="-285750">
              <a:buFont typeface="Arial" panose="020B0604020202020204" pitchFamily="34" charset="0"/>
              <a:buChar char="•"/>
            </a:pPr>
            <a:r>
              <a:rPr lang="en-US" sz="1400" dirty="0"/>
              <a:t>80 call will have intrinsic value of 5, while 100 call will be worthless. Note that this will actually be a loss b/c the Breakeven Price(BE) is 80+6.05 = 86.05 for this investment</a:t>
            </a:r>
          </a:p>
          <a:p>
            <a:pPr marL="285750" indent="-285750">
              <a:buFont typeface="Arial" panose="020B0604020202020204" pitchFamily="34" charset="0"/>
              <a:buChar char="•"/>
            </a:pPr>
            <a:r>
              <a:rPr lang="en-US" sz="1400" dirty="0"/>
              <a:t>So, max profit = 20/contract, max loss = 6.05/contract</a:t>
            </a:r>
          </a:p>
          <a:p>
            <a:pPr marL="742950" lvl="1" indent="-285750">
              <a:buFont typeface="Arial" panose="020B0604020202020204" pitchFamily="34" charset="0"/>
              <a:buChar char="•"/>
            </a:pPr>
            <a:r>
              <a:rPr lang="en-US" sz="1400" dirty="0"/>
              <a:t>Profit/loss risk profile ~3.3</a:t>
            </a:r>
          </a:p>
        </p:txBody>
      </p:sp>
      <p:sp>
        <p:nvSpPr>
          <p:cNvPr id="6" name="TextBox 5">
            <a:extLst>
              <a:ext uri="{FF2B5EF4-FFF2-40B4-BE49-F238E27FC236}">
                <a16:creationId xmlns:a16="http://schemas.microsoft.com/office/drawing/2014/main" id="{4FBA7008-BEAE-F236-1D77-3137CC5F6F6A}"/>
              </a:ext>
            </a:extLst>
          </p:cNvPr>
          <p:cNvSpPr txBox="1"/>
          <p:nvPr/>
        </p:nvSpPr>
        <p:spPr>
          <a:xfrm>
            <a:off x="232357" y="3889241"/>
            <a:ext cx="6211454" cy="1169551"/>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b="1" dirty="0"/>
              <a:t>Note: In your brokerage account, as stock moves up:</a:t>
            </a:r>
          </a:p>
          <a:p>
            <a:pPr marL="285750" indent="-285750">
              <a:buFont typeface="Arial" panose="020B0604020202020204" pitchFamily="34" charset="0"/>
              <a:buChar char="•"/>
            </a:pPr>
            <a:r>
              <a:rPr lang="en-US" sz="1400" b="1" dirty="0"/>
              <a:t>80 call value will go up and will show profit, while 100 call value will go up but will show loss (as you are short 100 call)</a:t>
            </a:r>
          </a:p>
          <a:p>
            <a:pPr marL="285750" indent="-285750">
              <a:buFont typeface="Arial" panose="020B0604020202020204" pitchFamily="34" charset="0"/>
              <a:buChar char="•"/>
            </a:pPr>
            <a:r>
              <a:rPr lang="en-US" sz="1400" b="1" dirty="0"/>
              <a:t>Your profit is the difference b/w the gain on long call (80 call) and the loss on short call (100 call)</a:t>
            </a:r>
          </a:p>
        </p:txBody>
      </p:sp>
      <p:sp>
        <p:nvSpPr>
          <p:cNvPr id="14" name="TextBox 13">
            <a:extLst>
              <a:ext uri="{FF2B5EF4-FFF2-40B4-BE49-F238E27FC236}">
                <a16:creationId xmlns:a16="http://schemas.microsoft.com/office/drawing/2014/main" id="{293D49A7-5540-71F1-A95C-20E402AC1BDD}"/>
              </a:ext>
            </a:extLst>
          </p:cNvPr>
          <p:cNvSpPr txBox="1"/>
          <p:nvPr/>
        </p:nvSpPr>
        <p:spPr>
          <a:xfrm rot="16200000">
            <a:off x="2568716" y="1457303"/>
            <a:ext cx="983986" cy="738664"/>
          </a:xfrm>
          <a:prstGeom prst="rect">
            <a:avLst/>
          </a:prstGeom>
          <a:solidFill>
            <a:schemeClr val="bg2">
              <a:lumMod val="90000"/>
            </a:schemeClr>
          </a:solidFill>
          <a:ln w="9525">
            <a:solidFill>
              <a:schemeClr val="tx1"/>
            </a:solidFill>
          </a:ln>
        </p:spPr>
        <p:txBody>
          <a:bodyPr wrap="square" rtlCol="0">
            <a:spAutoFit/>
          </a:bodyPr>
          <a:lstStyle/>
          <a:p>
            <a:pPr algn="ctr"/>
            <a:r>
              <a:rPr lang="en-US" sz="1400" dirty="0"/>
              <a:t>PYPL – Call Debit Spread</a:t>
            </a:r>
          </a:p>
        </p:txBody>
      </p:sp>
    </p:spTree>
    <p:extLst>
      <p:ext uri="{BB962C8B-B14F-4D97-AF65-F5344CB8AC3E}">
        <p14:creationId xmlns:p14="http://schemas.microsoft.com/office/powerpoint/2010/main" val="4290060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CA305-B9F7-E0A6-DDE4-BD9B3F9E707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6DBC29A-5AFF-818D-6E97-C2AFBB47CC56}"/>
              </a:ext>
            </a:extLst>
          </p:cNvPr>
          <p:cNvSpPr>
            <a:spLocks noGrp="1"/>
          </p:cNvSpPr>
          <p:nvPr>
            <p:ph type="subTitle" idx="1"/>
          </p:nvPr>
        </p:nvSpPr>
        <p:spPr>
          <a:xfrm>
            <a:off x="1286277" y="162162"/>
            <a:ext cx="9144000" cy="520563"/>
          </a:xfrm>
        </p:spPr>
        <p:txBody>
          <a:bodyPr/>
          <a:lstStyle/>
          <a:p>
            <a:r>
              <a:rPr lang="en-US" b="1" dirty="0"/>
              <a:t>Vertical Spread – Put Credit Spread</a:t>
            </a:r>
          </a:p>
        </p:txBody>
      </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9B8738FF-8BDE-F44D-DDB7-9E6E0DEB7EE9}"/>
                  </a:ext>
                </a:extLst>
              </p14:cNvPr>
              <p14:cNvContentPartPr/>
              <p14:nvPr/>
            </p14:nvContentPartPr>
            <p14:xfrm>
              <a:off x="1143264" y="1510554"/>
              <a:ext cx="2913875" cy="390604"/>
            </p14:xfrm>
          </p:contentPart>
        </mc:Choice>
        <mc:Fallback xmlns="">
          <p:pic>
            <p:nvPicPr>
              <p:cNvPr id="10" name="Ink 9">
                <a:extLst>
                  <a:ext uri="{FF2B5EF4-FFF2-40B4-BE49-F238E27FC236}">
                    <a16:creationId xmlns:a16="http://schemas.microsoft.com/office/drawing/2014/main" id="{9B8738FF-8BDE-F44D-DDB7-9E6E0DEB7EE9}"/>
                  </a:ext>
                </a:extLst>
              </p:cNvPr>
              <p:cNvPicPr/>
              <p:nvPr/>
            </p:nvPicPr>
            <p:blipFill>
              <a:blip r:embed="rId3"/>
              <a:stretch>
                <a:fillRect/>
              </a:stretch>
            </p:blipFill>
            <p:spPr>
              <a:xfrm>
                <a:off x="1137144" y="1504434"/>
                <a:ext cx="2926115" cy="402844"/>
              </a:xfrm>
              <a:prstGeom prst="rect">
                <a:avLst/>
              </a:prstGeom>
            </p:spPr>
          </p:pic>
        </mc:Fallback>
      </mc:AlternateContent>
      <p:sp>
        <p:nvSpPr>
          <p:cNvPr id="11" name="TextBox 10">
            <a:extLst>
              <a:ext uri="{FF2B5EF4-FFF2-40B4-BE49-F238E27FC236}">
                <a16:creationId xmlns:a16="http://schemas.microsoft.com/office/drawing/2014/main" id="{0321A3B3-1F52-ADF2-8FED-85115D1213BA}"/>
              </a:ext>
            </a:extLst>
          </p:cNvPr>
          <p:cNvSpPr txBox="1"/>
          <p:nvPr/>
        </p:nvSpPr>
        <p:spPr>
          <a:xfrm>
            <a:off x="4013330" y="1458197"/>
            <a:ext cx="863398" cy="523220"/>
          </a:xfrm>
          <a:prstGeom prst="rect">
            <a:avLst/>
          </a:prstGeom>
          <a:noFill/>
        </p:spPr>
        <p:txBody>
          <a:bodyPr wrap="square" rtlCol="0">
            <a:spAutoFit/>
          </a:bodyPr>
          <a:lstStyle/>
          <a:p>
            <a:r>
              <a:rPr lang="en-US" sz="1400" dirty="0"/>
              <a:t>Stock @80</a:t>
            </a:r>
          </a:p>
        </p:txBody>
      </p:sp>
      <p:sp>
        <p:nvSpPr>
          <p:cNvPr id="16" name="TextBox 15">
            <a:extLst>
              <a:ext uri="{FF2B5EF4-FFF2-40B4-BE49-F238E27FC236}">
                <a16:creationId xmlns:a16="http://schemas.microsoft.com/office/drawing/2014/main" id="{CBD3F430-AE60-DCB7-AF12-258EC1A7E2EA}"/>
              </a:ext>
            </a:extLst>
          </p:cNvPr>
          <p:cNvSpPr txBox="1"/>
          <p:nvPr/>
        </p:nvSpPr>
        <p:spPr>
          <a:xfrm>
            <a:off x="563637" y="1519809"/>
            <a:ext cx="863398" cy="523220"/>
          </a:xfrm>
          <a:prstGeom prst="rect">
            <a:avLst/>
          </a:prstGeom>
          <a:noFill/>
        </p:spPr>
        <p:txBody>
          <a:bodyPr wrap="square" rtlCol="0">
            <a:spAutoFit/>
          </a:bodyPr>
          <a:lstStyle/>
          <a:p>
            <a:r>
              <a:rPr lang="en-US" sz="1400" dirty="0"/>
              <a:t>Stock @80</a:t>
            </a:r>
          </a:p>
        </p:txBody>
      </p:sp>
      <p:cxnSp>
        <p:nvCxnSpPr>
          <p:cNvPr id="32" name="Straight Connector 31">
            <a:extLst>
              <a:ext uri="{FF2B5EF4-FFF2-40B4-BE49-F238E27FC236}">
                <a16:creationId xmlns:a16="http://schemas.microsoft.com/office/drawing/2014/main" id="{91A6214A-F075-E7F3-CBC3-CB41A6D4E976}"/>
              </a:ext>
            </a:extLst>
          </p:cNvPr>
          <p:cNvCxnSpPr>
            <a:cxnSpLocks/>
          </p:cNvCxnSpPr>
          <p:nvPr/>
        </p:nvCxnSpPr>
        <p:spPr>
          <a:xfrm flipH="1">
            <a:off x="903798" y="2216912"/>
            <a:ext cx="292196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852FE86A-1AA0-5ECF-C443-4236794C0083}"/>
              </a:ext>
            </a:extLst>
          </p:cNvPr>
          <p:cNvCxnSpPr>
            <a:cxnSpLocks/>
          </p:cNvCxnSpPr>
          <p:nvPr/>
        </p:nvCxnSpPr>
        <p:spPr>
          <a:xfrm flipH="1">
            <a:off x="903798" y="2890440"/>
            <a:ext cx="2969930" cy="18008"/>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6DB19239-BB56-08DF-9C06-4FEC0309A38B}"/>
              </a:ext>
            </a:extLst>
          </p:cNvPr>
          <p:cNvSpPr txBox="1"/>
          <p:nvPr/>
        </p:nvSpPr>
        <p:spPr>
          <a:xfrm>
            <a:off x="3913579" y="2736551"/>
            <a:ext cx="1178124" cy="307777"/>
          </a:xfrm>
          <a:prstGeom prst="rect">
            <a:avLst/>
          </a:prstGeom>
          <a:noFill/>
        </p:spPr>
        <p:txBody>
          <a:bodyPr wrap="square" rtlCol="0">
            <a:spAutoFit/>
          </a:bodyPr>
          <a:lstStyle/>
          <a:p>
            <a:r>
              <a:rPr lang="en-US" sz="1400" b="1" dirty="0">
                <a:solidFill>
                  <a:srgbClr val="00CC00"/>
                </a:solidFill>
              </a:rPr>
              <a:t>40 – Buy Put</a:t>
            </a:r>
          </a:p>
        </p:txBody>
      </p:sp>
      <p:sp>
        <p:nvSpPr>
          <p:cNvPr id="35" name="TextBox 34">
            <a:extLst>
              <a:ext uri="{FF2B5EF4-FFF2-40B4-BE49-F238E27FC236}">
                <a16:creationId xmlns:a16="http://schemas.microsoft.com/office/drawing/2014/main" id="{D99FEEF7-4793-1CBA-E748-FCB66CCC1BF1}"/>
              </a:ext>
            </a:extLst>
          </p:cNvPr>
          <p:cNvSpPr txBox="1"/>
          <p:nvPr/>
        </p:nvSpPr>
        <p:spPr>
          <a:xfrm>
            <a:off x="3865269" y="2063023"/>
            <a:ext cx="1372044" cy="307777"/>
          </a:xfrm>
          <a:prstGeom prst="rect">
            <a:avLst/>
          </a:prstGeom>
          <a:noFill/>
        </p:spPr>
        <p:txBody>
          <a:bodyPr wrap="square" rtlCol="0">
            <a:spAutoFit/>
          </a:bodyPr>
          <a:lstStyle/>
          <a:p>
            <a:r>
              <a:rPr lang="en-US" sz="1400" b="1" dirty="0">
                <a:solidFill>
                  <a:srgbClr val="FF0000"/>
                </a:solidFill>
              </a:rPr>
              <a:t>60 – Sell Put</a:t>
            </a:r>
          </a:p>
        </p:txBody>
      </p:sp>
      <p:sp>
        <p:nvSpPr>
          <p:cNvPr id="38" name="TextBox 37">
            <a:extLst>
              <a:ext uri="{FF2B5EF4-FFF2-40B4-BE49-F238E27FC236}">
                <a16:creationId xmlns:a16="http://schemas.microsoft.com/office/drawing/2014/main" id="{3F4708E7-8391-CEC6-896E-118A4EF07D6E}"/>
              </a:ext>
            </a:extLst>
          </p:cNvPr>
          <p:cNvSpPr txBox="1"/>
          <p:nvPr/>
        </p:nvSpPr>
        <p:spPr>
          <a:xfrm>
            <a:off x="2243348" y="2308173"/>
            <a:ext cx="1582413" cy="523220"/>
          </a:xfrm>
          <a:prstGeom prst="rect">
            <a:avLst/>
          </a:prstGeom>
          <a:solidFill>
            <a:schemeClr val="accent1">
              <a:lumMod val="20000"/>
              <a:lumOff val="80000"/>
            </a:schemeClr>
          </a:solidFill>
          <a:ln w="9525">
            <a:solidFill>
              <a:schemeClr val="tx1"/>
            </a:solidFill>
          </a:ln>
        </p:spPr>
        <p:txBody>
          <a:bodyPr wrap="square" rtlCol="0">
            <a:spAutoFit/>
          </a:bodyPr>
          <a:lstStyle/>
          <a:p>
            <a:r>
              <a:rPr lang="en-US" sz="1400" dirty="0"/>
              <a:t>Put credit spread - Bullish</a:t>
            </a:r>
          </a:p>
        </p:txBody>
      </p:sp>
      <p:sp>
        <p:nvSpPr>
          <p:cNvPr id="41" name="TextBox 40">
            <a:extLst>
              <a:ext uri="{FF2B5EF4-FFF2-40B4-BE49-F238E27FC236}">
                <a16:creationId xmlns:a16="http://schemas.microsoft.com/office/drawing/2014/main" id="{088F5CF0-16D9-8A4D-6C26-253598D0F352}"/>
              </a:ext>
            </a:extLst>
          </p:cNvPr>
          <p:cNvSpPr txBox="1"/>
          <p:nvPr/>
        </p:nvSpPr>
        <p:spPr>
          <a:xfrm>
            <a:off x="5148072" y="1195619"/>
            <a:ext cx="6212996" cy="1938992"/>
          </a:xfrm>
          <a:prstGeom prst="rect">
            <a:avLst/>
          </a:prstGeom>
          <a:solidFill>
            <a:schemeClr val="accent1">
              <a:lumMod val="20000"/>
              <a:lumOff val="80000"/>
            </a:schemeClr>
          </a:solidFill>
          <a:ln w="9525">
            <a:solidFill>
              <a:schemeClr val="tx1"/>
            </a:solidFill>
          </a:ln>
        </p:spPr>
        <p:txBody>
          <a:bodyPr wrap="square" rtlCol="0">
            <a:spAutoFit/>
          </a:bodyPr>
          <a:lstStyle/>
          <a:p>
            <a:pPr algn="ctr"/>
            <a:r>
              <a:rPr lang="en-US" sz="1200" b="1" u="sng" dirty="0"/>
              <a:t>Put Credit Spread</a:t>
            </a:r>
          </a:p>
          <a:p>
            <a:pPr marL="285750" indent="-285750">
              <a:buFont typeface="Arial" panose="020B0604020202020204" pitchFamily="34" charset="0"/>
              <a:buChar char="•"/>
            </a:pPr>
            <a:r>
              <a:rPr lang="en-US" sz="1200" dirty="0"/>
              <a:t>Higher strike @60 put is more expensive than the lower strike @40 put, so you </a:t>
            </a:r>
            <a:r>
              <a:rPr lang="en-US" sz="1200" b="1" u="sng" dirty="0"/>
              <a:t>collect</a:t>
            </a:r>
            <a:r>
              <a:rPr lang="en-US" sz="1200" dirty="0"/>
              <a:t> the spread b/w the premiums of two legs (collect the cost of 60 leg – pay the cost of 40 leg)</a:t>
            </a:r>
          </a:p>
          <a:p>
            <a:pPr marL="285750" indent="-285750">
              <a:buFont typeface="Arial" panose="020B0604020202020204" pitchFamily="34" charset="0"/>
              <a:buChar char="•"/>
            </a:pPr>
            <a:r>
              <a:rPr lang="en-US" sz="1200" dirty="0"/>
              <a:t>Your breakeven (BE) is 60 – credit collected</a:t>
            </a:r>
          </a:p>
          <a:p>
            <a:pPr marL="285750" indent="-285750">
              <a:buFont typeface="Arial" panose="020B0604020202020204" pitchFamily="34" charset="0"/>
              <a:buChar char="•"/>
            </a:pPr>
            <a:r>
              <a:rPr lang="en-US" sz="1200" dirty="0"/>
              <a:t>Max profit = Initial credit that you collect</a:t>
            </a:r>
          </a:p>
          <a:p>
            <a:pPr marL="285750" indent="-285750">
              <a:buFont typeface="Arial" panose="020B0604020202020204" pitchFamily="34" charset="0"/>
              <a:buChar char="•"/>
            </a:pPr>
            <a:r>
              <a:rPr lang="en-US" sz="1200" dirty="0"/>
              <a:t>Max loss = 60-40 = 20/contract – Initial credit received</a:t>
            </a:r>
          </a:p>
          <a:p>
            <a:pPr marL="285750" indent="-285750">
              <a:buFont typeface="Arial" panose="020B0604020202020204" pitchFamily="34" charset="0"/>
              <a:buChar char="•"/>
            </a:pPr>
            <a:r>
              <a:rPr lang="en-US" sz="1200" dirty="0"/>
              <a:t>The buying of 40 put protects you if the stock slices through both the levels and goes to 30. The 40 put that you bought limits your loss to the stock @40. You don’t anything from 40 down, as you have the right to sell the stock @40</a:t>
            </a:r>
          </a:p>
        </p:txBody>
      </p:sp>
      <p:sp>
        <p:nvSpPr>
          <p:cNvPr id="47" name="TextBox 46">
            <a:extLst>
              <a:ext uri="{FF2B5EF4-FFF2-40B4-BE49-F238E27FC236}">
                <a16:creationId xmlns:a16="http://schemas.microsoft.com/office/drawing/2014/main" id="{E2858DFA-3A32-12C2-2712-CD34277D181C}"/>
              </a:ext>
            </a:extLst>
          </p:cNvPr>
          <p:cNvSpPr txBox="1"/>
          <p:nvPr/>
        </p:nvSpPr>
        <p:spPr>
          <a:xfrm>
            <a:off x="563637" y="672399"/>
            <a:ext cx="10797431" cy="523220"/>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dirty="0"/>
              <a:t>For debit spreads   – </a:t>
            </a:r>
            <a:r>
              <a:rPr lang="en-US" sz="1400" b="1" dirty="0"/>
              <a:t>Max loss </a:t>
            </a:r>
            <a:r>
              <a:rPr lang="en-US" sz="1400" dirty="0"/>
              <a:t>is limited to what you </a:t>
            </a:r>
            <a:r>
              <a:rPr lang="en-US" sz="1400" b="1" u="sng" dirty="0"/>
              <a:t>pay</a:t>
            </a:r>
            <a:r>
              <a:rPr lang="en-US" sz="1400" dirty="0"/>
              <a:t> while opening the spread. </a:t>
            </a:r>
            <a:r>
              <a:rPr lang="en-US" sz="1400" b="1" dirty="0"/>
              <a:t>Max profit</a:t>
            </a:r>
            <a:r>
              <a:rPr lang="en-US" sz="1400" dirty="0"/>
              <a:t> is limited to </a:t>
            </a:r>
            <a:r>
              <a:rPr lang="en-US" sz="1400" b="1" dirty="0"/>
              <a:t>spread of the strike prices</a:t>
            </a:r>
            <a:br>
              <a:rPr lang="en-US" sz="1400" dirty="0"/>
            </a:br>
            <a:r>
              <a:rPr lang="en-US" sz="1400" dirty="0"/>
              <a:t>For credit spreads  – </a:t>
            </a:r>
            <a:r>
              <a:rPr lang="en-US" sz="1400" b="1" dirty="0"/>
              <a:t>Max profit</a:t>
            </a:r>
            <a:r>
              <a:rPr lang="en-US" sz="1400" dirty="0"/>
              <a:t> is limited to what you </a:t>
            </a:r>
            <a:r>
              <a:rPr lang="en-US" sz="1400" b="1" u="sng" dirty="0"/>
              <a:t>collect</a:t>
            </a:r>
            <a:r>
              <a:rPr lang="en-US" sz="1400" dirty="0"/>
              <a:t> while opening the spread. </a:t>
            </a:r>
            <a:r>
              <a:rPr lang="en-US" sz="1400" b="1" dirty="0"/>
              <a:t>Max loss</a:t>
            </a:r>
            <a:r>
              <a:rPr lang="en-US" sz="1400" dirty="0"/>
              <a:t> is limited to </a:t>
            </a:r>
            <a:r>
              <a:rPr lang="en-US" sz="1400" b="1" dirty="0"/>
              <a:t>spread of the strike prices</a:t>
            </a:r>
          </a:p>
        </p:txBody>
      </p:sp>
      <p:sp>
        <p:nvSpPr>
          <p:cNvPr id="2" name="TextBox 1">
            <a:extLst>
              <a:ext uri="{FF2B5EF4-FFF2-40B4-BE49-F238E27FC236}">
                <a16:creationId xmlns:a16="http://schemas.microsoft.com/office/drawing/2014/main" id="{B77A01C0-FEE7-53AE-0DBC-F6AD05DAC82C}"/>
              </a:ext>
            </a:extLst>
          </p:cNvPr>
          <p:cNvSpPr txBox="1"/>
          <p:nvPr/>
        </p:nvSpPr>
        <p:spPr>
          <a:xfrm>
            <a:off x="420624" y="3134611"/>
            <a:ext cx="10940444" cy="3416320"/>
          </a:xfrm>
          <a:prstGeom prst="rect">
            <a:avLst/>
          </a:prstGeom>
          <a:solidFill>
            <a:schemeClr val="accent1">
              <a:lumMod val="20000"/>
              <a:lumOff val="80000"/>
            </a:schemeClr>
          </a:solidFill>
          <a:ln w="9525">
            <a:solidFill>
              <a:schemeClr val="tx1"/>
            </a:solidFill>
          </a:ln>
        </p:spPr>
        <p:txBody>
          <a:bodyPr wrap="square" rtlCol="0">
            <a:spAutoFit/>
          </a:bodyPr>
          <a:lstStyle/>
          <a:p>
            <a:pPr marL="285750" indent="-285750">
              <a:buFont typeface="Arial" panose="020B0604020202020204" pitchFamily="34" charset="0"/>
              <a:buChar char="•"/>
            </a:pPr>
            <a:r>
              <a:rPr lang="en-US" sz="1200" b="1" u="sng" dirty="0"/>
              <a:t>Scenario 1:</a:t>
            </a:r>
          </a:p>
          <a:p>
            <a:pPr marL="742950" lvl="1" indent="-285750">
              <a:buFont typeface="Arial" panose="020B0604020202020204" pitchFamily="34" charset="0"/>
              <a:buChar char="•"/>
            </a:pPr>
            <a:r>
              <a:rPr lang="en-US" sz="1200" dirty="0"/>
              <a:t>Stock above 60. Both options expire worthless. You keep the full credit received.</a:t>
            </a:r>
          </a:p>
          <a:p>
            <a:pPr marL="285750" indent="-285750">
              <a:buFont typeface="Arial" panose="020B0604020202020204" pitchFamily="34" charset="0"/>
              <a:buChar char="•"/>
            </a:pPr>
            <a:r>
              <a:rPr lang="en-US" sz="1200" b="1" u="sng" dirty="0"/>
              <a:t>Scenario 2:  </a:t>
            </a:r>
          </a:p>
          <a:p>
            <a:pPr marL="742950" lvl="1" indent="-285750">
              <a:buFont typeface="Arial" panose="020B0604020202020204" pitchFamily="34" charset="0"/>
              <a:buChar char="•"/>
            </a:pPr>
            <a:r>
              <a:rPr lang="en-US" sz="1200" dirty="0"/>
              <a:t>Stock between 60 and 40. Your short put @60 in ITM. You run the risk of being put the shares</a:t>
            </a:r>
          </a:p>
          <a:p>
            <a:pPr marL="742950" lvl="1" indent="-285750">
              <a:buFont typeface="Arial" panose="020B0604020202020204" pitchFamily="34" charset="0"/>
              <a:buChar char="•"/>
            </a:pPr>
            <a:r>
              <a:rPr lang="en-US" sz="1200" b="1" u="sng" dirty="0"/>
              <a:t>Managing the risk of being put the shares, if you don’t want them, should be #1 priority</a:t>
            </a:r>
          </a:p>
          <a:p>
            <a:pPr marL="742950" lvl="1" indent="-285750">
              <a:buFont typeface="Arial" panose="020B0604020202020204" pitchFamily="34" charset="0"/>
              <a:buChar char="•"/>
            </a:pPr>
            <a:r>
              <a:rPr lang="en-US" sz="1200" dirty="0"/>
              <a:t>Assuming you are managing that risk, </a:t>
            </a:r>
          </a:p>
          <a:p>
            <a:pPr marL="1200150" lvl="2" indent="-285750">
              <a:buFont typeface="Arial" panose="020B0604020202020204" pitchFamily="34" charset="0"/>
              <a:buChar char="•"/>
            </a:pPr>
            <a:r>
              <a:rPr lang="en-US" sz="1200" dirty="0"/>
              <a:t>You short put @60 is higher now (you are underwater), while your long put @40 has increased in value</a:t>
            </a:r>
          </a:p>
          <a:p>
            <a:pPr marL="1200150" lvl="2" indent="-285750">
              <a:buFont typeface="Arial" panose="020B0604020202020204" pitchFamily="34" charset="0"/>
              <a:buChar char="•"/>
            </a:pPr>
            <a:r>
              <a:rPr lang="en-US" sz="1200" dirty="0"/>
              <a:t>It is likely that your loss on @60 short put is &gt; than the premium received (how deep is @60 put ITM). </a:t>
            </a:r>
          </a:p>
          <a:p>
            <a:pPr marL="1200150" lvl="2" indent="-285750">
              <a:buFont typeface="Arial" panose="020B0604020202020204" pitchFamily="34" charset="0"/>
              <a:buChar char="•"/>
            </a:pPr>
            <a:r>
              <a:rPr lang="en-US" sz="1200" dirty="0"/>
              <a:t>You can do the math: Initial premium received + Your gain in long put @40 - Loss on short put @60</a:t>
            </a:r>
          </a:p>
          <a:p>
            <a:pPr marL="1200150" lvl="2" indent="-285750">
              <a:buFont typeface="Arial" panose="020B0604020202020204" pitchFamily="34" charset="0"/>
              <a:buChar char="•"/>
            </a:pPr>
            <a:r>
              <a:rPr lang="en-US" sz="1200" dirty="0"/>
              <a:t>And see if it makes sense to close all position out with very little profit or as little of a loss as possible(likely)</a:t>
            </a:r>
          </a:p>
          <a:p>
            <a:pPr marL="1200150" lvl="2" indent="-285750">
              <a:buFont typeface="Arial" panose="020B0604020202020204" pitchFamily="34" charset="0"/>
              <a:buChar char="•"/>
            </a:pPr>
            <a:r>
              <a:rPr lang="en-US" sz="1200" dirty="0"/>
              <a:t>If you think that the stock will eventually go over 60, then a cute thing can be to BTC the long @40 put (it has gained value). Now you have collected the initial premium + captured the temporary gain in long @40 put and, made a bet that short @60 put will expire worthless </a:t>
            </a:r>
            <a:r>
              <a:rPr lang="en-US" sz="1200" dirty="0">
                <a:sym typeface="Wingdings" panose="05000000000000000000" pitchFamily="2" charset="2"/>
              </a:rPr>
              <a:t> but that is playing a risky game. In this scenario, you can also roll out and down @60 put and get more premium, but again make sure that it is not a race to the bottom game that you are getting into (same management here as managing a naked put @60 now)</a:t>
            </a:r>
          </a:p>
          <a:p>
            <a:pPr marL="285750" indent="-285750">
              <a:buFont typeface="Arial" panose="020B0604020202020204" pitchFamily="34" charset="0"/>
              <a:buChar char="•"/>
            </a:pPr>
            <a:r>
              <a:rPr lang="en-US" sz="1200" b="1" u="sng" dirty="0">
                <a:sym typeface="Wingdings" panose="05000000000000000000" pitchFamily="2" charset="2"/>
              </a:rPr>
              <a:t>Scenario 3:</a:t>
            </a:r>
            <a:r>
              <a:rPr lang="en-US" sz="1200" dirty="0">
                <a:sym typeface="Wingdings" panose="05000000000000000000" pitchFamily="2" charset="2"/>
              </a:rPr>
              <a:t> </a:t>
            </a:r>
          </a:p>
          <a:p>
            <a:pPr marL="742950" lvl="1" indent="-285750">
              <a:buFont typeface="Arial" panose="020B0604020202020204" pitchFamily="34" charset="0"/>
              <a:buChar char="•"/>
            </a:pPr>
            <a:r>
              <a:rPr lang="en-US" sz="1200" dirty="0">
                <a:sym typeface="Wingdings" panose="05000000000000000000" pitchFamily="2" charset="2"/>
              </a:rPr>
              <a:t>There is some macro / stock news and stock slices both the levels and goes to 30. </a:t>
            </a:r>
          </a:p>
          <a:p>
            <a:pPr marL="1200150" lvl="2" indent="-285750">
              <a:buFont typeface="Arial" panose="020B0604020202020204" pitchFamily="34" charset="0"/>
              <a:buChar char="•"/>
            </a:pPr>
            <a:r>
              <a:rPr lang="en-US" sz="1200" dirty="0">
                <a:sym typeface="Wingdings" panose="05000000000000000000" pitchFamily="2" charset="2"/>
              </a:rPr>
              <a:t>You have to assess the risk of being put the shares. Let’s assume that you are put the shares</a:t>
            </a:r>
          </a:p>
          <a:p>
            <a:pPr marL="1200150" lvl="2" indent="-285750">
              <a:buFont typeface="Arial" panose="020B0604020202020204" pitchFamily="34" charset="0"/>
              <a:buChar char="•"/>
            </a:pPr>
            <a:r>
              <a:rPr lang="en-US" sz="1200" dirty="0">
                <a:sym typeface="Wingdings" panose="05000000000000000000" pitchFamily="2" charset="2"/>
              </a:rPr>
              <a:t>You can then immediately also exercise your @40 long put and sell them @40, thereby limiting your loss to 20/contract – Initial </a:t>
            </a:r>
            <a:r>
              <a:rPr lang="en-US" sz="1200">
                <a:sym typeface="Wingdings" panose="05000000000000000000" pitchFamily="2" charset="2"/>
              </a:rPr>
              <a:t>credit received</a:t>
            </a:r>
            <a:endParaRPr lang="en-US" sz="1200" dirty="0"/>
          </a:p>
        </p:txBody>
      </p:sp>
    </p:spTree>
    <p:extLst>
      <p:ext uri="{BB962C8B-B14F-4D97-AF65-F5344CB8AC3E}">
        <p14:creationId xmlns:p14="http://schemas.microsoft.com/office/powerpoint/2010/main" val="186956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188FF-73D8-6B81-5B93-2E1D564C3A1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F6BA2DB-8544-74CE-00FA-255F54CA9BB1}"/>
              </a:ext>
            </a:extLst>
          </p:cNvPr>
          <p:cNvSpPr>
            <a:spLocks noGrp="1"/>
          </p:cNvSpPr>
          <p:nvPr>
            <p:ph type="subTitle" idx="1"/>
          </p:nvPr>
        </p:nvSpPr>
        <p:spPr>
          <a:xfrm>
            <a:off x="1277133" y="2286001"/>
            <a:ext cx="9144000" cy="1143000"/>
          </a:xfrm>
        </p:spPr>
        <p:txBody>
          <a:bodyPr>
            <a:normAutofit/>
          </a:bodyPr>
          <a:lstStyle/>
          <a:p>
            <a:r>
              <a:rPr lang="en-US" sz="7200" b="1" dirty="0"/>
              <a:t>Jake Lizard</a:t>
            </a:r>
          </a:p>
        </p:txBody>
      </p:sp>
    </p:spTree>
    <p:extLst>
      <p:ext uri="{BB962C8B-B14F-4D97-AF65-F5344CB8AC3E}">
        <p14:creationId xmlns:p14="http://schemas.microsoft.com/office/powerpoint/2010/main" val="1687283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1E54A-8844-D17E-2F58-8186E27D2C5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6921B7E-D622-E253-74B0-C00350250408}"/>
              </a:ext>
            </a:extLst>
          </p:cNvPr>
          <p:cNvSpPr>
            <a:spLocks noGrp="1"/>
          </p:cNvSpPr>
          <p:nvPr>
            <p:ph type="subTitle" idx="1"/>
          </p:nvPr>
        </p:nvSpPr>
        <p:spPr>
          <a:xfrm>
            <a:off x="1286277" y="162162"/>
            <a:ext cx="9144000" cy="520563"/>
          </a:xfrm>
        </p:spPr>
        <p:txBody>
          <a:bodyPr/>
          <a:lstStyle/>
          <a:p>
            <a:r>
              <a:rPr lang="en-US" b="1" dirty="0"/>
              <a:t>Jake Lizard</a:t>
            </a:r>
          </a:p>
        </p:txBody>
      </p:sp>
      <p:cxnSp>
        <p:nvCxnSpPr>
          <p:cNvPr id="5" name="Straight Connector 4">
            <a:extLst>
              <a:ext uri="{FF2B5EF4-FFF2-40B4-BE49-F238E27FC236}">
                <a16:creationId xmlns:a16="http://schemas.microsoft.com/office/drawing/2014/main" id="{9281AA2F-7962-B3F8-9746-5A95D8DA65B2}"/>
              </a:ext>
            </a:extLst>
          </p:cNvPr>
          <p:cNvCxnSpPr>
            <a:cxnSpLocks/>
          </p:cNvCxnSpPr>
          <p:nvPr/>
        </p:nvCxnSpPr>
        <p:spPr>
          <a:xfrm flipH="1">
            <a:off x="1771095" y="3147794"/>
            <a:ext cx="292196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030AE58-28FC-1795-9F88-3AF1395C5015}"/>
              </a:ext>
            </a:extLst>
          </p:cNvPr>
          <p:cNvCxnSpPr>
            <a:cxnSpLocks/>
          </p:cNvCxnSpPr>
          <p:nvPr/>
        </p:nvCxnSpPr>
        <p:spPr>
          <a:xfrm flipH="1">
            <a:off x="1755920" y="4231646"/>
            <a:ext cx="2969930" cy="18008"/>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0726D06D-6B02-8975-B9BA-8DF12BAB48A1}"/>
                  </a:ext>
                </a:extLst>
              </p14:cNvPr>
              <p14:cNvContentPartPr/>
              <p14:nvPr/>
            </p14:nvContentPartPr>
            <p14:xfrm>
              <a:off x="1789998" y="4676641"/>
              <a:ext cx="2913875" cy="390604"/>
            </p14:xfrm>
          </p:contentPart>
        </mc:Choice>
        <mc:Fallback xmlns="">
          <p:pic>
            <p:nvPicPr>
              <p:cNvPr id="10" name="Ink 9">
                <a:extLst>
                  <a:ext uri="{FF2B5EF4-FFF2-40B4-BE49-F238E27FC236}">
                    <a16:creationId xmlns:a16="http://schemas.microsoft.com/office/drawing/2014/main" id="{0726D06D-6B02-8975-B9BA-8DF12BAB48A1}"/>
                  </a:ext>
                </a:extLst>
              </p:cNvPr>
              <p:cNvPicPr/>
              <p:nvPr/>
            </p:nvPicPr>
            <p:blipFill>
              <a:blip r:embed="rId3"/>
              <a:stretch>
                <a:fillRect/>
              </a:stretch>
            </p:blipFill>
            <p:spPr>
              <a:xfrm>
                <a:off x="1783878" y="4670521"/>
                <a:ext cx="2926115" cy="402844"/>
              </a:xfrm>
              <a:prstGeom prst="rect">
                <a:avLst/>
              </a:prstGeom>
            </p:spPr>
          </p:pic>
        </mc:Fallback>
      </mc:AlternateContent>
      <p:sp>
        <p:nvSpPr>
          <p:cNvPr id="11" name="TextBox 10">
            <a:extLst>
              <a:ext uri="{FF2B5EF4-FFF2-40B4-BE49-F238E27FC236}">
                <a16:creationId xmlns:a16="http://schemas.microsoft.com/office/drawing/2014/main" id="{8CD954F5-89E9-23C6-1936-7A70B7C1A88F}"/>
              </a:ext>
            </a:extLst>
          </p:cNvPr>
          <p:cNvSpPr txBox="1"/>
          <p:nvPr/>
        </p:nvSpPr>
        <p:spPr>
          <a:xfrm>
            <a:off x="4908883" y="4386809"/>
            <a:ext cx="863398" cy="523220"/>
          </a:xfrm>
          <a:prstGeom prst="rect">
            <a:avLst/>
          </a:prstGeom>
          <a:noFill/>
        </p:spPr>
        <p:txBody>
          <a:bodyPr wrap="square" rtlCol="0">
            <a:spAutoFit/>
          </a:bodyPr>
          <a:lstStyle/>
          <a:p>
            <a:r>
              <a:rPr lang="en-US" sz="1400" dirty="0"/>
              <a:t>Stock @80</a:t>
            </a:r>
          </a:p>
        </p:txBody>
      </p:sp>
      <p:sp>
        <p:nvSpPr>
          <p:cNvPr id="16" name="TextBox 15">
            <a:extLst>
              <a:ext uri="{FF2B5EF4-FFF2-40B4-BE49-F238E27FC236}">
                <a16:creationId xmlns:a16="http://schemas.microsoft.com/office/drawing/2014/main" id="{DFBE5F0A-BA78-C9B8-BB94-64294B8E5B94}"/>
              </a:ext>
            </a:extLst>
          </p:cNvPr>
          <p:cNvSpPr txBox="1"/>
          <p:nvPr/>
        </p:nvSpPr>
        <p:spPr>
          <a:xfrm>
            <a:off x="1003952" y="4676641"/>
            <a:ext cx="863398" cy="523220"/>
          </a:xfrm>
          <a:prstGeom prst="rect">
            <a:avLst/>
          </a:prstGeom>
          <a:noFill/>
        </p:spPr>
        <p:txBody>
          <a:bodyPr wrap="square" rtlCol="0">
            <a:spAutoFit/>
          </a:bodyPr>
          <a:lstStyle/>
          <a:p>
            <a:r>
              <a:rPr lang="en-US" sz="1400" dirty="0"/>
              <a:t>Stock @80</a:t>
            </a:r>
          </a:p>
        </p:txBody>
      </p:sp>
      <p:sp>
        <p:nvSpPr>
          <p:cNvPr id="17" name="TextBox 16">
            <a:extLst>
              <a:ext uri="{FF2B5EF4-FFF2-40B4-BE49-F238E27FC236}">
                <a16:creationId xmlns:a16="http://schemas.microsoft.com/office/drawing/2014/main" id="{B53C9E1A-865F-7F49-212A-3C8BD261D5D0}"/>
              </a:ext>
            </a:extLst>
          </p:cNvPr>
          <p:cNvSpPr txBox="1"/>
          <p:nvPr/>
        </p:nvSpPr>
        <p:spPr>
          <a:xfrm>
            <a:off x="550276" y="4093662"/>
            <a:ext cx="1372044" cy="307777"/>
          </a:xfrm>
          <a:prstGeom prst="rect">
            <a:avLst/>
          </a:prstGeom>
          <a:noFill/>
        </p:spPr>
        <p:txBody>
          <a:bodyPr wrap="square" rtlCol="0">
            <a:spAutoFit/>
          </a:bodyPr>
          <a:lstStyle/>
          <a:p>
            <a:r>
              <a:rPr lang="en-US" sz="1400" b="1" dirty="0">
                <a:solidFill>
                  <a:srgbClr val="FF0000"/>
                </a:solidFill>
              </a:rPr>
              <a:t>100 – Sell Call</a:t>
            </a:r>
          </a:p>
        </p:txBody>
      </p:sp>
      <p:sp>
        <p:nvSpPr>
          <p:cNvPr id="18" name="TextBox 17">
            <a:extLst>
              <a:ext uri="{FF2B5EF4-FFF2-40B4-BE49-F238E27FC236}">
                <a16:creationId xmlns:a16="http://schemas.microsoft.com/office/drawing/2014/main" id="{8C90AC19-BD97-5D3C-02EF-8A252417A12B}"/>
              </a:ext>
            </a:extLst>
          </p:cNvPr>
          <p:cNvSpPr txBox="1"/>
          <p:nvPr/>
        </p:nvSpPr>
        <p:spPr>
          <a:xfrm>
            <a:off x="550275" y="2955195"/>
            <a:ext cx="1312256" cy="307777"/>
          </a:xfrm>
          <a:prstGeom prst="rect">
            <a:avLst/>
          </a:prstGeom>
          <a:noFill/>
        </p:spPr>
        <p:txBody>
          <a:bodyPr wrap="square" rtlCol="0">
            <a:spAutoFit/>
          </a:bodyPr>
          <a:lstStyle/>
          <a:p>
            <a:r>
              <a:rPr lang="en-US" sz="1400" b="1" dirty="0">
                <a:solidFill>
                  <a:srgbClr val="00CC00"/>
                </a:solidFill>
              </a:rPr>
              <a:t>120 – Buy Call</a:t>
            </a:r>
          </a:p>
        </p:txBody>
      </p:sp>
      <p:sp>
        <p:nvSpPr>
          <p:cNvPr id="31" name="TextBox 30">
            <a:extLst>
              <a:ext uri="{FF2B5EF4-FFF2-40B4-BE49-F238E27FC236}">
                <a16:creationId xmlns:a16="http://schemas.microsoft.com/office/drawing/2014/main" id="{459EB3A4-4DB6-694C-8350-554251070C6A}"/>
              </a:ext>
            </a:extLst>
          </p:cNvPr>
          <p:cNvSpPr txBox="1"/>
          <p:nvPr/>
        </p:nvSpPr>
        <p:spPr>
          <a:xfrm>
            <a:off x="1733943" y="3350794"/>
            <a:ext cx="2969930" cy="615553"/>
          </a:xfrm>
          <a:prstGeom prst="rect">
            <a:avLst/>
          </a:prstGeom>
          <a:solidFill>
            <a:schemeClr val="accent1">
              <a:lumMod val="20000"/>
              <a:lumOff val="80000"/>
            </a:schemeClr>
          </a:solidFill>
          <a:ln w="9525">
            <a:solidFill>
              <a:schemeClr val="tx1"/>
            </a:solidFill>
          </a:ln>
        </p:spPr>
        <p:txBody>
          <a:bodyPr wrap="square" rtlCol="0">
            <a:spAutoFit/>
          </a:bodyPr>
          <a:lstStyle/>
          <a:p>
            <a:r>
              <a:rPr lang="en-US" sz="1200" b="1" dirty="0"/>
              <a:t>Call credit spread, BET </a:t>
            </a:r>
            <a:r>
              <a:rPr lang="en-US" sz="1200" b="1" dirty="0">
                <a:sym typeface="Wingdings" panose="05000000000000000000" pitchFamily="2" charset="2"/>
              </a:rPr>
              <a:t></a:t>
            </a:r>
            <a:r>
              <a:rPr lang="en-US" sz="1200" b="1" dirty="0"/>
              <a:t> Bearish</a:t>
            </a:r>
          </a:p>
          <a:p>
            <a:r>
              <a:rPr lang="en-US" sz="1100" dirty="0"/>
              <a:t>You want to stock to stay below (bearish) the sold call strike to keep the sold premium</a:t>
            </a:r>
          </a:p>
        </p:txBody>
      </p:sp>
      <p:cxnSp>
        <p:nvCxnSpPr>
          <p:cNvPr id="32" name="Straight Connector 31">
            <a:extLst>
              <a:ext uri="{FF2B5EF4-FFF2-40B4-BE49-F238E27FC236}">
                <a16:creationId xmlns:a16="http://schemas.microsoft.com/office/drawing/2014/main" id="{B29D3214-81F0-5079-231E-115ACA4D83EE}"/>
              </a:ext>
            </a:extLst>
          </p:cNvPr>
          <p:cNvCxnSpPr>
            <a:cxnSpLocks/>
          </p:cNvCxnSpPr>
          <p:nvPr/>
        </p:nvCxnSpPr>
        <p:spPr>
          <a:xfrm flipH="1">
            <a:off x="1003952" y="5376572"/>
            <a:ext cx="292196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80EBCD63-3F0B-7DF8-13BB-65540DA21943}"/>
              </a:ext>
            </a:extLst>
          </p:cNvPr>
          <p:cNvCxnSpPr>
            <a:cxnSpLocks/>
          </p:cNvCxnSpPr>
          <p:nvPr/>
        </p:nvCxnSpPr>
        <p:spPr>
          <a:xfrm flipH="1">
            <a:off x="1109262" y="6558848"/>
            <a:ext cx="2969930" cy="18008"/>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422DD79D-6D83-A5A8-264B-0DE18DB7356F}"/>
              </a:ext>
            </a:extLst>
          </p:cNvPr>
          <p:cNvSpPr txBox="1"/>
          <p:nvPr/>
        </p:nvSpPr>
        <p:spPr>
          <a:xfrm>
            <a:off x="4049043" y="6368456"/>
            <a:ext cx="1178124" cy="307777"/>
          </a:xfrm>
          <a:prstGeom prst="rect">
            <a:avLst/>
          </a:prstGeom>
          <a:noFill/>
        </p:spPr>
        <p:txBody>
          <a:bodyPr wrap="square" rtlCol="0">
            <a:spAutoFit/>
          </a:bodyPr>
          <a:lstStyle/>
          <a:p>
            <a:r>
              <a:rPr lang="en-US" sz="1400" b="1" dirty="0">
                <a:solidFill>
                  <a:srgbClr val="00CC00"/>
                </a:solidFill>
              </a:rPr>
              <a:t>40 – Buy Put</a:t>
            </a:r>
          </a:p>
        </p:txBody>
      </p:sp>
      <p:sp>
        <p:nvSpPr>
          <p:cNvPr id="35" name="TextBox 34">
            <a:extLst>
              <a:ext uri="{FF2B5EF4-FFF2-40B4-BE49-F238E27FC236}">
                <a16:creationId xmlns:a16="http://schemas.microsoft.com/office/drawing/2014/main" id="{EE287D52-6385-6128-C33C-12AF30DC9E72}"/>
              </a:ext>
            </a:extLst>
          </p:cNvPr>
          <p:cNvSpPr txBox="1"/>
          <p:nvPr/>
        </p:nvSpPr>
        <p:spPr>
          <a:xfrm>
            <a:off x="4017851" y="5256185"/>
            <a:ext cx="1372044" cy="307777"/>
          </a:xfrm>
          <a:prstGeom prst="rect">
            <a:avLst/>
          </a:prstGeom>
          <a:noFill/>
        </p:spPr>
        <p:txBody>
          <a:bodyPr wrap="square" rtlCol="0">
            <a:spAutoFit/>
          </a:bodyPr>
          <a:lstStyle/>
          <a:p>
            <a:r>
              <a:rPr lang="en-US" sz="1400" b="1" dirty="0">
                <a:solidFill>
                  <a:srgbClr val="FF0000"/>
                </a:solidFill>
              </a:rPr>
              <a:t>60 – Sell Put</a:t>
            </a:r>
          </a:p>
        </p:txBody>
      </p:sp>
      <p:sp>
        <p:nvSpPr>
          <p:cNvPr id="41" name="TextBox 40">
            <a:extLst>
              <a:ext uri="{FF2B5EF4-FFF2-40B4-BE49-F238E27FC236}">
                <a16:creationId xmlns:a16="http://schemas.microsoft.com/office/drawing/2014/main" id="{C6A637E9-2929-901C-CBC0-C61C6F535FE5}"/>
              </a:ext>
            </a:extLst>
          </p:cNvPr>
          <p:cNvSpPr txBox="1"/>
          <p:nvPr/>
        </p:nvSpPr>
        <p:spPr>
          <a:xfrm>
            <a:off x="5530507" y="3119094"/>
            <a:ext cx="5867559" cy="1169551"/>
          </a:xfrm>
          <a:prstGeom prst="rect">
            <a:avLst/>
          </a:prstGeom>
          <a:solidFill>
            <a:schemeClr val="accent1">
              <a:lumMod val="20000"/>
              <a:lumOff val="80000"/>
            </a:schemeClr>
          </a:solidFill>
          <a:ln w="9525">
            <a:solidFill>
              <a:schemeClr val="tx1"/>
            </a:solidFill>
          </a:ln>
        </p:spPr>
        <p:txBody>
          <a:bodyPr wrap="square" rtlCol="0">
            <a:spAutoFit/>
          </a:bodyPr>
          <a:lstStyle/>
          <a:p>
            <a:pPr algn="ctr"/>
            <a:r>
              <a:rPr lang="en-US" sz="1400" b="1" u="sng" dirty="0"/>
              <a:t>Way 1 : Sell OTM Call Credit spread + Sell OTM Naked Put</a:t>
            </a:r>
          </a:p>
          <a:p>
            <a:pPr marL="285750" indent="-285750">
              <a:buFont typeface="Arial" panose="020B0604020202020204" pitchFamily="34" charset="0"/>
              <a:buChar char="•"/>
            </a:pPr>
            <a:r>
              <a:rPr lang="en-US" sz="1400" dirty="0"/>
              <a:t>Sell 120/100 Call credit spread, collect $8. Sell $60 Naked Put,  collect $13. Total premium collected : $8 + $13 = $21</a:t>
            </a:r>
          </a:p>
          <a:p>
            <a:pPr marL="285750" indent="-285750">
              <a:buFont typeface="Arial" panose="020B0604020202020204" pitchFamily="34" charset="0"/>
              <a:buChar char="•"/>
            </a:pPr>
            <a:r>
              <a:rPr lang="en-US" sz="1400" dirty="0"/>
              <a:t>If the stock pierces through the Call </a:t>
            </a:r>
            <a:r>
              <a:rPr lang="en-US" sz="1400" dirty="0" err="1"/>
              <a:t>stikes</a:t>
            </a:r>
            <a:r>
              <a:rPr lang="en-US" sz="1400" dirty="0"/>
              <a:t>, you still make $1</a:t>
            </a:r>
          </a:p>
          <a:p>
            <a:pPr marL="285750" indent="-285750">
              <a:buFont typeface="Arial" panose="020B0604020202020204" pitchFamily="34" charset="0"/>
              <a:buChar char="•"/>
            </a:pPr>
            <a:r>
              <a:rPr lang="en-US" sz="1400" dirty="0"/>
              <a:t>Still exposed to $60 Naked Put</a:t>
            </a:r>
          </a:p>
        </p:txBody>
      </p:sp>
      <p:sp>
        <p:nvSpPr>
          <p:cNvPr id="42" name="TextBox 41">
            <a:extLst>
              <a:ext uri="{FF2B5EF4-FFF2-40B4-BE49-F238E27FC236}">
                <a16:creationId xmlns:a16="http://schemas.microsoft.com/office/drawing/2014/main" id="{50095453-8260-56CE-BDFC-84701EAC9EA2}"/>
              </a:ext>
            </a:extLst>
          </p:cNvPr>
          <p:cNvSpPr txBox="1"/>
          <p:nvPr/>
        </p:nvSpPr>
        <p:spPr>
          <a:xfrm>
            <a:off x="5594905" y="5251891"/>
            <a:ext cx="5832122" cy="1169551"/>
          </a:xfrm>
          <a:prstGeom prst="rect">
            <a:avLst/>
          </a:prstGeom>
          <a:solidFill>
            <a:schemeClr val="accent2">
              <a:lumMod val="20000"/>
              <a:lumOff val="80000"/>
            </a:schemeClr>
          </a:solidFill>
          <a:ln w="9525">
            <a:solidFill>
              <a:schemeClr val="tx1"/>
            </a:solidFill>
          </a:ln>
        </p:spPr>
        <p:txBody>
          <a:bodyPr wrap="square" rtlCol="0">
            <a:spAutoFit/>
          </a:bodyPr>
          <a:lstStyle/>
          <a:p>
            <a:pPr algn="ctr"/>
            <a:r>
              <a:rPr lang="en-US" sz="1400" b="1" u="sng" dirty="0"/>
              <a:t>Way 2 : Sell OTM Put Credit spread + Sell OTM Naked Call</a:t>
            </a:r>
          </a:p>
          <a:p>
            <a:pPr marL="285750" indent="-285750">
              <a:buFont typeface="Arial" panose="020B0604020202020204" pitchFamily="34" charset="0"/>
              <a:buChar char="•"/>
            </a:pPr>
            <a:r>
              <a:rPr lang="en-US" sz="1400" dirty="0"/>
              <a:t>Sell 60/40 Put credit spread, collect $8. Sell $100 Naked Call,  collect $13. Total premium collected : $8 + $13 = $21</a:t>
            </a:r>
          </a:p>
          <a:p>
            <a:pPr marL="285750" indent="-285750">
              <a:buFont typeface="Arial" panose="020B0604020202020204" pitchFamily="34" charset="0"/>
              <a:buChar char="•"/>
            </a:pPr>
            <a:r>
              <a:rPr lang="en-US" sz="1400" dirty="0"/>
              <a:t>If the stock pierces through the Put </a:t>
            </a:r>
            <a:r>
              <a:rPr lang="en-US" sz="1400" dirty="0" err="1"/>
              <a:t>stikes</a:t>
            </a:r>
            <a:r>
              <a:rPr lang="en-US" sz="1400" dirty="0"/>
              <a:t>, you still make $1</a:t>
            </a:r>
          </a:p>
          <a:p>
            <a:pPr marL="285750" indent="-285750">
              <a:buFont typeface="Arial" panose="020B0604020202020204" pitchFamily="34" charset="0"/>
              <a:buChar char="•"/>
            </a:pPr>
            <a:r>
              <a:rPr lang="en-US" sz="1400" dirty="0"/>
              <a:t>Still exposed to $100 Naked Call</a:t>
            </a:r>
          </a:p>
        </p:txBody>
      </p:sp>
      <p:sp>
        <p:nvSpPr>
          <p:cNvPr id="47" name="TextBox 46">
            <a:extLst>
              <a:ext uri="{FF2B5EF4-FFF2-40B4-BE49-F238E27FC236}">
                <a16:creationId xmlns:a16="http://schemas.microsoft.com/office/drawing/2014/main" id="{9DBEC9E8-C18D-3E3F-5E4A-C526BD351653}"/>
              </a:ext>
            </a:extLst>
          </p:cNvPr>
          <p:cNvSpPr txBox="1"/>
          <p:nvPr/>
        </p:nvSpPr>
        <p:spPr>
          <a:xfrm>
            <a:off x="629596" y="571538"/>
            <a:ext cx="10797431" cy="1846659"/>
          </a:xfrm>
          <a:prstGeom prst="rect">
            <a:avLst/>
          </a:prstGeom>
          <a:solidFill>
            <a:schemeClr val="accent5">
              <a:lumMod val="20000"/>
              <a:lumOff val="80000"/>
            </a:schemeClr>
          </a:solidFill>
          <a:ln w="9525">
            <a:solidFill>
              <a:schemeClr val="tx1"/>
            </a:solidFill>
          </a:ln>
        </p:spPr>
        <p:txBody>
          <a:bodyPr wrap="square" rtlCol="0">
            <a:spAutoFit/>
          </a:bodyPr>
          <a:lstStyle/>
          <a:p>
            <a:pPr marL="285750" indent="-285750">
              <a:buFont typeface="Arial" panose="020B0604020202020204" pitchFamily="34" charset="0"/>
              <a:buChar char="•"/>
            </a:pPr>
            <a:r>
              <a:rPr lang="en-US" sz="1400" b="1" dirty="0"/>
              <a:t>A Jake Lizard is a strategy where you sell a OTM spread and sell a naked OTM option. It can be done two ways</a:t>
            </a:r>
          </a:p>
          <a:p>
            <a:pPr marL="742950" lvl="1" indent="-285750">
              <a:buFont typeface="Arial" panose="020B0604020202020204" pitchFamily="34" charset="0"/>
              <a:buChar char="•"/>
            </a:pPr>
            <a:r>
              <a:rPr lang="en-US" sz="1400" b="1" dirty="0"/>
              <a:t>Way 1: Sell a OTM Call Credit Spread and a naked OTM Put (Most commonly used)</a:t>
            </a:r>
          </a:p>
          <a:p>
            <a:pPr marL="742950" lvl="1" indent="-285750">
              <a:buFont typeface="Arial" panose="020B0604020202020204" pitchFamily="34" charset="0"/>
              <a:buChar char="•"/>
            </a:pPr>
            <a:r>
              <a:rPr lang="en-US" sz="1400" b="1" dirty="0"/>
              <a:t>Way 2: Sell a OTM Put Credit Spread and a naked OTM Call</a:t>
            </a:r>
          </a:p>
          <a:p>
            <a:pPr marL="742950" lvl="1" indent="-285750">
              <a:buFont typeface="Arial" panose="020B0604020202020204" pitchFamily="34" charset="0"/>
              <a:buChar char="•"/>
            </a:pPr>
            <a:r>
              <a:rPr lang="en-US" sz="1400" b="1" dirty="0"/>
              <a:t>In both cases the objective: </a:t>
            </a:r>
            <a:r>
              <a:rPr lang="en-US" sz="1600" b="1" u="sng" dirty="0">
                <a:solidFill>
                  <a:srgbClr val="FF0000"/>
                </a:solidFill>
              </a:rPr>
              <a:t>Total Premium Collected &gt; Width of the spread</a:t>
            </a:r>
          </a:p>
          <a:p>
            <a:pPr marL="742950" lvl="1" indent="-285750">
              <a:buFont typeface="Arial" panose="020B0604020202020204" pitchFamily="34" charset="0"/>
              <a:buChar char="•"/>
            </a:pPr>
            <a:r>
              <a:rPr lang="en-US" sz="1400" b="1" dirty="0"/>
              <a:t>This eliminates if the stock pierces through the Spread width, you still make money</a:t>
            </a:r>
          </a:p>
          <a:p>
            <a:pPr marL="742950" lvl="1" indent="-285750">
              <a:buFont typeface="Arial" panose="020B0604020202020204" pitchFamily="34" charset="0"/>
              <a:buChar char="•"/>
            </a:pPr>
            <a:r>
              <a:rPr lang="en-US" sz="1400" b="1" dirty="0"/>
              <a:t>The exposure to the naked short call or put still remains</a:t>
            </a:r>
          </a:p>
          <a:p>
            <a:pPr marL="742950" lvl="1" indent="-285750">
              <a:buFont typeface="Arial" panose="020B0604020202020204" pitchFamily="34" charset="0"/>
              <a:buChar char="•"/>
            </a:pPr>
            <a:r>
              <a:rPr lang="en-US" sz="1400" b="1" dirty="0"/>
              <a:t>Generally, you use Jake Lizard with a OTM Call Credit Spread + Naked OTM Put (Way 1)</a:t>
            </a:r>
            <a:br>
              <a:rPr lang="en-US" sz="1400" b="1" dirty="0"/>
            </a:br>
            <a:r>
              <a:rPr lang="en-US" sz="1400" b="1" dirty="0">
                <a:hlinkClick r:id="rId4"/>
              </a:rPr>
              <a:t>https://www.youtube.com/watch?v=1_4NGDns73E&amp;t=1s</a:t>
            </a:r>
            <a:endParaRPr lang="en-US" sz="1400" b="1" dirty="0"/>
          </a:p>
        </p:txBody>
      </p:sp>
      <p:sp>
        <p:nvSpPr>
          <p:cNvPr id="23" name="TextBox 22">
            <a:extLst>
              <a:ext uri="{FF2B5EF4-FFF2-40B4-BE49-F238E27FC236}">
                <a16:creationId xmlns:a16="http://schemas.microsoft.com/office/drawing/2014/main" id="{8F4B5CD8-09AB-D138-FE98-49FAD08708C3}"/>
              </a:ext>
            </a:extLst>
          </p:cNvPr>
          <p:cNvSpPr txBox="1"/>
          <p:nvPr/>
        </p:nvSpPr>
        <p:spPr>
          <a:xfrm>
            <a:off x="1733943" y="5621846"/>
            <a:ext cx="3058020" cy="615553"/>
          </a:xfrm>
          <a:prstGeom prst="rect">
            <a:avLst/>
          </a:prstGeom>
          <a:solidFill>
            <a:schemeClr val="accent1">
              <a:lumMod val="20000"/>
              <a:lumOff val="80000"/>
            </a:schemeClr>
          </a:solidFill>
          <a:ln w="9525">
            <a:solidFill>
              <a:schemeClr val="tx1"/>
            </a:solidFill>
          </a:ln>
        </p:spPr>
        <p:txBody>
          <a:bodyPr wrap="square" rtlCol="0">
            <a:spAutoFit/>
          </a:bodyPr>
          <a:lstStyle/>
          <a:p>
            <a:r>
              <a:rPr lang="en-US" sz="1200" b="1" dirty="0"/>
              <a:t>Put credit spread, Sentiment </a:t>
            </a:r>
            <a:r>
              <a:rPr lang="en-US" sz="1200" b="1" dirty="0">
                <a:sym typeface="Wingdings" panose="05000000000000000000" pitchFamily="2" charset="2"/>
              </a:rPr>
              <a:t></a:t>
            </a:r>
            <a:r>
              <a:rPr lang="en-US" sz="1200" b="1" dirty="0"/>
              <a:t> Bullish</a:t>
            </a:r>
          </a:p>
          <a:p>
            <a:r>
              <a:rPr lang="en-US" sz="1100" dirty="0"/>
              <a:t>You want to stock to stay above (bullish) the sold put strike to keep the sold premium</a:t>
            </a:r>
          </a:p>
        </p:txBody>
      </p:sp>
    </p:spTree>
    <p:extLst>
      <p:ext uri="{BB962C8B-B14F-4D97-AF65-F5344CB8AC3E}">
        <p14:creationId xmlns:p14="http://schemas.microsoft.com/office/powerpoint/2010/main" val="1299938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CCFED-31E2-124C-262A-BA4B58869E6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2E4B070-7759-6C06-F313-F3A3665D8673}"/>
              </a:ext>
            </a:extLst>
          </p:cNvPr>
          <p:cNvSpPr>
            <a:spLocks noGrp="1"/>
          </p:cNvSpPr>
          <p:nvPr>
            <p:ph type="subTitle" idx="1"/>
          </p:nvPr>
        </p:nvSpPr>
        <p:spPr>
          <a:xfrm>
            <a:off x="1277133" y="2286001"/>
            <a:ext cx="9144000" cy="1143000"/>
          </a:xfrm>
        </p:spPr>
        <p:txBody>
          <a:bodyPr>
            <a:normAutofit/>
          </a:bodyPr>
          <a:lstStyle/>
          <a:p>
            <a:r>
              <a:rPr lang="en-US" sz="7200" b="1" dirty="0"/>
              <a:t>Short Strangles</a:t>
            </a:r>
          </a:p>
        </p:txBody>
      </p:sp>
    </p:spTree>
    <p:extLst>
      <p:ext uri="{BB962C8B-B14F-4D97-AF65-F5344CB8AC3E}">
        <p14:creationId xmlns:p14="http://schemas.microsoft.com/office/powerpoint/2010/main" val="628845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EDB8F-1181-17FD-A773-0482EDBC467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C65E5DF-CB4D-48A9-659A-8341B0597358}"/>
              </a:ext>
            </a:extLst>
          </p:cNvPr>
          <p:cNvSpPr>
            <a:spLocks noGrp="1"/>
          </p:cNvSpPr>
          <p:nvPr>
            <p:ph type="subTitle" idx="1"/>
          </p:nvPr>
        </p:nvSpPr>
        <p:spPr>
          <a:xfrm>
            <a:off x="1286277" y="162162"/>
            <a:ext cx="9144000" cy="520563"/>
          </a:xfrm>
        </p:spPr>
        <p:txBody>
          <a:bodyPr/>
          <a:lstStyle/>
          <a:p>
            <a:r>
              <a:rPr lang="en-US" b="1" dirty="0"/>
              <a:t>Short Strangle - Basics</a:t>
            </a:r>
          </a:p>
        </p:txBody>
      </p:sp>
      <p:cxnSp>
        <p:nvCxnSpPr>
          <p:cNvPr id="5" name="Straight Connector 4">
            <a:extLst>
              <a:ext uri="{FF2B5EF4-FFF2-40B4-BE49-F238E27FC236}">
                <a16:creationId xmlns:a16="http://schemas.microsoft.com/office/drawing/2014/main" id="{A91B0825-FF15-ED84-F244-A368A65272E3}"/>
              </a:ext>
            </a:extLst>
          </p:cNvPr>
          <p:cNvCxnSpPr>
            <a:cxnSpLocks/>
          </p:cNvCxnSpPr>
          <p:nvPr/>
        </p:nvCxnSpPr>
        <p:spPr>
          <a:xfrm flipH="1">
            <a:off x="626088" y="1734324"/>
            <a:ext cx="2705458" cy="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DC6211A5-1838-1D20-5FF0-74ED99714291}"/>
                  </a:ext>
                </a:extLst>
              </p14:cNvPr>
              <p14:cNvContentPartPr/>
              <p14:nvPr/>
            </p14:nvContentPartPr>
            <p14:xfrm>
              <a:off x="563637" y="2011680"/>
              <a:ext cx="2697969" cy="223382"/>
            </p14:xfrm>
          </p:contentPart>
        </mc:Choice>
        <mc:Fallback xmlns="">
          <p:pic>
            <p:nvPicPr>
              <p:cNvPr id="10" name="Ink 9">
                <a:extLst>
                  <a:ext uri="{FF2B5EF4-FFF2-40B4-BE49-F238E27FC236}">
                    <a16:creationId xmlns:a16="http://schemas.microsoft.com/office/drawing/2014/main" id="{DC6211A5-1838-1D20-5FF0-74ED99714291}"/>
                  </a:ext>
                </a:extLst>
              </p:cNvPr>
              <p:cNvPicPr/>
              <p:nvPr/>
            </p:nvPicPr>
            <p:blipFill>
              <a:blip r:embed="rId3"/>
              <a:stretch>
                <a:fillRect/>
              </a:stretch>
            </p:blipFill>
            <p:spPr>
              <a:xfrm>
                <a:off x="557517" y="2005565"/>
                <a:ext cx="2710210" cy="235612"/>
              </a:xfrm>
              <a:prstGeom prst="rect">
                <a:avLst/>
              </a:prstGeom>
            </p:spPr>
          </p:pic>
        </mc:Fallback>
      </mc:AlternateContent>
      <p:sp>
        <p:nvSpPr>
          <p:cNvPr id="11" name="TextBox 10">
            <a:extLst>
              <a:ext uri="{FF2B5EF4-FFF2-40B4-BE49-F238E27FC236}">
                <a16:creationId xmlns:a16="http://schemas.microsoft.com/office/drawing/2014/main" id="{1B1B16C5-239A-CEE4-2845-4AC9A30D3E5B}"/>
              </a:ext>
            </a:extLst>
          </p:cNvPr>
          <p:cNvSpPr txBox="1"/>
          <p:nvPr/>
        </p:nvSpPr>
        <p:spPr>
          <a:xfrm>
            <a:off x="3331546" y="1918643"/>
            <a:ext cx="799424" cy="299223"/>
          </a:xfrm>
          <a:prstGeom prst="rect">
            <a:avLst/>
          </a:prstGeom>
          <a:noFill/>
        </p:spPr>
        <p:txBody>
          <a:bodyPr wrap="square" rtlCol="0">
            <a:spAutoFit/>
          </a:bodyPr>
          <a:lstStyle/>
          <a:p>
            <a:r>
              <a:rPr lang="en-US" sz="1400" dirty="0"/>
              <a:t>Stock @80</a:t>
            </a:r>
          </a:p>
        </p:txBody>
      </p:sp>
      <p:sp>
        <p:nvSpPr>
          <p:cNvPr id="13" name="TextBox 12">
            <a:extLst>
              <a:ext uri="{FF2B5EF4-FFF2-40B4-BE49-F238E27FC236}">
                <a16:creationId xmlns:a16="http://schemas.microsoft.com/office/drawing/2014/main" id="{496D1347-6FA5-BC03-1E24-526342E33B55}"/>
              </a:ext>
            </a:extLst>
          </p:cNvPr>
          <p:cNvSpPr txBox="1"/>
          <p:nvPr/>
        </p:nvSpPr>
        <p:spPr>
          <a:xfrm>
            <a:off x="3331547" y="1646317"/>
            <a:ext cx="1270381" cy="276999"/>
          </a:xfrm>
          <a:prstGeom prst="rect">
            <a:avLst/>
          </a:prstGeom>
          <a:noFill/>
        </p:spPr>
        <p:txBody>
          <a:bodyPr wrap="square" rtlCol="0">
            <a:spAutoFit/>
          </a:bodyPr>
          <a:lstStyle/>
          <a:p>
            <a:r>
              <a:rPr lang="en-US" sz="1200" b="1" dirty="0">
                <a:solidFill>
                  <a:srgbClr val="FF0000"/>
                </a:solidFill>
              </a:rPr>
              <a:t>100 – Sell Call</a:t>
            </a:r>
          </a:p>
        </p:txBody>
      </p:sp>
      <p:sp>
        <p:nvSpPr>
          <p:cNvPr id="16" name="TextBox 15">
            <a:extLst>
              <a:ext uri="{FF2B5EF4-FFF2-40B4-BE49-F238E27FC236}">
                <a16:creationId xmlns:a16="http://schemas.microsoft.com/office/drawing/2014/main" id="{91DDB77F-12F5-970E-1BE6-40C2921430E2}"/>
              </a:ext>
            </a:extLst>
          </p:cNvPr>
          <p:cNvSpPr txBox="1"/>
          <p:nvPr/>
        </p:nvSpPr>
        <p:spPr>
          <a:xfrm>
            <a:off x="226376" y="1907974"/>
            <a:ext cx="799424" cy="299223"/>
          </a:xfrm>
          <a:prstGeom prst="rect">
            <a:avLst/>
          </a:prstGeom>
          <a:noFill/>
        </p:spPr>
        <p:txBody>
          <a:bodyPr wrap="square" rtlCol="0">
            <a:spAutoFit/>
          </a:bodyPr>
          <a:lstStyle/>
          <a:p>
            <a:r>
              <a:rPr lang="en-US" sz="1400" dirty="0"/>
              <a:t>Stock @80</a:t>
            </a:r>
          </a:p>
        </p:txBody>
      </p:sp>
      <p:cxnSp>
        <p:nvCxnSpPr>
          <p:cNvPr id="32" name="Straight Connector 31">
            <a:extLst>
              <a:ext uri="{FF2B5EF4-FFF2-40B4-BE49-F238E27FC236}">
                <a16:creationId xmlns:a16="http://schemas.microsoft.com/office/drawing/2014/main" id="{D2C9C428-7263-B111-96BC-8844F493D2FD}"/>
              </a:ext>
            </a:extLst>
          </p:cNvPr>
          <p:cNvCxnSpPr>
            <a:cxnSpLocks/>
          </p:cNvCxnSpPr>
          <p:nvPr/>
        </p:nvCxnSpPr>
        <p:spPr>
          <a:xfrm flipH="1">
            <a:off x="626088" y="2512417"/>
            <a:ext cx="2705458" cy="0"/>
          </a:xfrm>
          <a:prstGeom prst="line">
            <a:avLst/>
          </a:prstGeom>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338F7641-7D6B-CA6B-1F7C-B43F355F474B}"/>
              </a:ext>
            </a:extLst>
          </p:cNvPr>
          <p:cNvSpPr txBox="1"/>
          <p:nvPr/>
        </p:nvSpPr>
        <p:spPr>
          <a:xfrm>
            <a:off x="3331547" y="2396605"/>
            <a:ext cx="1270381" cy="276999"/>
          </a:xfrm>
          <a:prstGeom prst="rect">
            <a:avLst/>
          </a:prstGeom>
          <a:noFill/>
        </p:spPr>
        <p:txBody>
          <a:bodyPr wrap="square" rtlCol="0">
            <a:spAutoFit/>
          </a:bodyPr>
          <a:lstStyle/>
          <a:p>
            <a:r>
              <a:rPr lang="en-US" sz="1200" b="1" dirty="0">
                <a:solidFill>
                  <a:srgbClr val="FF0000"/>
                </a:solidFill>
              </a:rPr>
              <a:t>60 – Sell Put</a:t>
            </a:r>
          </a:p>
        </p:txBody>
      </p:sp>
      <p:sp>
        <p:nvSpPr>
          <p:cNvPr id="42" name="TextBox 41">
            <a:extLst>
              <a:ext uri="{FF2B5EF4-FFF2-40B4-BE49-F238E27FC236}">
                <a16:creationId xmlns:a16="http://schemas.microsoft.com/office/drawing/2014/main" id="{04157668-7C41-C598-5B07-2FBC9D2FBCD9}"/>
              </a:ext>
            </a:extLst>
          </p:cNvPr>
          <p:cNvSpPr txBox="1"/>
          <p:nvPr/>
        </p:nvSpPr>
        <p:spPr>
          <a:xfrm>
            <a:off x="5234292" y="1411063"/>
            <a:ext cx="6126776" cy="2031325"/>
          </a:xfrm>
          <a:prstGeom prst="rect">
            <a:avLst/>
          </a:prstGeom>
          <a:solidFill>
            <a:schemeClr val="accent2">
              <a:lumMod val="20000"/>
              <a:lumOff val="80000"/>
            </a:schemeClr>
          </a:solidFill>
          <a:ln w="9525">
            <a:solidFill>
              <a:schemeClr val="tx1"/>
            </a:solidFill>
          </a:ln>
        </p:spPr>
        <p:txBody>
          <a:bodyPr wrap="square" rtlCol="0">
            <a:spAutoFit/>
          </a:bodyPr>
          <a:lstStyle/>
          <a:p>
            <a:pPr marL="285750" indent="-285750">
              <a:buFont typeface="Arial" panose="020B0604020202020204" pitchFamily="34" charset="0"/>
              <a:buChar char="•"/>
            </a:pPr>
            <a:r>
              <a:rPr lang="en-US" sz="1400" dirty="0"/>
              <a:t>You collect premium from both the legs when you open a Short Strangle</a:t>
            </a:r>
          </a:p>
          <a:p>
            <a:pPr marL="285750" indent="-285750">
              <a:buFont typeface="Arial" panose="020B0604020202020204" pitchFamily="34" charset="0"/>
              <a:buChar char="•"/>
            </a:pPr>
            <a:r>
              <a:rPr lang="en-US" sz="1400" dirty="0"/>
              <a:t>If the stock stays on the road, as TJ calls it, then you keep the premium from both the legs</a:t>
            </a:r>
          </a:p>
          <a:p>
            <a:pPr marL="285750" indent="-285750">
              <a:buFont typeface="Arial" panose="020B0604020202020204" pitchFamily="34" charset="0"/>
              <a:buChar char="•"/>
            </a:pPr>
            <a:r>
              <a:rPr lang="en-US" sz="1400" dirty="0"/>
              <a:t>We are obligated to sell the shares (which we may not have) if the call leg goes ITM</a:t>
            </a:r>
          </a:p>
          <a:p>
            <a:pPr marL="742950" lvl="1" indent="-285750">
              <a:buFont typeface="Arial" panose="020B0604020202020204" pitchFamily="34" charset="0"/>
              <a:buChar char="•"/>
            </a:pPr>
            <a:r>
              <a:rPr lang="en-US" sz="1400" dirty="0"/>
              <a:t>This amounts to almost unlimited risk as the stock can go up a lot</a:t>
            </a:r>
          </a:p>
          <a:p>
            <a:pPr marL="285750" indent="-285750">
              <a:buFont typeface="Arial" panose="020B0604020202020204" pitchFamily="34" charset="0"/>
              <a:buChar char="•"/>
            </a:pPr>
            <a:r>
              <a:rPr lang="en-US" sz="1400" dirty="0"/>
              <a:t>We are obligated to buy the shares @put strike (we may not have the money in the account) if the put leg goes ITM.</a:t>
            </a:r>
          </a:p>
          <a:p>
            <a:pPr marL="742950" lvl="1" indent="-285750">
              <a:buFont typeface="Arial" panose="020B0604020202020204" pitchFamily="34" charset="0"/>
              <a:buChar char="•"/>
            </a:pPr>
            <a:r>
              <a:rPr lang="en-US" sz="1400" dirty="0"/>
              <a:t>This amounts to substantial risk, as the stock can go to 0</a:t>
            </a:r>
          </a:p>
        </p:txBody>
      </p:sp>
      <p:sp>
        <p:nvSpPr>
          <p:cNvPr id="47" name="TextBox 46">
            <a:extLst>
              <a:ext uri="{FF2B5EF4-FFF2-40B4-BE49-F238E27FC236}">
                <a16:creationId xmlns:a16="http://schemas.microsoft.com/office/drawing/2014/main" id="{BF9404AB-6C0E-FBFC-E70D-8F4D2F28A877}"/>
              </a:ext>
            </a:extLst>
          </p:cNvPr>
          <p:cNvSpPr txBox="1"/>
          <p:nvPr/>
        </p:nvSpPr>
        <p:spPr>
          <a:xfrm>
            <a:off x="563637" y="672399"/>
            <a:ext cx="10797431" cy="738664"/>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dirty="0"/>
              <a:t>Sell a put and Sell a call for the same expiration date</a:t>
            </a:r>
          </a:p>
          <a:p>
            <a:r>
              <a:rPr lang="en-US" sz="1400" b="1" dirty="0"/>
              <a:t>Max profit</a:t>
            </a:r>
            <a:r>
              <a:rPr lang="en-US" sz="1400" dirty="0"/>
              <a:t> is limited to what you </a:t>
            </a:r>
            <a:r>
              <a:rPr lang="en-US" sz="1400" b="1" u="sng" dirty="0"/>
              <a:t>collect</a:t>
            </a:r>
            <a:r>
              <a:rPr lang="en-US" sz="1400" dirty="0"/>
              <a:t> on both the call and the put</a:t>
            </a:r>
          </a:p>
          <a:p>
            <a:r>
              <a:rPr lang="en-US" sz="1400" b="1" dirty="0"/>
              <a:t>Max Loss</a:t>
            </a:r>
            <a:r>
              <a:rPr lang="en-US" sz="1400" dirty="0"/>
              <a:t> – Could be unlimited if the stock goes up past the call strike and substantial if the stock falls below the put strike</a:t>
            </a:r>
            <a:endParaRPr lang="en-US" sz="1400" b="1" dirty="0"/>
          </a:p>
        </p:txBody>
      </p:sp>
      <p:sp>
        <p:nvSpPr>
          <p:cNvPr id="2" name="TextBox 1">
            <a:extLst>
              <a:ext uri="{FF2B5EF4-FFF2-40B4-BE49-F238E27FC236}">
                <a16:creationId xmlns:a16="http://schemas.microsoft.com/office/drawing/2014/main" id="{E9A7D0B8-EFF8-B37E-FF86-CB7568A5F5AA}"/>
              </a:ext>
            </a:extLst>
          </p:cNvPr>
          <p:cNvSpPr txBox="1"/>
          <p:nvPr/>
        </p:nvSpPr>
        <p:spPr>
          <a:xfrm>
            <a:off x="5234292" y="3442388"/>
            <a:ext cx="6126776" cy="1815882"/>
          </a:xfrm>
          <a:prstGeom prst="rect">
            <a:avLst/>
          </a:prstGeom>
          <a:solidFill>
            <a:schemeClr val="accent2">
              <a:lumMod val="20000"/>
              <a:lumOff val="80000"/>
            </a:schemeClr>
          </a:solidFill>
          <a:ln w="9525">
            <a:solidFill>
              <a:schemeClr val="tx1"/>
            </a:solidFill>
          </a:ln>
        </p:spPr>
        <p:txBody>
          <a:bodyPr wrap="square" rtlCol="0">
            <a:spAutoFit/>
          </a:bodyPr>
          <a:lstStyle/>
          <a:p>
            <a:pPr marL="285750" indent="-285750">
              <a:buFont typeface="Arial" panose="020B0604020202020204" pitchFamily="34" charset="0"/>
              <a:buChar char="•"/>
            </a:pPr>
            <a:r>
              <a:rPr lang="en-US" sz="1400" dirty="0"/>
              <a:t>So, </a:t>
            </a:r>
            <a:r>
              <a:rPr lang="en-US" sz="1400" b="1" dirty="0"/>
              <a:t>Max profit</a:t>
            </a:r>
            <a:r>
              <a:rPr lang="en-US" sz="1400" dirty="0"/>
              <a:t> = Premium from sold call + Premium from sold Put</a:t>
            </a:r>
          </a:p>
          <a:p>
            <a:pPr marL="285750" indent="-285750">
              <a:buFont typeface="Arial" panose="020B0604020202020204" pitchFamily="34" charset="0"/>
              <a:buChar char="•"/>
            </a:pPr>
            <a:r>
              <a:rPr lang="en-US" sz="1400" b="1" dirty="0"/>
              <a:t>If the stock moves up, calls go up and puts go down</a:t>
            </a:r>
            <a:r>
              <a:rPr lang="en-US" sz="1400" dirty="0"/>
              <a:t>.</a:t>
            </a:r>
          </a:p>
          <a:p>
            <a:pPr marL="742950" lvl="1" indent="-285750">
              <a:buFont typeface="Arial" panose="020B0604020202020204" pitchFamily="34" charset="0"/>
              <a:buChar char="•"/>
            </a:pPr>
            <a:r>
              <a:rPr lang="en-US" sz="1400" dirty="0"/>
              <a:t> So, the short call leg begins to lose money while the short put leg beings to gain money</a:t>
            </a:r>
          </a:p>
          <a:p>
            <a:pPr marL="285750" indent="-285750">
              <a:buFont typeface="Arial" panose="020B0604020202020204" pitchFamily="34" charset="0"/>
              <a:buChar char="•"/>
            </a:pPr>
            <a:r>
              <a:rPr lang="en-US" sz="1400" b="1" dirty="0"/>
              <a:t>If the stock moves down, call go down and puts to up. </a:t>
            </a:r>
          </a:p>
          <a:p>
            <a:pPr marL="742950" lvl="1" indent="-285750">
              <a:buFont typeface="Arial" panose="020B0604020202020204" pitchFamily="34" charset="0"/>
              <a:buChar char="•"/>
            </a:pPr>
            <a:r>
              <a:rPr lang="en-US" sz="1400" dirty="0"/>
              <a:t>So, the short put leg begins to lose money while the short call legs begins to gain money</a:t>
            </a:r>
            <a:br>
              <a:rPr lang="en-US" sz="1400" dirty="0"/>
            </a:br>
            <a:endParaRPr lang="en-US" sz="1400" dirty="0"/>
          </a:p>
        </p:txBody>
      </p:sp>
      <p:sp>
        <p:nvSpPr>
          <p:cNvPr id="4" name="TextBox 3">
            <a:extLst>
              <a:ext uri="{FF2B5EF4-FFF2-40B4-BE49-F238E27FC236}">
                <a16:creationId xmlns:a16="http://schemas.microsoft.com/office/drawing/2014/main" id="{A07CA29C-2197-5AD9-DC4C-C14686D6632B}"/>
              </a:ext>
            </a:extLst>
          </p:cNvPr>
          <p:cNvSpPr txBox="1"/>
          <p:nvPr/>
        </p:nvSpPr>
        <p:spPr>
          <a:xfrm>
            <a:off x="457350" y="2842166"/>
            <a:ext cx="4603206" cy="954107"/>
          </a:xfrm>
          <a:prstGeom prst="rect">
            <a:avLst/>
          </a:prstGeom>
          <a:solidFill>
            <a:schemeClr val="accent2">
              <a:lumMod val="20000"/>
              <a:lumOff val="80000"/>
            </a:schemeClr>
          </a:solidFill>
          <a:ln w="9525">
            <a:solidFill>
              <a:schemeClr val="tx1"/>
            </a:solidFill>
          </a:ln>
        </p:spPr>
        <p:txBody>
          <a:bodyPr wrap="square" rtlCol="0">
            <a:spAutoFit/>
          </a:bodyPr>
          <a:lstStyle/>
          <a:p>
            <a:pPr marL="285750" indent="-285750">
              <a:buFont typeface="Arial" panose="020B0604020202020204" pitchFamily="34" charset="0"/>
              <a:buChar char="•"/>
            </a:pPr>
            <a:r>
              <a:rPr lang="en-US" sz="1400" dirty="0"/>
              <a:t>Not sure about how much margin this trade uses</a:t>
            </a:r>
          </a:p>
          <a:p>
            <a:pPr marL="742950" lvl="1" indent="-285750">
              <a:buFont typeface="Arial" panose="020B0604020202020204" pitchFamily="34" charset="0"/>
              <a:buChar char="•"/>
            </a:pPr>
            <a:r>
              <a:rPr lang="en-US" sz="1400" dirty="0"/>
              <a:t>I had asked ChatGPT about it</a:t>
            </a:r>
          </a:p>
          <a:p>
            <a:pPr marL="285750" indent="-285750">
              <a:buFont typeface="Arial" panose="020B0604020202020204" pitchFamily="34" charset="0"/>
              <a:buChar char="•"/>
            </a:pPr>
            <a:r>
              <a:rPr lang="en-US" sz="1400" dirty="0"/>
              <a:t>How does TJ manage the trade when the car starts to go outside the highway?</a:t>
            </a:r>
          </a:p>
        </p:txBody>
      </p:sp>
    </p:spTree>
    <p:extLst>
      <p:ext uri="{BB962C8B-B14F-4D97-AF65-F5344CB8AC3E}">
        <p14:creationId xmlns:p14="http://schemas.microsoft.com/office/powerpoint/2010/main" val="3693505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9902E-A322-3CAE-90FD-C4317B6E376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231F962-3848-D88E-1A3F-224E1A43EB2B}"/>
              </a:ext>
            </a:extLst>
          </p:cNvPr>
          <p:cNvSpPr>
            <a:spLocks noGrp="1"/>
          </p:cNvSpPr>
          <p:nvPr>
            <p:ph type="subTitle" idx="1"/>
          </p:nvPr>
        </p:nvSpPr>
        <p:spPr>
          <a:xfrm>
            <a:off x="1286277" y="162162"/>
            <a:ext cx="9144000" cy="520563"/>
          </a:xfrm>
        </p:spPr>
        <p:txBody>
          <a:bodyPr/>
          <a:lstStyle/>
          <a:p>
            <a:r>
              <a:rPr lang="en-US" b="1" dirty="0"/>
              <a:t>Short Strangle – Margin Calculation</a:t>
            </a:r>
          </a:p>
        </p:txBody>
      </p:sp>
      <p:cxnSp>
        <p:nvCxnSpPr>
          <p:cNvPr id="5" name="Straight Connector 4">
            <a:extLst>
              <a:ext uri="{FF2B5EF4-FFF2-40B4-BE49-F238E27FC236}">
                <a16:creationId xmlns:a16="http://schemas.microsoft.com/office/drawing/2014/main" id="{056AEA03-6554-8DE0-088B-27315C26FE02}"/>
              </a:ext>
            </a:extLst>
          </p:cNvPr>
          <p:cNvCxnSpPr>
            <a:cxnSpLocks/>
          </p:cNvCxnSpPr>
          <p:nvPr/>
        </p:nvCxnSpPr>
        <p:spPr>
          <a:xfrm flipH="1">
            <a:off x="626088" y="1734324"/>
            <a:ext cx="2705458" cy="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AF8C4F8A-01C5-EAC0-2274-88E66E5AD4DF}"/>
                  </a:ext>
                </a:extLst>
              </p14:cNvPr>
              <p14:cNvContentPartPr/>
              <p14:nvPr/>
            </p14:nvContentPartPr>
            <p14:xfrm>
              <a:off x="1025800" y="2175679"/>
              <a:ext cx="2444739" cy="223382"/>
            </p14:xfrm>
          </p:contentPart>
        </mc:Choice>
        <mc:Fallback xmlns="">
          <p:pic>
            <p:nvPicPr>
              <p:cNvPr id="10" name="Ink 9">
                <a:extLst>
                  <a:ext uri="{FF2B5EF4-FFF2-40B4-BE49-F238E27FC236}">
                    <a16:creationId xmlns:a16="http://schemas.microsoft.com/office/drawing/2014/main" id="{AF8C4F8A-01C5-EAC0-2274-88E66E5AD4DF}"/>
                  </a:ext>
                </a:extLst>
              </p:cNvPr>
              <p:cNvPicPr/>
              <p:nvPr/>
            </p:nvPicPr>
            <p:blipFill>
              <a:blip r:embed="rId3"/>
              <a:stretch>
                <a:fillRect/>
              </a:stretch>
            </p:blipFill>
            <p:spPr>
              <a:xfrm>
                <a:off x="1019680" y="2169564"/>
                <a:ext cx="2456979" cy="235612"/>
              </a:xfrm>
              <a:prstGeom prst="rect">
                <a:avLst/>
              </a:prstGeom>
            </p:spPr>
          </p:pic>
        </mc:Fallback>
      </mc:AlternateContent>
      <p:sp>
        <p:nvSpPr>
          <p:cNvPr id="13" name="TextBox 12">
            <a:extLst>
              <a:ext uri="{FF2B5EF4-FFF2-40B4-BE49-F238E27FC236}">
                <a16:creationId xmlns:a16="http://schemas.microsoft.com/office/drawing/2014/main" id="{4934FEE4-5206-4E4A-199B-B1A1321D6DD3}"/>
              </a:ext>
            </a:extLst>
          </p:cNvPr>
          <p:cNvSpPr txBox="1"/>
          <p:nvPr/>
        </p:nvSpPr>
        <p:spPr>
          <a:xfrm>
            <a:off x="3331547" y="1646317"/>
            <a:ext cx="1270381" cy="276999"/>
          </a:xfrm>
          <a:prstGeom prst="rect">
            <a:avLst/>
          </a:prstGeom>
          <a:noFill/>
        </p:spPr>
        <p:txBody>
          <a:bodyPr wrap="square" rtlCol="0">
            <a:spAutoFit/>
          </a:bodyPr>
          <a:lstStyle/>
          <a:p>
            <a:r>
              <a:rPr lang="en-US" sz="1200" b="1" dirty="0">
                <a:solidFill>
                  <a:srgbClr val="FF0000"/>
                </a:solidFill>
              </a:rPr>
              <a:t>800 – Sell Call</a:t>
            </a:r>
          </a:p>
        </p:txBody>
      </p:sp>
      <p:sp>
        <p:nvSpPr>
          <p:cNvPr id="16" name="TextBox 15">
            <a:extLst>
              <a:ext uri="{FF2B5EF4-FFF2-40B4-BE49-F238E27FC236}">
                <a16:creationId xmlns:a16="http://schemas.microsoft.com/office/drawing/2014/main" id="{0CEB8D30-3B3A-3AC3-07F5-F69A2549CDF1}"/>
              </a:ext>
            </a:extLst>
          </p:cNvPr>
          <p:cNvSpPr txBox="1"/>
          <p:nvPr/>
        </p:nvSpPr>
        <p:spPr>
          <a:xfrm>
            <a:off x="3636521" y="1905716"/>
            <a:ext cx="799424" cy="523220"/>
          </a:xfrm>
          <a:prstGeom prst="rect">
            <a:avLst/>
          </a:prstGeom>
          <a:noFill/>
        </p:spPr>
        <p:txBody>
          <a:bodyPr wrap="square" rtlCol="0">
            <a:spAutoFit/>
          </a:bodyPr>
          <a:lstStyle/>
          <a:p>
            <a:r>
              <a:rPr lang="en-US" sz="1400" dirty="0"/>
              <a:t>META @650</a:t>
            </a:r>
          </a:p>
        </p:txBody>
      </p:sp>
      <p:cxnSp>
        <p:nvCxnSpPr>
          <p:cNvPr id="32" name="Straight Connector 31">
            <a:extLst>
              <a:ext uri="{FF2B5EF4-FFF2-40B4-BE49-F238E27FC236}">
                <a16:creationId xmlns:a16="http://schemas.microsoft.com/office/drawing/2014/main" id="{9223BBBF-463B-EAF7-44EF-4A8F90375B72}"/>
              </a:ext>
            </a:extLst>
          </p:cNvPr>
          <p:cNvCxnSpPr>
            <a:cxnSpLocks/>
          </p:cNvCxnSpPr>
          <p:nvPr/>
        </p:nvCxnSpPr>
        <p:spPr>
          <a:xfrm flipH="1">
            <a:off x="626088" y="2512417"/>
            <a:ext cx="2705458" cy="0"/>
          </a:xfrm>
          <a:prstGeom prst="line">
            <a:avLst/>
          </a:prstGeom>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4A3CAE49-1000-2BC4-8431-AF64BEAA40B7}"/>
              </a:ext>
            </a:extLst>
          </p:cNvPr>
          <p:cNvSpPr txBox="1"/>
          <p:nvPr/>
        </p:nvSpPr>
        <p:spPr>
          <a:xfrm>
            <a:off x="3331547" y="2396605"/>
            <a:ext cx="1270381" cy="276999"/>
          </a:xfrm>
          <a:prstGeom prst="rect">
            <a:avLst/>
          </a:prstGeom>
          <a:noFill/>
        </p:spPr>
        <p:txBody>
          <a:bodyPr wrap="square" rtlCol="0">
            <a:spAutoFit/>
          </a:bodyPr>
          <a:lstStyle/>
          <a:p>
            <a:r>
              <a:rPr lang="en-US" sz="1200" b="1" dirty="0">
                <a:solidFill>
                  <a:srgbClr val="FF0000"/>
                </a:solidFill>
              </a:rPr>
              <a:t>550 – Sell Put</a:t>
            </a:r>
          </a:p>
        </p:txBody>
      </p:sp>
      <p:sp>
        <p:nvSpPr>
          <p:cNvPr id="42" name="TextBox 41">
            <a:extLst>
              <a:ext uri="{FF2B5EF4-FFF2-40B4-BE49-F238E27FC236}">
                <a16:creationId xmlns:a16="http://schemas.microsoft.com/office/drawing/2014/main" id="{847330F5-8073-9B86-1CE3-24D20DC60EA0}"/>
              </a:ext>
            </a:extLst>
          </p:cNvPr>
          <p:cNvSpPr txBox="1"/>
          <p:nvPr/>
        </p:nvSpPr>
        <p:spPr>
          <a:xfrm>
            <a:off x="5234292" y="1411063"/>
            <a:ext cx="6126776" cy="3323987"/>
          </a:xfrm>
          <a:prstGeom prst="rect">
            <a:avLst/>
          </a:prstGeom>
          <a:solidFill>
            <a:schemeClr val="accent2">
              <a:lumMod val="20000"/>
              <a:lumOff val="80000"/>
            </a:schemeClr>
          </a:solidFill>
          <a:ln w="9525">
            <a:solidFill>
              <a:schemeClr val="tx1"/>
            </a:solidFill>
          </a:ln>
        </p:spPr>
        <p:txBody>
          <a:bodyPr wrap="square" rtlCol="0">
            <a:spAutoFit/>
          </a:bodyPr>
          <a:lstStyle/>
          <a:p>
            <a:pPr algn="ctr"/>
            <a:r>
              <a:rPr lang="en-US" sz="1400" b="1" u="sng" dirty="0"/>
              <a:t>Margin Calculations (From ChatGPT)</a:t>
            </a:r>
          </a:p>
          <a:p>
            <a:pPr marL="285750" indent="-285750">
              <a:buFont typeface="Arial" panose="020B0604020202020204" pitchFamily="34" charset="0"/>
              <a:buChar char="•"/>
            </a:pPr>
            <a:r>
              <a:rPr lang="en-US" sz="1400" dirty="0"/>
              <a:t>S = stock price (650), K = strike (800) </a:t>
            </a:r>
          </a:p>
          <a:p>
            <a:pPr marL="285750" indent="-285750">
              <a:buFont typeface="Arial" panose="020B0604020202020204" pitchFamily="34" charset="0"/>
              <a:buChar char="•"/>
            </a:pPr>
            <a:r>
              <a:rPr lang="en-US" sz="1400" dirty="0"/>
              <a:t>For Short Call</a:t>
            </a:r>
          </a:p>
          <a:p>
            <a:pPr marL="742950" lvl="1" indent="-285750">
              <a:buFont typeface="Arial" panose="020B0604020202020204" pitchFamily="34" charset="0"/>
              <a:buChar char="•"/>
            </a:pPr>
            <a:r>
              <a:rPr lang="en-US" sz="1400" dirty="0"/>
              <a:t>Margin = 100×[Call Premium + </a:t>
            </a:r>
            <a:r>
              <a:rPr lang="en-US" sz="1400" b="1" dirty="0"/>
              <a:t>max</a:t>
            </a:r>
            <a:r>
              <a:rPr lang="en-US" sz="1400" dirty="0"/>
              <a:t>(20%×S−(K−S), 10%×S)],</a:t>
            </a:r>
          </a:p>
          <a:p>
            <a:pPr marL="742950" lvl="1" indent="-285750">
              <a:buFont typeface="Arial" panose="020B0604020202020204" pitchFamily="34" charset="0"/>
              <a:buChar char="•"/>
            </a:pPr>
            <a:r>
              <a:rPr lang="en-US" sz="1400" dirty="0"/>
              <a:t>100 [3.45 + max(20%x650-(800-650)[==</a:t>
            </a:r>
            <a:r>
              <a:rPr lang="en-US" sz="1400" b="1" dirty="0">
                <a:solidFill>
                  <a:srgbClr val="FF0000"/>
                </a:solidFill>
              </a:rPr>
              <a:t>-</a:t>
            </a:r>
            <a:r>
              <a:rPr lang="en-US" sz="1400" dirty="0"/>
              <a:t>20],10%x650[==65]] = 6845</a:t>
            </a:r>
          </a:p>
          <a:p>
            <a:pPr marL="285750" indent="-285750">
              <a:buFont typeface="Arial" panose="020B0604020202020204" pitchFamily="34" charset="0"/>
              <a:buChar char="•"/>
            </a:pPr>
            <a:r>
              <a:rPr lang="en-US" sz="1400" dirty="0"/>
              <a:t>For Short put</a:t>
            </a:r>
          </a:p>
          <a:p>
            <a:pPr marL="742950" lvl="1" indent="-285750">
              <a:buFont typeface="Arial" panose="020B0604020202020204" pitchFamily="34" charset="0"/>
              <a:buChar char="•"/>
            </a:pPr>
            <a:r>
              <a:rPr lang="en-US" sz="1400" dirty="0"/>
              <a:t>Margin=100×[Option Premium + </a:t>
            </a:r>
            <a:r>
              <a:rPr lang="en-US" sz="1400" b="1" dirty="0"/>
              <a:t>max</a:t>
            </a:r>
            <a:r>
              <a:rPr lang="en-US" sz="1400" dirty="0"/>
              <a:t>(20%×S−(S−K), 10%×S)]</a:t>
            </a:r>
          </a:p>
          <a:p>
            <a:pPr marL="742950" lvl="1" indent="-285750">
              <a:buFont typeface="Arial" panose="020B0604020202020204" pitchFamily="34" charset="0"/>
              <a:buChar char="•"/>
            </a:pPr>
            <a:r>
              <a:rPr lang="en-US" sz="1400" dirty="0"/>
              <a:t>100[4.20+max(20%650-(650-550)[==30], 10%x650[==65]] = 6920</a:t>
            </a:r>
          </a:p>
          <a:p>
            <a:pPr marL="285750" indent="-285750">
              <a:buFont typeface="Arial" panose="020B0604020202020204" pitchFamily="34" charset="0"/>
              <a:buChar char="•"/>
            </a:pPr>
            <a:r>
              <a:rPr lang="en-US" sz="1400" dirty="0"/>
              <a:t>However, since both the legs cannot be OTM at the same time, as they are same expiry, generally Margin = Greater of (Short call, Short put) + Total Premium </a:t>
            </a:r>
          </a:p>
          <a:p>
            <a:pPr marL="742950" lvl="1" indent="-285750">
              <a:buFont typeface="Arial" panose="020B0604020202020204" pitchFamily="34" charset="0"/>
              <a:buChar char="•"/>
            </a:pPr>
            <a:r>
              <a:rPr lang="en-US" sz="1400" dirty="0"/>
              <a:t>6920 + 765 = 7685</a:t>
            </a:r>
          </a:p>
          <a:p>
            <a:pPr marL="742950" lvl="1" indent="-285750">
              <a:buFont typeface="Arial" panose="020B0604020202020204" pitchFamily="34" charset="0"/>
              <a:buChar char="•"/>
            </a:pPr>
            <a:r>
              <a:rPr lang="en-US" sz="1400" dirty="0"/>
              <a:t>The short call and short put margins are updated daily based on stock price movement etc. </a:t>
            </a:r>
          </a:p>
          <a:p>
            <a:pPr marL="742950" lvl="1" indent="-285750">
              <a:buFont typeface="Arial" panose="020B0604020202020204" pitchFamily="34" charset="0"/>
              <a:buChar char="•"/>
            </a:pPr>
            <a:endParaRPr lang="en-US" sz="1400" dirty="0"/>
          </a:p>
        </p:txBody>
      </p:sp>
      <p:sp>
        <p:nvSpPr>
          <p:cNvPr id="47" name="TextBox 46">
            <a:extLst>
              <a:ext uri="{FF2B5EF4-FFF2-40B4-BE49-F238E27FC236}">
                <a16:creationId xmlns:a16="http://schemas.microsoft.com/office/drawing/2014/main" id="{FC59E80A-721A-DC33-A9AB-46AF21EB7EFA}"/>
              </a:ext>
            </a:extLst>
          </p:cNvPr>
          <p:cNvSpPr txBox="1"/>
          <p:nvPr/>
        </p:nvSpPr>
        <p:spPr>
          <a:xfrm>
            <a:off x="563637" y="672399"/>
            <a:ext cx="10797431" cy="738664"/>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dirty="0"/>
              <a:t>Sell a put and Sell a call for the same expiration date</a:t>
            </a:r>
          </a:p>
          <a:p>
            <a:r>
              <a:rPr lang="en-US" sz="1400" b="1" dirty="0"/>
              <a:t>Max profit</a:t>
            </a:r>
            <a:r>
              <a:rPr lang="en-US" sz="1400" dirty="0"/>
              <a:t> is limited to what you </a:t>
            </a:r>
            <a:r>
              <a:rPr lang="en-US" sz="1400" b="1" u="sng" dirty="0"/>
              <a:t>collect</a:t>
            </a:r>
            <a:r>
              <a:rPr lang="en-US" sz="1400" dirty="0"/>
              <a:t> on both the call and the put</a:t>
            </a:r>
          </a:p>
          <a:p>
            <a:r>
              <a:rPr lang="en-US" sz="1400" b="1" dirty="0"/>
              <a:t>Max Loss</a:t>
            </a:r>
            <a:r>
              <a:rPr lang="en-US" sz="1400" dirty="0"/>
              <a:t> – Could be unlimited if the stock goes up past the call strike and substantial if the stock falls below the put strike</a:t>
            </a:r>
            <a:endParaRPr lang="en-US" sz="1400" b="1" dirty="0"/>
          </a:p>
        </p:txBody>
      </p:sp>
      <p:sp>
        <p:nvSpPr>
          <p:cNvPr id="6" name="TextBox 5">
            <a:extLst>
              <a:ext uri="{FF2B5EF4-FFF2-40B4-BE49-F238E27FC236}">
                <a16:creationId xmlns:a16="http://schemas.microsoft.com/office/drawing/2014/main" id="{496B23B5-5B77-73B7-C791-311CF6548F0E}"/>
              </a:ext>
            </a:extLst>
          </p:cNvPr>
          <p:cNvSpPr txBox="1"/>
          <p:nvPr/>
        </p:nvSpPr>
        <p:spPr>
          <a:xfrm>
            <a:off x="416202" y="2651477"/>
            <a:ext cx="4603206" cy="1815882"/>
          </a:xfrm>
          <a:prstGeom prst="rect">
            <a:avLst/>
          </a:prstGeom>
          <a:solidFill>
            <a:schemeClr val="accent2">
              <a:lumMod val="20000"/>
              <a:lumOff val="80000"/>
            </a:schemeClr>
          </a:solidFill>
          <a:ln w="9525">
            <a:solidFill>
              <a:schemeClr val="tx1"/>
            </a:solidFill>
          </a:ln>
        </p:spPr>
        <p:txBody>
          <a:bodyPr wrap="square" rtlCol="0">
            <a:spAutoFit/>
          </a:bodyPr>
          <a:lstStyle/>
          <a:p>
            <a:pPr marL="285750" indent="-285750">
              <a:buFont typeface="Arial" panose="020B0604020202020204" pitchFamily="34" charset="0"/>
              <a:buChar char="•"/>
            </a:pPr>
            <a:r>
              <a:rPr lang="en-US" sz="1400" dirty="0"/>
              <a:t>Using Real Life example (copying from TJ to learn how to manage)</a:t>
            </a:r>
          </a:p>
          <a:p>
            <a:pPr marL="285750" indent="-285750">
              <a:buFont typeface="Arial" panose="020B0604020202020204" pitchFamily="34" charset="0"/>
              <a:buChar char="•"/>
            </a:pPr>
            <a:r>
              <a:rPr lang="en-US" sz="1400" dirty="0"/>
              <a:t>11/3/2025 - Opened a SS on META, short call @800, short put @ 550, for Dec 19, 2025. </a:t>
            </a:r>
          </a:p>
          <a:p>
            <a:pPr marL="742950" lvl="1" indent="-285750">
              <a:buFont typeface="Arial" panose="020B0604020202020204" pitchFamily="34" charset="0"/>
              <a:buChar char="•"/>
            </a:pPr>
            <a:r>
              <a:rPr lang="en-US" sz="1400" dirty="0"/>
              <a:t>Collected 3.45 from selling the call</a:t>
            </a:r>
          </a:p>
          <a:p>
            <a:pPr marL="742950" lvl="1" indent="-285750">
              <a:buFont typeface="Arial" panose="020B0604020202020204" pitchFamily="34" charset="0"/>
              <a:buChar char="•"/>
            </a:pPr>
            <a:r>
              <a:rPr lang="en-US" sz="1400" dirty="0"/>
              <a:t>Collected 4.20 from selling the put</a:t>
            </a:r>
          </a:p>
          <a:p>
            <a:pPr marL="285750" indent="-285750">
              <a:buFont typeface="Arial" panose="020B0604020202020204" pitchFamily="34" charset="0"/>
              <a:buChar char="•"/>
            </a:pPr>
            <a:r>
              <a:rPr lang="en-US" sz="1400" dirty="0"/>
              <a:t>Let’s see how this goes – I am also tracking how TJ does it and also putting it down in </a:t>
            </a:r>
            <a:r>
              <a:rPr lang="en-US" sz="1400" dirty="0" err="1"/>
              <a:t>xls</a:t>
            </a:r>
            <a:endParaRPr lang="en-US" sz="1400" dirty="0"/>
          </a:p>
        </p:txBody>
      </p:sp>
    </p:spTree>
    <p:extLst>
      <p:ext uri="{BB962C8B-B14F-4D97-AF65-F5344CB8AC3E}">
        <p14:creationId xmlns:p14="http://schemas.microsoft.com/office/powerpoint/2010/main" val="3451261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64258-5106-11A0-4104-8E4001AD432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42C5F3C-7A1C-2778-02AF-250B93AC03E3}"/>
              </a:ext>
            </a:extLst>
          </p:cNvPr>
          <p:cNvSpPr>
            <a:spLocks noGrp="1"/>
          </p:cNvSpPr>
          <p:nvPr>
            <p:ph type="subTitle" idx="1"/>
          </p:nvPr>
        </p:nvSpPr>
        <p:spPr>
          <a:xfrm>
            <a:off x="1286277" y="162162"/>
            <a:ext cx="9144000" cy="520563"/>
          </a:xfrm>
        </p:spPr>
        <p:txBody>
          <a:bodyPr/>
          <a:lstStyle/>
          <a:p>
            <a:r>
              <a:rPr lang="en-US" b="1" dirty="0"/>
              <a:t>Short Strangle – Margin Table</a:t>
            </a:r>
          </a:p>
        </p:txBody>
      </p:sp>
      <p:cxnSp>
        <p:nvCxnSpPr>
          <p:cNvPr id="5" name="Straight Connector 4">
            <a:extLst>
              <a:ext uri="{FF2B5EF4-FFF2-40B4-BE49-F238E27FC236}">
                <a16:creationId xmlns:a16="http://schemas.microsoft.com/office/drawing/2014/main" id="{7187F8A0-8936-0664-957A-7C1AEED3E572}"/>
              </a:ext>
            </a:extLst>
          </p:cNvPr>
          <p:cNvCxnSpPr>
            <a:cxnSpLocks/>
          </p:cNvCxnSpPr>
          <p:nvPr/>
        </p:nvCxnSpPr>
        <p:spPr>
          <a:xfrm flipH="1">
            <a:off x="626088" y="1734324"/>
            <a:ext cx="2705458" cy="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9C1660CE-17D0-74BB-B4A1-754F0C3C6D5D}"/>
                  </a:ext>
                </a:extLst>
              </p14:cNvPr>
              <p14:cNvContentPartPr/>
              <p14:nvPr/>
            </p14:nvContentPartPr>
            <p14:xfrm>
              <a:off x="1025800" y="2175679"/>
              <a:ext cx="2444739" cy="223382"/>
            </p14:xfrm>
          </p:contentPart>
        </mc:Choice>
        <mc:Fallback xmlns="">
          <p:pic>
            <p:nvPicPr>
              <p:cNvPr id="10" name="Ink 9">
                <a:extLst>
                  <a:ext uri="{FF2B5EF4-FFF2-40B4-BE49-F238E27FC236}">
                    <a16:creationId xmlns:a16="http://schemas.microsoft.com/office/drawing/2014/main" id="{9C1660CE-17D0-74BB-B4A1-754F0C3C6D5D}"/>
                  </a:ext>
                </a:extLst>
              </p:cNvPr>
              <p:cNvPicPr/>
              <p:nvPr/>
            </p:nvPicPr>
            <p:blipFill>
              <a:blip r:embed="rId3"/>
              <a:stretch>
                <a:fillRect/>
              </a:stretch>
            </p:blipFill>
            <p:spPr>
              <a:xfrm>
                <a:off x="1019680" y="2169564"/>
                <a:ext cx="2456979" cy="235612"/>
              </a:xfrm>
              <a:prstGeom prst="rect">
                <a:avLst/>
              </a:prstGeom>
            </p:spPr>
          </p:pic>
        </mc:Fallback>
      </mc:AlternateContent>
      <p:sp>
        <p:nvSpPr>
          <p:cNvPr id="13" name="TextBox 12">
            <a:extLst>
              <a:ext uri="{FF2B5EF4-FFF2-40B4-BE49-F238E27FC236}">
                <a16:creationId xmlns:a16="http://schemas.microsoft.com/office/drawing/2014/main" id="{6552B7EA-8D20-1C52-3203-7F1056DA7F61}"/>
              </a:ext>
            </a:extLst>
          </p:cNvPr>
          <p:cNvSpPr txBox="1"/>
          <p:nvPr/>
        </p:nvSpPr>
        <p:spPr>
          <a:xfrm>
            <a:off x="3331547" y="1646317"/>
            <a:ext cx="1270381" cy="276999"/>
          </a:xfrm>
          <a:prstGeom prst="rect">
            <a:avLst/>
          </a:prstGeom>
          <a:noFill/>
        </p:spPr>
        <p:txBody>
          <a:bodyPr wrap="square" rtlCol="0">
            <a:spAutoFit/>
          </a:bodyPr>
          <a:lstStyle/>
          <a:p>
            <a:r>
              <a:rPr lang="en-US" sz="1200" b="1" dirty="0">
                <a:solidFill>
                  <a:srgbClr val="FF0000"/>
                </a:solidFill>
              </a:rPr>
              <a:t>800 – Sell Call</a:t>
            </a:r>
          </a:p>
        </p:txBody>
      </p:sp>
      <p:sp>
        <p:nvSpPr>
          <p:cNvPr id="16" name="TextBox 15">
            <a:extLst>
              <a:ext uri="{FF2B5EF4-FFF2-40B4-BE49-F238E27FC236}">
                <a16:creationId xmlns:a16="http://schemas.microsoft.com/office/drawing/2014/main" id="{26A672B6-017D-4AD2-72FC-D2E859878822}"/>
              </a:ext>
            </a:extLst>
          </p:cNvPr>
          <p:cNvSpPr txBox="1"/>
          <p:nvPr/>
        </p:nvSpPr>
        <p:spPr>
          <a:xfrm>
            <a:off x="3636521" y="1905716"/>
            <a:ext cx="799424" cy="523220"/>
          </a:xfrm>
          <a:prstGeom prst="rect">
            <a:avLst/>
          </a:prstGeom>
          <a:noFill/>
        </p:spPr>
        <p:txBody>
          <a:bodyPr wrap="square" rtlCol="0">
            <a:spAutoFit/>
          </a:bodyPr>
          <a:lstStyle/>
          <a:p>
            <a:r>
              <a:rPr lang="en-US" sz="1400" dirty="0"/>
              <a:t>META @650</a:t>
            </a:r>
          </a:p>
        </p:txBody>
      </p:sp>
      <p:cxnSp>
        <p:nvCxnSpPr>
          <p:cNvPr id="32" name="Straight Connector 31">
            <a:extLst>
              <a:ext uri="{FF2B5EF4-FFF2-40B4-BE49-F238E27FC236}">
                <a16:creationId xmlns:a16="http://schemas.microsoft.com/office/drawing/2014/main" id="{DDF0F2F3-79BE-E713-1074-D4378294E96A}"/>
              </a:ext>
            </a:extLst>
          </p:cNvPr>
          <p:cNvCxnSpPr>
            <a:cxnSpLocks/>
          </p:cNvCxnSpPr>
          <p:nvPr/>
        </p:nvCxnSpPr>
        <p:spPr>
          <a:xfrm flipH="1">
            <a:off x="626088" y="2512417"/>
            <a:ext cx="2705458" cy="0"/>
          </a:xfrm>
          <a:prstGeom prst="line">
            <a:avLst/>
          </a:prstGeom>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7B12A71B-A0EC-3915-128D-BD17DBD32CAA}"/>
              </a:ext>
            </a:extLst>
          </p:cNvPr>
          <p:cNvSpPr txBox="1"/>
          <p:nvPr/>
        </p:nvSpPr>
        <p:spPr>
          <a:xfrm>
            <a:off x="3331547" y="2396605"/>
            <a:ext cx="1270381" cy="276999"/>
          </a:xfrm>
          <a:prstGeom prst="rect">
            <a:avLst/>
          </a:prstGeom>
          <a:noFill/>
        </p:spPr>
        <p:txBody>
          <a:bodyPr wrap="square" rtlCol="0">
            <a:spAutoFit/>
          </a:bodyPr>
          <a:lstStyle/>
          <a:p>
            <a:r>
              <a:rPr lang="en-US" sz="1200" b="1" dirty="0">
                <a:solidFill>
                  <a:srgbClr val="FF0000"/>
                </a:solidFill>
              </a:rPr>
              <a:t>550 – Sell Put</a:t>
            </a:r>
          </a:p>
        </p:txBody>
      </p:sp>
      <p:sp>
        <p:nvSpPr>
          <p:cNvPr id="47" name="TextBox 46">
            <a:extLst>
              <a:ext uri="{FF2B5EF4-FFF2-40B4-BE49-F238E27FC236}">
                <a16:creationId xmlns:a16="http://schemas.microsoft.com/office/drawing/2014/main" id="{ED2EBFDB-7350-A9F4-F38D-43C7108112CD}"/>
              </a:ext>
            </a:extLst>
          </p:cNvPr>
          <p:cNvSpPr txBox="1"/>
          <p:nvPr/>
        </p:nvSpPr>
        <p:spPr>
          <a:xfrm>
            <a:off x="563637" y="672399"/>
            <a:ext cx="10797431" cy="738664"/>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dirty="0"/>
              <a:t>Sell a put and Sell a call for the same expiration date</a:t>
            </a:r>
          </a:p>
          <a:p>
            <a:r>
              <a:rPr lang="en-US" sz="1400" b="1" dirty="0"/>
              <a:t>Max profit</a:t>
            </a:r>
            <a:r>
              <a:rPr lang="en-US" sz="1400" dirty="0"/>
              <a:t> is limited to what you </a:t>
            </a:r>
            <a:r>
              <a:rPr lang="en-US" sz="1400" b="1" u="sng" dirty="0"/>
              <a:t>collect</a:t>
            </a:r>
            <a:r>
              <a:rPr lang="en-US" sz="1400" dirty="0"/>
              <a:t> on both the call and the put</a:t>
            </a:r>
          </a:p>
          <a:p>
            <a:r>
              <a:rPr lang="en-US" sz="1400" b="1" dirty="0"/>
              <a:t>Max Loss</a:t>
            </a:r>
            <a:r>
              <a:rPr lang="en-US" sz="1400" dirty="0"/>
              <a:t> – Could be unlimited if the stock goes up past the call strike and substantial if the stock falls below the put strike</a:t>
            </a:r>
            <a:endParaRPr lang="en-US" sz="1400" b="1" dirty="0"/>
          </a:p>
        </p:txBody>
      </p:sp>
      <p:sp>
        <p:nvSpPr>
          <p:cNvPr id="6" name="TextBox 5">
            <a:extLst>
              <a:ext uri="{FF2B5EF4-FFF2-40B4-BE49-F238E27FC236}">
                <a16:creationId xmlns:a16="http://schemas.microsoft.com/office/drawing/2014/main" id="{0DED27D6-7F1E-57E2-36F6-83A8A9F340E5}"/>
              </a:ext>
            </a:extLst>
          </p:cNvPr>
          <p:cNvSpPr txBox="1"/>
          <p:nvPr/>
        </p:nvSpPr>
        <p:spPr>
          <a:xfrm>
            <a:off x="563637" y="2651477"/>
            <a:ext cx="3546540" cy="1600438"/>
          </a:xfrm>
          <a:prstGeom prst="rect">
            <a:avLst/>
          </a:prstGeom>
          <a:solidFill>
            <a:schemeClr val="accent2">
              <a:lumMod val="20000"/>
              <a:lumOff val="80000"/>
            </a:schemeClr>
          </a:solidFill>
          <a:ln w="9525">
            <a:solidFill>
              <a:schemeClr val="tx1"/>
            </a:solidFill>
          </a:ln>
        </p:spPr>
        <p:txBody>
          <a:bodyPr wrap="square" rtlCol="0">
            <a:spAutoFit/>
          </a:bodyPr>
          <a:lstStyle/>
          <a:p>
            <a:pPr marL="285750" indent="-285750">
              <a:buFont typeface="Arial" panose="020B0604020202020204" pitchFamily="34" charset="0"/>
              <a:buChar char="•"/>
            </a:pPr>
            <a:r>
              <a:rPr lang="en-US" sz="1400" dirty="0"/>
              <a:t>This is a slide from ChatGPT, assuming the same scenario, except that the Short call premium is 5, short Put premium is 6. (= 1100 total) </a:t>
            </a:r>
          </a:p>
          <a:p>
            <a:pPr marL="285750" indent="-285750">
              <a:buFont typeface="Arial" panose="020B0604020202020204" pitchFamily="34" charset="0"/>
              <a:buChar char="•"/>
            </a:pPr>
            <a:r>
              <a:rPr lang="en-US" sz="1400" dirty="0"/>
              <a:t>This shows how the margin is calculated daily with price movement of the underlying</a:t>
            </a:r>
          </a:p>
        </p:txBody>
      </p:sp>
      <p:graphicFrame>
        <p:nvGraphicFramePr>
          <p:cNvPr id="7" name="Table 6">
            <a:extLst>
              <a:ext uri="{FF2B5EF4-FFF2-40B4-BE49-F238E27FC236}">
                <a16:creationId xmlns:a16="http://schemas.microsoft.com/office/drawing/2014/main" id="{8977CF9B-5CCB-C2D3-93BF-F4DC109C2865}"/>
              </a:ext>
            </a:extLst>
          </p:cNvPr>
          <p:cNvGraphicFramePr>
            <a:graphicFrameLocks noGrp="1"/>
          </p:cNvGraphicFramePr>
          <p:nvPr>
            <p:extLst>
              <p:ext uri="{D42A27DB-BD31-4B8C-83A1-F6EECF244321}">
                <p14:modId xmlns:p14="http://schemas.microsoft.com/office/powerpoint/2010/main" val="3378368011"/>
              </p:ext>
            </p:extLst>
          </p:nvPr>
        </p:nvGraphicFramePr>
        <p:xfrm>
          <a:off x="5019409" y="1646317"/>
          <a:ext cx="6341660" cy="4361630"/>
        </p:xfrm>
        <a:graphic>
          <a:graphicData uri="http://schemas.openxmlformats.org/drawingml/2006/table">
            <a:tbl>
              <a:tblPr/>
              <a:tblGrid>
                <a:gridCol w="513173">
                  <a:extLst>
                    <a:ext uri="{9D8B030D-6E8A-4147-A177-3AD203B41FA5}">
                      <a16:colId xmlns:a16="http://schemas.microsoft.com/office/drawing/2014/main" val="2451769580"/>
                    </a:ext>
                  </a:extLst>
                </a:gridCol>
                <a:gridCol w="738909">
                  <a:extLst>
                    <a:ext uri="{9D8B030D-6E8A-4147-A177-3AD203B41FA5}">
                      <a16:colId xmlns:a16="http://schemas.microsoft.com/office/drawing/2014/main" val="3098656228"/>
                    </a:ext>
                  </a:extLst>
                </a:gridCol>
                <a:gridCol w="665018">
                  <a:extLst>
                    <a:ext uri="{9D8B030D-6E8A-4147-A177-3AD203B41FA5}">
                      <a16:colId xmlns:a16="http://schemas.microsoft.com/office/drawing/2014/main" val="3976766340"/>
                    </a:ext>
                  </a:extLst>
                </a:gridCol>
                <a:gridCol w="1413164">
                  <a:extLst>
                    <a:ext uri="{9D8B030D-6E8A-4147-A177-3AD203B41FA5}">
                      <a16:colId xmlns:a16="http://schemas.microsoft.com/office/drawing/2014/main" val="3275797860"/>
                    </a:ext>
                  </a:extLst>
                </a:gridCol>
                <a:gridCol w="1333963">
                  <a:extLst>
                    <a:ext uri="{9D8B030D-6E8A-4147-A177-3AD203B41FA5}">
                      <a16:colId xmlns:a16="http://schemas.microsoft.com/office/drawing/2014/main" val="4248837029"/>
                    </a:ext>
                  </a:extLst>
                </a:gridCol>
                <a:gridCol w="766591">
                  <a:extLst>
                    <a:ext uri="{9D8B030D-6E8A-4147-A177-3AD203B41FA5}">
                      <a16:colId xmlns:a16="http://schemas.microsoft.com/office/drawing/2014/main" val="1948930926"/>
                    </a:ext>
                  </a:extLst>
                </a:gridCol>
                <a:gridCol w="910842">
                  <a:extLst>
                    <a:ext uri="{9D8B030D-6E8A-4147-A177-3AD203B41FA5}">
                      <a16:colId xmlns:a16="http://schemas.microsoft.com/office/drawing/2014/main" val="3662630289"/>
                    </a:ext>
                  </a:extLst>
                </a:gridCol>
              </a:tblGrid>
              <a:tr h="455826">
                <a:tc>
                  <a:txBody>
                    <a:bodyPr/>
                    <a:lstStyle/>
                    <a:p>
                      <a:pPr algn="ctr">
                        <a:buNone/>
                      </a:pPr>
                      <a:r>
                        <a:rPr lang="en-US" sz="900" b="1" dirty="0">
                          <a:solidFill>
                            <a:schemeClr val="tx1"/>
                          </a:solidFill>
                        </a:rPr>
                        <a:t>Stock Price</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buNone/>
                      </a:pPr>
                      <a:r>
                        <a:rPr lang="en-US" sz="900" b="1">
                          <a:solidFill>
                            <a:schemeClr val="tx1"/>
                          </a:solidFill>
                        </a:rPr>
                        <a:t>OTM Call (K–S)</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buNone/>
                      </a:pPr>
                      <a:r>
                        <a:rPr lang="en-US" sz="900" b="1">
                          <a:solidFill>
                            <a:schemeClr val="tx1"/>
                          </a:solidFill>
                        </a:rPr>
                        <a:t>OTM Put (S–K)</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buNone/>
                      </a:pPr>
                      <a:r>
                        <a:rPr lang="en-US" sz="900" b="1">
                          <a:solidFill>
                            <a:schemeClr val="tx1"/>
                          </a:solidFill>
                        </a:rPr>
                        <a:t>Call Margin</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buNone/>
                      </a:pPr>
                      <a:r>
                        <a:rPr lang="en-US" sz="900" b="1">
                          <a:solidFill>
                            <a:schemeClr val="tx1"/>
                          </a:solidFill>
                        </a:rPr>
                        <a:t>Put Margin</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buNone/>
                      </a:pPr>
                      <a:r>
                        <a:rPr lang="en-US" sz="900" b="1" dirty="0">
                          <a:solidFill>
                            <a:schemeClr val="tx1"/>
                          </a:solidFill>
                        </a:rPr>
                        <a:t>Combined Margin (approx.)</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buNone/>
                      </a:pPr>
                      <a:r>
                        <a:rPr lang="en-US" sz="900" b="1" dirty="0">
                          <a:solidFill>
                            <a:schemeClr val="tx1"/>
                          </a:solidFill>
                        </a:rPr>
                        <a:t>Commentary</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287935880"/>
                  </a:ext>
                </a:extLst>
              </a:tr>
              <a:tr h="587980">
                <a:tc>
                  <a:txBody>
                    <a:bodyPr/>
                    <a:lstStyle/>
                    <a:p>
                      <a:pPr algn="ctr">
                        <a:buNone/>
                      </a:pPr>
                      <a:r>
                        <a:rPr lang="en-US" sz="900" b="1" dirty="0">
                          <a:solidFill>
                            <a:schemeClr val="tx1"/>
                          </a:solidFill>
                        </a:rPr>
                        <a:t>500</a:t>
                      </a:r>
                      <a:endParaRPr lang="en-US" sz="900" dirty="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dirty="0">
                          <a:solidFill>
                            <a:schemeClr val="tx1"/>
                          </a:solidFill>
                        </a:rPr>
                        <a:t>300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dirty="0">
                          <a:solidFill>
                            <a:schemeClr val="tx1"/>
                          </a:solidFill>
                        </a:rPr>
                        <a:t>-50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fr-FR" sz="900">
                          <a:solidFill>
                            <a:schemeClr val="tx1"/>
                          </a:solidFill>
                        </a:rPr>
                        <a:t>100×(5 + max(100–300, 50)) = 5,500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fr-FR" sz="900">
                          <a:solidFill>
                            <a:schemeClr val="tx1"/>
                          </a:solidFill>
                        </a:rPr>
                        <a:t>100×(6 + max(100–(–50), 50)) = 15,600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b="1">
                          <a:solidFill>
                            <a:schemeClr val="tx1"/>
                          </a:solidFill>
                        </a:rPr>
                        <a:t>≈ $16,700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Deep ITM put → very high risk</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852393407"/>
                  </a:ext>
                </a:extLst>
              </a:tr>
              <a:tr h="592692">
                <a:tc>
                  <a:txBody>
                    <a:bodyPr/>
                    <a:lstStyle/>
                    <a:p>
                      <a:pPr algn="ctr">
                        <a:buNone/>
                      </a:pPr>
                      <a:r>
                        <a:rPr lang="en-US" sz="900" b="1">
                          <a:solidFill>
                            <a:schemeClr val="tx1"/>
                          </a:solidFill>
                        </a:rPr>
                        <a:t>550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a:solidFill>
                            <a:schemeClr val="tx1"/>
                          </a:solidFill>
                        </a:rPr>
                        <a:t>250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dirty="0">
                          <a:solidFill>
                            <a:schemeClr val="tx1"/>
                          </a:solidFill>
                        </a:rPr>
                        <a:t>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fr-FR" sz="900">
                          <a:solidFill>
                            <a:schemeClr val="tx1"/>
                          </a:solidFill>
                        </a:rPr>
                        <a:t>100×(5 + max(110–250, 55)) = 6,000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fr-FR" sz="900">
                          <a:solidFill>
                            <a:schemeClr val="tx1"/>
                          </a:solidFill>
                        </a:rPr>
                        <a:t>100×(6 + max(110–0, 55)) = 11,600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b="1">
                          <a:solidFill>
                            <a:schemeClr val="tx1"/>
                          </a:solidFill>
                        </a:rPr>
                        <a:t>≈ $12,700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Put at-the-money, heavy risk on downside</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52398087"/>
                  </a:ext>
                </a:extLst>
              </a:tr>
              <a:tr h="587980">
                <a:tc>
                  <a:txBody>
                    <a:bodyPr/>
                    <a:lstStyle/>
                    <a:p>
                      <a:pPr algn="ctr">
                        <a:buNone/>
                      </a:pPr>
                      <a:r>
                        <a:rPr lang="en-US" sz="900" b="1">
                          <a:solidFill>
                            <a:schemeClr val="tx1"/>
                          </a:solidFill>
                        </a:rPr>
                        <a:t>600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a:solidFill>
                            <a:schemeClr val="tx1"/>
                          </a:solidFill>
                        </a:rPr>
                        <a:t>200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dirty="0">
                          <a:solidFill>
                            <a:schemeClr val="tx1"/>
                          </a:solidFill>
                        </a:rPr>
                        <a:t>50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fr-FR" sz="900">
                          <a:solidFill>
                            <a:schemeClr val="tx1"/>
                          </a:solidFill>
                        </a:rPr>
                        <a:t>100×(5 + max(120–200, 60)) = 6,500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fr-FR" sz="900">
                          <a:solidFill>
                            <a:schemeClr val="tx1"/>
                          </a:solidFill>
                        </a:rPr>
                        <a:t>100×(6 + max(120–50, 60)) = 8,600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b="1">
                          <a:solidFill>
                            <a:schemeClr val="tx1"/>
                          </a:solidFill>
                        </a:rPr>
                        <a:t>≈ $9,700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Still skewed to downside risk</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866848"/>
                  </a:ext>
                </a:extLst>
              </a:tr>
              <a:tr h="318960">
                <a:tc>
                  <a:txBody>
                    <a:bodyPr/>
                    <a:lstStyle/>
                    <a:p>
                      <a:pPr algn="ctr">
                        <a:buNone/>
                      </a:pPr>
                      <a:r>
                        <a:rPr lang="en-US" sz="900" b="1">
                          <a:solidFill>
                            <a:schemeClr val="tx1"/>
                          </a:solidFill>
                        </a:rPr>
                        <a:t>650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a:solidFill>
                            <a:schemeClr val="tx1"/>
                          </a:solidFill>
                        </a:rPr>
                        <a:t>150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a:solidFill>
                            <a:schemeClr val="tx1"/>
                          </a:solidFill>
                        </a:rPr>
                        <a:t>100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7,000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dirty="0">
                          <a:solidFill>
                            <a:schemeClr val="tx1"/>
                          </a:solidFill>
                        </a:rPr>
                        <a:t>7,100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b="1">
                          <a:solidFill>
                            <a:schemeClr val="tx1"/>
                          </a:solidFill>
                        </a:rPr>
                        <a:t>≈ $8,200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Balanced, both OTM</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962193120"/>
                  </a:ext>
                </a:extLst>
              </a:tr>
              <a:tr h="587980">
                <a:tc>
                  <a:txBody>
                    <a:bodyPr/>
                    <a:lstStyle/>
                    <a:p>
                      <a:pPr algn="ctr">
                        <a:buNone/>
                      </a:pPr>
                      <a:r>
                        <a:rPr lang="en-US" sz="900" b="1">
                          <a:solidFill>
                            <a:schemeClr val="tx1"/>
                          </a:solidFill>
                        </a:rPr>
                        <a:t>700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a:solidFill>
                            <a:schemeClr val="tx1"/>
                          </a:solidFill>
                        </a:rPr>
                        <a:t>100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dirty="0">
                          <a:solidFill>
                            <a:schemeClr val="tx1"/>
                          </a:solidFill>
                        </a:rPr>
                        <a:t>150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7,600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6,600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b="1">
                          <a:solidFill>
                            <a:schemeClr val="tx1"/>
                          </a:solidFill>
                        </a:rPr>
                        <a:t>≈ $8,200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Slightly higher call risk, but balanced</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937007699"/>
                  </a:ext>
                </a:extLst>
              </a:tr>
              <a:tr h="318960">
                <a:tc>
                  <a:txBody>
                    <a:bodyPr/>
                    <a:lstStyle/>
                    <a:p>
                      <a:pPr algn="ctr">
                        <a:buNone/>
                      </a:pPr>
                      <a:r>
                        <a:rPr lang="en-US" sz="900" b="1">
                          <a:solidFill>
                            <a:schemeClr val="tx1"/>
                          </a:solidFill>
                        </a:rPr>
                        <a:t>750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a:solidFill>
                            <a:schemeClr val="tx1"/>
                          </a:solidFill>
                        </a:rPr>
                        <a:t>50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dirty="0">
                          <a:solidFill>
                            <a:schemeClr val="tx1"/>
                          </a:solidFill>
                        </a:rPr>
                        <a:t>200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8,100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6,100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b="1">
                          <a:solidFill>
                            <a:schemeClr val="tx1"/>
                          </a:solidFill>
                        </a:rPr>
                        <a:t>≈ $8,700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Call risk increasing</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84087090"/>
                  </a:ext>
                </a:extLst>
              </a:tr>
              <a:tr h="318960">
                <a:tc>
                  <a:txBody>
                    <a:bodyPr/>
                    <a:lstStyle/>
                    <a:p>
                      <a:pPr algn="ctr">
                        <a:buNone/>
                      </a:pPr>
                      <a:r>
                        <a:rPr lang="en-US" sz="900" b="1">
                          <a:solidFill>
                            <a:schemeClr val="tx1"/>
                          </a:solidFill>
                        </a:rPr>
                        <a:t>800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a:solidFill>
                            <a:schemeClr val="tx1"/>
                          </a:solidFill>
                        </a:rPr>
                        <a:t>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dirty="0">
                          <a:solidFill>
                            <a:schemeClr val="tx1"/>
                          </a:solidFill>
                        </a:rPr>
                        <a:t>250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8,600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5,600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b="1">
                          <a:solidFill>
                            <a:schemeClr val="tx1"/>
                          </a:solidFill>
                        </a:rPr>
                        <a:t>≈ $9,200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a:solidFill>
                            <a:schemeClr val="tx1"/>
                          </a:solidFill>
                        </a:rPr>
                        <a:t>Call at-the-money</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047708769"/>
                  </a:ext>
                </a:extLst>
              </a:tr>
              <a:tr h="587980">
                <a:tc>
                  <a:txBody>
                    <a:bodyPr/>
                    <a:lstStyle/>
                    <a:p>
                      <a:pPr algn="ctr">
                        <a:buNone/>
                      </a:pPr>
                      <a:r>
                        <a:rPr lang="en-US" sz="900" b="1" dirty="0">
                          <a:solidFill>
                            <a:schemeClr val="tx1"/>
                          </a:solidFill>
                        </a:rPr>
                        <a:t>850</a:t>
                      </a:r>
                      <a:endParaRPr lang="en-US" sz="900" dirty="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a:solidFill>
                            <a:schemeClr val="tx1"/>
                          </a:solidFill>
                        </a:rPr>
                        <a:t>-50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buNone/>
                      </a:pPr>
                      <a:r>
                        <a:rPr lang="en-US" sz="900" dirty="0">
                          <a:solidFill>
                            <a:schemeClr val="tx1"/>
                          </a:solidFill>
                        </a:rPr>
                        <a:t>300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fr-FR" sz="900">
                          <a:solidFill>
                            <a:schemeClr val="tx1"/>
                          </a:solidFill>
                        </a:rPr>
                        <a:t>100×(5 + max(170–(–50), 85)) = 13,500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fr-FR" sz="900">
                          <a:solidFill>
                            <a:schemeClr val="tx1"/>
                          </a:solidFill>
                        </a:rPr>
                        <a:t>100×(6 + max(170–300, 85)) = 9,100</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b="1">
                          <a:solidFill>
                            <a:schemeClr val="tx1"/>
                          </a:solidFill>
                        </a:rPr>
                        <a:t>≈ $14,100</a:t>
                      </a:r>
                      <a:endParaRPr lang="en-US" sz="900">
                        <a:solidFill>
                          <a:schemeClr val="tx1"/>
                        </a:solidFill>
                      </a:endParaRP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900" dirty="0">
                          <a:solidFill>
                            <a:schemeClr val="tx1"/>
                          </a:solidFill>
                        </a:rPr>
                        <a:t>Call deep ITM, large margin jump</a:t>
                      </a:r>
                    </a:p>
                  </a:txBody>
                  <a:tcPr marL="45326" marR="45326" marT="22663" marB="226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734173846"/>
                  </a:ext>
                </a:extLst>
              </a:tr>
            </a:tbl>
          </a:graphicData>
        </a:graphic>
      </p:graphicFrame>
      <p:sp>
        <p:nvSpPr>
          <p:cNvPr id="2" name="TextBox 1">
            <a:extLst>
              <a:ext uri="{FF2B5EF4-FFF2-40B4-BE49-F238E27FC236}">
                <a16:creationId xmlns:a16="http://schemas.microsoft.com/office/drawing/2014/main" id="{AEBE1D25-6DFC-D218-872B-5C05345D0B44}"/>
              </a:ext>
            </a:extLst>
          </p:cNvPr>
          <p:cNvSpPr txBox="1"/>
          <p:nvPr/>
        </p:nvSpPr>
        <p:spPr>
          <a:xfrm>
            <a:off x="4110182" y="5109868"/>
            <a:ext cx="909225" cy="276999"/>
          </a:xfrm>
          <a:prstGeom prst="rect">
            <a:avLst/>
          </a:prstGeom>
          <a:solidFill>
            <a:schemeClr val="accent5">
              <a:lumMod val="20000"/>
              <a:lumOff val="80000"/>
              <a:alpha val="60000"/>
            </a:schemeClr>
          </a:solidFill>
        </p:spPr>
        <p:txBody>
          <a:bodyPr wrap="square" rtlCol="0">
            <a:spAutoFit/>
          </a:bodyPr>
          <a:lstStyle/>
          <a:p>
            <a:r>
              <a:rPr lang="en-US" sz="1200" b="1" dirty="0">
                <a:solidFill>
                  <a:srgbClr val="FF0000"/>
                </a:solidFill>
              </a:rPr>
              <a:t>Call ATM</a:t>
            </a:r>
          </a:p>
        </p:txBody>
      </p:sp>
      <p:sp>
        <p:nvSpPr>
          <p:cNvPr id="4" name="TextBox 3">
            <a:extLst>
              <a:ext uri="{FF2B5EF4-FFF2-40B4-BE49-F238E27FC236}">
                <a16:creationId xmlns:a16="http://schemas.microsoft.com/office/drawing/2014/main" id="{3AF0F37E-EF1F-845C-6B9C-6D508E140C53}"/>
              </a:ext>
            </a:extLst>
          </p:cNvPr>
          <p:cNvSpPr txBox="1"/>
          <p:nvPr/>
        </p:nvSpPr>
        <p:spPr>
          <a:xfrm>
            <a:off x="4110182" y="5622121"/>
            <a:ext cx="909225" cy="276999"/>
          </a:xfrm>
          <a:prstGeom prst="rect">
            <a:avLst/>
          </a:prstGeom>
          <a:solidFill>
            <a:schemeClr val="accent5">
              <a:lumMod val="20000"/>
              <a:lumOff val="80000"/>
              <a:alpha val="60000"/>
            </a:schemeClr>
          </a:solidFill>
        </p:spPr>
        <p:txBody>
          <a:bodyPr wrap="square" rtlCol="0">
            <a:spAutoFit/>
          </a:bodyPr>
          <a:lstStyle/>
          <a:p>
            <a:r>
              <a:rPr lang="en-US" sz="1200" b="1" dirty="0">
                <a:solidFill>
                  <a:srgbClr val="FF0000"/>
                </a:solidFill>
              </a:rPr>
              <a:t>Call ITM</a:t>
            </a:r>
          </a:p>
        </p:txBody>
      </p:sp>
      <p:sp>
        <p:nvSpPr>
          <p:cNvPr id="8" name="TextBox 7">
            <a:extLst>
              <a:ext uri="{FF2B5EF4-FFF2-40B4-BE49-F238E27FC236}">
                <a16:creationId xmlns:a16="http://schemas.microsoft.com/office/drawing/2014/main" id="{0B3E09A6-6B3C-CEE6-BB6F-6D115BF8D9AA}"/>
              </a:ext>
            </a:extLst>
          </p:cNvPr>
          <p:cNvSpPr txBox="1"/>
          <p:nvPr/>
        </p:nvSpPr>
        <p:spPr>
          <a:xfrm>
            <a:off x="4110180" y="2136591"/>
            <a:ext cx="909225" cy="276999"/>
          </a:xfrm>
          <a:prstGeom prst="rect">
            <a:avLst/>
          </a:prstGeom>
          <a:solidFill>
            <a:schemeClr val="accent5">
              <a:lumMod val="20000"/>
              <a:lumOff val="80000"/>
              <a:alpha val="60000"/>
            </a:schemeClr>
          </a:solidFill>
        </p:spPr>
        <p:txBody>
          <a:bodyPr wrap="square" rtlCol="0">
            <a:spAutoFit/>
          </a:bodyPr>
          <a:lstStyle/>
          <a:p>
            <a:r>
              <a:rPr lang="en-US" sz="1200" b="1" dirty="0">
                <a:solidFill>
                  <a:srgbClr val="FF0000"/>
                </a:solidFill>
              </a:rPr>
              <a:t>Put ITM</a:t>
            </a:r>
          </a:p>
        </p:txBody>
      </p:sp>
      <p:sp>
        <p:nvSpPr>
          <p:cNvPr id="9" name="TextBox 8">
            <a:extLst>
              <a:ext uri="{FF2B5EF4-FFF2-40B4-BE49-F238E27FC236}">
                <a16:creationId xmlns:a16="http://schemas.microsoft.com/office/drawing/2014/main" id="{19291092-6A48-3C20-52AF-3E53E72396BC}"/>
              </a:ext>
            </a:extLst>
          </p:cNvPr>
          <p:cNvSpPr txBox="1"/>
          <p:nvPr/>
        </p:nvSpPr>
        <p:spPr>
          <a:xfrm>
            <a:off x="4110180" y="2980489"/>
            <a:ext cx="909225" cy="276999"/>
          </a:xfrm>
          <a:prstGeom prst="rect">
            <a:avLst/>
          </a:prstGeom>
          <a:solidFill>
            <a:schemeClr val="accent5">
              <a:lumMod val="20000"/>
              <a:lumOff val="80000"/>
              <a:alpha val="60000"/>
            </a:schemeClr>
          </a:solidFill>
        </p:spPr>
        <p:txBody>
          <a:bodyPr wrap="square" rtlCol="0">
            <a:spAutoFit/>
          </a:bodyPr>
          <a:lstStyle/>
          <a:p>
            <a:r>
              <a:rPr lang="en-US" sz="1200" b="1" dirty="0">
                <a:solidFill>
                  <a:srgbClr val="FF0000"/>
                </a:solidFill>
              </a:rPr>
              <a:t>Put ATM</a:t>
            </a:r>
          </a:p>
        </p:txBody>
      </p:sp>
      <p:cxnSp>
        <p:nvCxnSpPr>
          <p:cNvPr id="12" name="Straight Arrow Connector 11">
            <a:extLst>
              <a:ext uri="{FF2B5EF4-FFF2-40B4-BE49-F238E27FC236}">
                <a16:creationId xmlns:a16="http://schemas.microsoft.com/office/drawing/2014/main" id="{F38CAD0C-DA57-9D90-BD78-015BB68351E9}"/>
              </a:ext>
            </a:extLst>
          </p:cNvPr>
          <p:cNvCxnSpPr>
            <a:cxnSpLocks/>
            <a:stCxn id="8" idx="0"/>
          </p:cNvCxnSpPr>
          <p:nvPr/>
        </p:nvCxnSpPr>
        <p:spPr>
          <a:xfrm>
            <a:off x="4564793" y="2136591"/>
            <a:ext cx="1863716" cy="2600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350757A-9D63-55D0-A239-0A1D287D81F7}"/>
              </a:ext>
            </a:extLst>
          </p:cNvPr>
          <p:cNvCxnSpPr>
            <a:cxnSpLocks/>
            <a:stCxn id="9" idx="2"/>
          </p:cNvCxnSpPr>
          <p:nvPr/>
        </p:nvCxnSpPr>
        <p:spPr>
          <a:xfrm flipV="1">
            <a:off x="4564793" y="2980489"/>
            <a:ext cx="1863716" cy="2769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392A209D-31CB-E35F-25CC-A95F5F653F37}"/>
              </a:ext>
            </a:extLst>
          </p:cNvPr>
          <p:cNvCxnSpPr>
            <a:cxnSpLocks/>
          </p:cNvCxnSpPr>
          <p:nvPr/>
        </p:nvCxnSpPr>
        <p:spPr>
          <a:xfrm flipV="1">
            <a:off x="4710545" y="5283200"/>
            <a:ext cx="1136073" cy="1036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E2D5F9BE-EA28-C04E-FD82-A5E3BEED098C}"/>
              </a:ext>
            </a:extLst>
          </p:cNvPr>
          <p:cNvCxnSpPr>
            <a:cxnSpLocks/>
          </p:cNvCxnSpPr>
          <p:nvPr/>
        </p:nvCxnSpPr>
        <p:spPr>
          <a:xfrm flipV="1">
            <a:off x="4601928" y="5763491"/>
            <a:ext cx="1133854" cy="1356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Left Brace 37">
            <a:extLst>
              <a:ext uri="{FF2B5EF4-FFF2-40B4-BE49-F238E27FC236}">
                <a16:creationId xmlns:a16="http://schemas.microsoft.com/office/drawing/2014/main" id="{A5D019CD-2E79-5DEF-3C76-0D27D8579591}"/>
              </a:ext>
            </a:extLst>
          </p:cNvPr>
          <p:cNvSpPr/>
          <p:nvPr/>
        </p:nvSpPr>
        <p:spPr>
          <a:xfrm rot="10800000" flipH="1">
            <a:off x="4527658" y="3429000"/>
            <a:ext cx="491747" cy="161894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9" name="TextBox 38">
            <a:extLst>
              <a:ext uri="{FF2B5EF4-FFF2-40B4-BE49-F238E27FC236}">
                <a16:creationId xmlns:a16="http://schemas.microsoft.com/office/drawing/2014/main" id="{9A827F96-AE55-C54E-D3F5-BAA528F1EA19}"/>
              </a:ext>
            </a:extLst>
          </p:cNvPr>
          <p:cNvSpPr txBox="1"/>
          <p:nvPr/>
        </p:nvSpPr>
        <p:spPr>
          <a:xfrm>
            <a:off x="3845737" y="4075496"/>
            <a:ext cx="909225" cy="461665"/>
          </a:xfrm>
          <a:prstGeom prst="rect">
            <a:avLst/>
          </a:prstGeom>
          <a:solidFill>
            <a:schemeClr val="accent3">
              <a:lumMod val="40000"/>
              <a:lumOff val="60000"/>
              <a:alpha val="60000"/>
            </a:schemeClr>
          </a:solidFill>
        </p:spPr>
        <p:txBody>
          <a:bodyPr wrap="square" rtlCol="0">
            <a:spAutoFit/>
          </a:bodyPr>
          <a:lstStyle/>
          <a:p>
            <a:r>
              <a:rPr lang="en-US" sz="1200" b="1" dirty="0"/>
              <a:t>Highway Zone</a:t>
            </a:r>
          </a:p>
        </p:txBody>
      </p:sp>
    </p:spTree>
    <p:extLst>
      <p:ext uri="{BB962C8B-B14F-4D97-AF65-F5344CB8AC3E}">
        <p14:creationId xmlns:p14="http://schemas.microsoft.com/office/powerpoint/2010/main" val="3233355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71D61-EE19-5215-9A75-88F5D676D32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6ACEE47-539E-363E-51EA-8A45819EB152}"/>
              </a:ext>
            </a:extLst>
          </p:cNvPr>
          <p:cNvSpPr>
            <a:spLocks noGrp="1"/>
          </p:cNvSpPr>
          <p:nvPr>
            <p:ph type="subTitle" idx="1"/>
          </p:nvPr>
        </p:nvSpPr>
        <p:spPr>
          <a:xfrm>
            <a:off x="1277133" y="2286001"/>
            <a:ext cx="9144000" cy="1143000"/>
          </a:xfrm>
        </p:spPr>
        <p:txBody>
          <a:bodyPr>
            <a:normAutofit fontScale="85000" lnSpcReduction="10000"/>
          </a:bodyPr>
          <a:lstStyle/>
          <a:p>
            <a:r>
              <a:rPr lang="en-US" sz="7200" b="1" dirty="0"/>
              <a:t>LEAPS Diagonal Spread</a:t>
            </a:r>
          </a:p>
        </p:txBody>
      </p:sp>
    </p:spTree>
    <p:extLst>
      <p:ext uri="{BB962C8B-B14F-4D97-AF65-F5344CB8AC3E}">
        <p14:creationId xmlns:p14="http://schemas.microsoft.com/office/powerpoint/2010/main" val="1555935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F36BD-268F-0A0D-23BE-85AC7179480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5073F26-FC50-3095-D140-8F4F0F190ED6}"/>
              </a:ext>
            </a:extLst>
          </p:cNvPr>
          <p:cNvSpPr>
            <a:spLocks noGrp="1"/>
          </p:cNvSpPr>
          <p:nvPr>
            <p:ph type="subTitle" idx="1"/>
          </p:nvPr>
        </p:nvSpPr>
        <p:spPr>
          <a:xfrm>
            <a:off x="1286277" y="162162"/>
            <a:ext cx="9144000" cy="520563"/>
          </a:xfrm>
        </p:spPr>
        <p:txBody>
          <a:bodyPr/>
          <a:lstStyle/>
          <a:p>
            <a:r>
              <a:rPr lang="en-US" b="1" dirty="0"/>
              <a:t>Diagonal Spread – Calls</a:t>
            </a:r>
          </a:p>
        </p:txBody>
      </p:sp>
      <p:sp>
        <p:nvSpPr>
          <p:cNvPr id="16" name="TextBox 15">
            <a:extLst>
              <a:ext uri="{FF2B5EF4-FFF2-40B4-BE49-F238E27FC236}">
                <a16:creationId xmlns:a16="http://schemas.microsoft.com/office/drawing/2014/main" id="{ACED3EC3-449A-C81C-51C5-C507C9E3D8F1}"/>
              </a:ext>
            </a:extLst>
          </p:cNvPr>
          <p:cNvSpPr txBox="1"/>
          <p:nvPr/>
        </p:nvSpPr>
        <p:spPr>
          <a:xfrm>
            <a:off x="558806" y="2501178"/>
            <a:ext cx="799424" cy="523220"/>
          </a:xfrm>
          <a:prstGeom prst="rect">
            <a:avLst/>
          </a:prstGeom>
          <a:noFill/>
        </p:spPr>
        <p:txBody>
          <a:bodyPr wrap="square" rtlCol="0">
            <a:spAutoFit/>
          </a:bodyPr>
          <a:lstStyle/>
          <a:p>
            <a:r>
              <a:rPr lang="en-US" sz="1400" dirty="0"/>
              <a:t>stock @45</a:t>
            </a:r>
          </a:p>
        </p:txBody>
      </p:sp>
      <p:cxnSp>
        <p:nvCxnSpPr>
          <p:cNvPr id="32" name="Straight Connector 31">
            <a:extLst>
              <a:ext uri="{FF2B5EF4-FFF2-40B4-BE49-F238E27FC236}">
                <a16:creationId xmlns:a16="http://schemas.microsoft.com/office/drawing/2014/main" id="{FFCF1CD4-95B4-832C-57E0-CCFEF74D3DB3}"/>
              </a:ext>
            </a:extLst>
          </p:cNvPr>
          <p:cNvCxnSpPr>
            <a:cxnSpLocks/>
          </p:cNvCxnSpPr>
          <p:nvPr/>
        </p:nvCxnSpPr>
        <p:spPr>
          <a:xfrm flipH="1" flipV="1">
            <a:off x="549151" y="2282170"/>
            <a:ext cx="1516247" cy="22092"/>
          </a:xfrm>
          <a:prstGeom prst="line">
            <a:avLst/>
          </a:prstGeom>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FAEEFDC6-0A08-07F1-93D0-EF7CDA297054}"/>
              </a:ext>
            </a:extLst>
          </p:cNvPr>
          <p:cNvSpPr txBox="1"/>
          <p:nvPr/>
        </p:nvSpPr>
        <p:spPr>
          <a:xfrm>
            <a:off x="563637" y="672399"/>
            <a:ext cx="10797431" cy="523220"/>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b="1" dirty="0"/>
              <a:t>Call Buyer / Holds Long Calls – Has the right to buy @strike</a:t>
            </a:r>
          </a:p>
          <a:p>
            <a:r>
              <a:rPr lang="en-US" sz="1400" b="1" dirty="0"/>
              <a:t>Call Seller / Holds Short Calls – Has the obligation to sell @stike (can be CC as well)</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A361557-FE16-12FD-E6F0-89EE46E00FF1}"/>
                  </a:ext>
                </a:extLst>
              </p14:cNvPr>
              <p14:cNvContentPartPr/>
              <p14:nvPr/>
            </p14:nvContentPartPr>
            <p14:xfrm>
              <a:off x="2697264" y="1746216"/>
              <a:ext cx="360" cy="360"/>
            </p14:xfrm>
          </p:contentPart>
        </mc:Choice>
        <mc:Fallback xmlns="">
          <p:pic>
            <p:nvPicPr>
              <p:cNvPr id="4" name="Ink 3">
                <a:extLst>
                  <a:ext uri="{FF2B5EF4-FFF2-40B4-BE49-F238E27FC236}">
                    <a16:creationId xmlns:a16="http://schemas.microsoft.com/office/drawing/2014/main" id="{3848B32C-9869-520A-6033-A1E10731FD95}"/>
                  </a:ext>
                </a:extLst>
              </p:cNvPr>
              <p:cNvPicPr/>
              <p:nvPr/>
            </p:nvPicPr>
            <p:blipFill>
              <a:blip r:embed="rId5"/>
              <a:stretch>
                <a:fillRect/>
              </a:stretch>
            </p:blipFill>
            <p:spPr>
              <a:xfrm>
                <a:off x="2691144" y="1740096"/>
                <a:ext cx="12600" cy="12600"/>
              </a:xfrm>
              <a:prstGeom prst="rect">
                <a:avLst/>
              </a:prstGeom>
            </p:spPr>
          </p:pic>
        </mc:Fallback>
      </mc:AlternateContent>
      <p:cxnSp>
        <p:nvCxnSpPr>
          <p:cNvPr id="6" name="Straight Connector 5">
            <a:extLst>
              <a:ext uri="{FF2B5EF4-FFF2-40B4-BE49-F238E27FC236}">
                <a16:creationId xmlns:a16="http://schemas.microsoft.com/office/drawing/2014/main" id="{5A9C3640-2AB4-1B62-4804-6970425B53F1}"/>
              </a:ext>
            </a:extLst>
          </p:cNvPr>
          <p:cNvCxnSpPr>
            <a:cxnSpLocks/>
          </p:cNvCxnSpPr>
          <p:nvPr/>
        </p:nvCxnSpPr>
        <p:spPr>
          <a:xfrm>
            <a:off x="4394479" y="1605649"/>
            <a:ext cx="0" cy="1179576"/>
          </a:xfrm>
          <a:prstGeom prst="line">
            <a:avLst/>
          </a:prstGeom>
        </p:spPr>
        <p:style>
          <a:lnRef idx="2">
            <a:schemeClr val="accent5"/>
          </a:lnRef>
          <a:fillRef idx="0">
            <a:schemeClr val="accent5"/>
          </a:fillRef>
          <a:effectRef idx="1">
            <a:schemeClr val="accent5"/>
          </a:effectRef>
          <a:fontRef idx="minor">
            <a:schemeClr val="tx1"/>
          </a:fontRef>
        </p:style>
      </p:cxnSp>
      <p:sp>
        <p:nvSpPr>
          <p:cNvPr id="8" name="TextBox 7">
            <a:extLst>
              <a:ext uri="{FF2B5EF4-FFF2-40B4-BE49-F238E27FC236}">
                <a16:creationId xmlns:a16="http://schemas.microsoft.com/office/drawing/2014/main" id="{77195FF8-DAE8-803B-7BCB-AC227E3F2050}"/>
              </a:ext>
            </a:extLst>
          </p:cNvPr>
          <p:cNvSpPr txBox="1"/>
          <p:nvPr/>
        </p:nvSpPr>
        <p:spPr>
          <a:xfrm>
            <a:off x="1703226" y="2578246"/>
            <a:ext cx="909526" cy="307777"/>
          </a:xfrm>
          <a:prstGeom prst="rect">
            <a:avLst/>
          </a:prstGeom>
          <a:noFill/>
        </p:spPr>
        <p:txBody>
          <a:bodyPr wrap="square" rtlCol="0">
            <a:spAutoFit/>
          </a:bodyPr>
          <a:lstStyle/>
          <a:p>
            <a:r>
              <a:rPr lang="en-US" sz="1400" dirty="0"/>
              <a:t>3M DTE</a:t>
            </a:r>
          </a:p>
        </p:txBody>
      </p:sp>
      <p:cxnSp>
        <p:nvCxnSpPr>
          <p:cNvPr id="15" name="Straight Connector 14">
            <a:extLst>
              <a:ext uri="{FF2B5EF4-FFF2-40B4-BE49-F238E27FC236}">
                <a16:creationId xmlns:a16="http://schemas.microsoft.com/office/drawing/2014/main" id="{4B77877F-A0D3-6F74-E7E8-C46845C43756}"/>
              </a:ext>
            </a:extLst>
          </p:cNvPr>
          <p:cNvCxnSpPr>
            <a:cxnSpLocks/>
          </p:cNvCxnSpPr>
          <p:nvPr/>
        </p:nvCxnSpPr>
        <p:spPr>
          <a:xfrm>
            <a:off x="2065398" y="2293216"/>
            <a:ext cx="0" cy="452389"/>
          </a:xfrm>
          <a:prstGeom prst="line">
            <a:avLst/>
          </a:prstGeom>
        </p:spPr>
        <p:style>
          <a:lnRef idx="2">
            <a:schemeClr val="accent5"/>
          </a:lnRef>
          <a:fillRef idx="0">
            <a:schemeClr val="accent5"/>
          </a:fillRef>
          <a:effectRef idx="1">
            <a:schemeClr val="accent5"/>
          </a:effectRef>
          <a:fontRef idx="minor">
            <a:schemeClr val="tx1"/>
          </a:fontRef>
        </p:style>
      </p:cxnSp>
      <p:sp>
        <p:nvSpPr>
          <p:cNvPr id="19" name="TextBox 18">
            <a:extLst>
              <a:ext uri="{FF2B5EF4-FFF2-40B4-BE49-F238E27FC236}">
                <a16:creationId xmlns:a16="http://schemas.microsoft.com/office/drawing/2014/main" id="{7EC04E7B-CCF8-3934-BBC4-A16ED1AD3492}"/>
              </a:ext>
            </a:extLst>
          </p:cNvPr>
          <p:cNvSpPr txBox="1"/>
          <p:nvPr/>
        </p:nvSpPr>
        <p:spPr>
          <a:xfrm>
            <a:off x="4789883" y="1298160"/>
            <a:ext cx="7252765" cy="5109091"/>
          </a:xfrm>
          <a:prstGeom prst="rect">
            <a:avLst/>
          </a:prstGeom>
          <a:solidFill>
            <a:schemeClr val="accent2">
              <a:lumMod val="20000"/>
              <a:lumOff val="80000"/>
            </a:schemeClr>
          </a:solidFill>
          <a:ln w="9525">
            <a:solidFill>
              <a:schemeClr val="tx1"/>
            </a:solidFill>
          </a:ln>
        </p:spPr>
        <p:txBody>
          <a:bodyPr wrap="square" rtlCol="0">
            <a:spAutoFit/>
          </a:bodyPr>
          <a:lstStyle/>
          <a:p>
            <a:pPr marL="342900" indent="-342900">
              <a:buFont typeface="Arial" panose="020B0604020202020204" pitchFamily="34" charset="0"/>
              <a:buChar char="•"/>
            </a:pPr>
            <a:r>
              <a:rPr lang="en-US" sz="1200" dirty="0"/>
              <a:t>This is something that TJ kind of indirectly talked about on livestream on 11/3/2025</a:t>
            </a:r>
          </a:p>
          <a:p>
            <a:pPr marL="800100" lvl="1" indent="-342900">
              <a:buFont typeface="Arial" panose="020B0604020202020204" pitchFamily="34" charset="0"/>
              <a:buChar char="•"/>
            </a:pPr>
            <a:r>
              <a:rPr lang="en-US" sz="1200" dirty="0"/>
              <a:t>BMNR – </a:t>
            </a:r>
          </a:p>
          <a:p>
            <a:pPr marL="1257300" lvl="2" indent="-342900">
              <a:buFont typeface="Arial" panose="020B0604020202020204" pitchFamily="34" charset="0"/>
              <a:buChar char="•"/>
            </a:pPr>
            <a:r>
              <a:rPr lang="en-US" sz="1200" strike="sngStrike" dirty="0"/>
              <a:t>He has 40,000 shares</a:t>
            </a:r>
          </a:p>
          <a:p>
            <a:pPr marL="1257300" lvl="2" indent="-342900">
              <a:buFont typeface="Arial" panose="020B0604020202020204" pitchFamily="34" charset="0"/>
              <a:buChar char="•"/>
            </a:pPr>
            <a:r>
              <a:rPr lang="en-US" sz="1200" strike="sngStrike" dirty="0"/>
              <a:t>400 CC for 21 DTE</a:t>
            </a:r>
          </a:p>
          <a:p>
            <a:pPr marL="1257300" lvl="2" indent="-342900">
              <a:buFont typeface="Arial" panose="020B0604020202020204" pitchFamily="34" charset="0"/>
              <a:buChar char="•"/>
            </a:pPr>
            <a:r>
              <a:rPr lang="en-US" sz="1200" dirty="0"/>
              <a:t>700 LEAPS for @75 438 DTE</a:t>
            </a:r>
          </a:p>
          <a:p>
            <a:pPr marL="800100" lvl="1" indent="-342900">
              <a:buFont typeface="Arial" panose="020B0604020202020204" pitchFamily="34" charset="0"/>
              <a:buChar char="•"/>
            </a:pPr>
            <a:r>
              <a:rPr lang="en-US" sz="1200" dirty="0"/>
              <a:t>So, his 40,000 shares cover his 400 CC (that is why struck out at the top). </a:t>
            </a:r>
          </a:p>
          <a:p>
            <a:pPr marL="800100" lvl="1" indent="-342900">
              <a:buFont typeface="Arial" panose="020B0604020202020204" pitchFamily="34" charset="0"/>
              <a:buChar char="•"/>
            </a:pPr>
            <a:r>
              <a:rPr lang="en-US" sz="1200" dirty="0"/>
              <a:t>Now if he wants to sell more calls then there would be BP (Buying power impact). I asked ChatGPT about it. Here is the question that I asked</a:t>
            </a:r>
          </a:p>
          <a:p>
            <a:pPr lvl="1"/>
            <a:endParaRPr lang="en-US" sz="1200" b="1" dirty="0"/>
          </a:p>
          <a:p>
            <a:pPr lvl="1"/>
            <a:r>
              <a:rPr lang="en-US" sz="1200" b="1" dirty="0"/>
              <a:t>The stock is trading around 45. Suppose I have long calls for 75 (</a:t>
            </a:r>
            <a:r>
              <a:rPr lang="en-US" sz="1200" b="1" i="1" dirty="0"/>
              <a:t>this is TJ’s LEAPS</a:t>
            </a:r>
            <a:r>
              <a:rPr lang="en-US" sz="1200" b="1" dirty="0"/>
              <a:t>), 2 years out, and sell calls for 60 for 3 months out (</a:t>
            </a:r>
            <a:r>
              <a:rPr lang="en-US" sz="1200" b="1" i="1" dirty="0"/>
              <a:t>this would be considered his “naked short calls” that he wants to sell</a:t>
            </a:r>
            <a:r>
              <a:rPr lang="en-US" sz="1200" b="1" dirty="0"/>
              <a:t>)...what would be the margin impact?</a:t>
            </a:r>
          </a:p>
          <a:p>
            <a:pPr lvl="1"/>
            <a:endParaRPr lang="en-US" sz="1200" b="1" dirty="0"/>
          </a:p>
          <a:p>
            <a:pPr lvl="1"/>
            <a:r>
              <a:rPr lang="en-US" sz="1200" b="1" dirty="0"/>
              <a:t>It’s answer in a </a:t>
            </a:r>
            <a:r>
              <a:rPr lang="en-US" sz="1200" b="1" dirty="0" err="1"/>
              <a:t>netshell</a:t>
            </a:r>
            <a:endParaRPr lang="en-US" sz="1200" b="1" dirty="0"/>
          </a:p>
          <a:p>
            <a:pPr marL="742950" lvl="1" indent="-285750">
              <a:buFont typeface="Arial" panose="020B0604020202020204" pitchFamily="34" charset="0"/>
              <a:buChar char="•"/>
            </a:pPr>
            <a:r>
              <a:rPr lang="en-US" sz="1200" dirty="0"/>
              <a:t>This is a </a:t>
            </a:r>
            <a:r>
              <a:rPr lang="en-US" sz="1200" b="1" dirty="0"/>
              <a:t>LEAPS diagonal spread</a:t>
            </a:r>
            <a:r>
              <a:rPr lang="en-US" sz="1200" dirty="0"/>
              <a:t> (long-term long call + short-term short call)</a:t>
            </a:r>
          </a:p>
          <a:p>
            <a:pPr marL="1200150" lvl="2" indent="-285750">
              <a:buFont typeface="Arial" panose="020B0604020202020204" pitchFamily="34" charset="0"/>
              <a:buChar char="•"/>
            </a:pPr>
            <a:r>
              <a:rPr lang="en-US" sz="1200" dirty="0"/>
              <a:t>This is a </a:t>
            </a:r>
            <a:r>
              <a:rPr lang="en-US" sz="1200" b="1" dirty="0"/>
              <a:t>diagonal call spread</a:t>
            </a:r>
            <a:r>
              <a:rPr lang="en-US" sz="1200" dirty="0"/>
              <a:t>, because:</a:t>
            </a:r>
          </a:p>
          <a:p>
            <a:pPr marL="1200150" lvl="2" indent="-285750">
              <a:buFont typeface="Arial" panose="020B0604020202020204" pitchFamily="34" charset="0"/>
              <a:buChar char="•"/>
            </a:pPr>
            <a:r>
              <a:rPr lang="en-US" sz="1200" dirty="0"/>
              <a:t>You’re </a:t>
            </a:r>
            <a:r>
              <a:rPr lang="en-US" sz="1200" b="1" dirty="0"/>
              <a:t>long</a:t>
            </a:r>
            <a:r>
              <a:rPr lang="en-US" sz="1200" dirty="0"/>
              <a:t> a farther-dated call (different expiration),</a:t>
            </a:r>
          </a:p>
          <a:p>
            <a:pPr marL="1200150" lvl="2" indent="-285750">
              <a:buFont typeface="Arial" panose="020B0604020202020204" pitchFamily="34" charset="0"/>
              <a:buChar char="•"/>
            </a:pPr>
            <a:r>
              <a:rPr lang="en-US" sz="1200" dirty="0"/>
              <a:t>You’re </a:t>
            </a:r>
            <a:r>
              <a:rPr lang="en-US" sz="1200" b="1" dirty="0"/>
              <a:t>short</a:t>
            </a:r>
            <a:r>
              <a:rPr lang="en-US" sz="1200" dirty="0"/>
              <a:t> a nearer-dated call (different expiration),</a:t>
            </a:r>
          </a:p>
          <a:p>
            <a:pPr marL="1200150" lvl="2" indent="-285750">
              <a:buFont typeface="Arial" panose="020B0604020202020204" pitchFamily="34" charset="0"/>
              <a:buChar char="•"/>
            </a:pPr>
            <a:r>
              <a:rPr lang="en-US" sz="1200" dirty="0"/>
              <a:t>and the strikes are different.</a:t>
            </a:r>
          </a:p>
          <a:p>
            <a:pPr marL="742950" lvl="1" indent="-285750">
              <a:buFont typeface="Arial" panose="020B0604020202020204" pitchFamily="34" charset="0"/>
              <a:buChar char="•"/>
            </a:pPr>
            <a:r>
              <a:rPr lang="en-US" sz="1200" dirty="0"/>
              <a:t>For a </a:t>
            </a:r>
            <a:r>
              <a:rPr lang="en-US" sz="1200" b="1" dirty="0"/>
              <a:t>covered call</a:t>
            </a:r>
            <a:r>
              <a:rPr lang="en-US" sz="1200" dirty="0"/>
              <a:t>, your short call would be fully covered if your long call were at a </a:t>
            </a:r>
            <a:r>
              <a:rPr lang="en-US" sz="1200" b="1" dirty="0"/>
              <a:t>lower strike and same expiry</a:t>
            </a:r>
            <a:r>
              <a:rPr lang="en-US" sz="1200" dirty="0"/>
              <a:t> (or closer expiry).</a:t>
            </a:r>
            <a:br>
              <a:rPr lang="en-US" sz="1200" dirty="0"/>
            </a:br>
            <a:r>
              <a:rPr lang="en-US" sz="1200" dirty="0"/>
              <a:t>But here:</a:t>
            </a:r>
          </a:p>
          <a:p>
            <a:pPr marL="742950" lvl="1" indent="-285750">
              <a:buFont typeface="Arial" panose="020B0604020202020204" pitchFamily="34" charset="0"/>
              <a:buChar char="•"/>
            </a:pPr>
            <a:r>
              <a:rPr lang="en-US" sz="1200" dirty="0"/>
              <a:t>You’re long </a:t>
            </a:r>
            <a:r>
              <a:rPr lang="en-US" sz="1200" b="1" dirty="0"/>
              <a:t>a longer-dated call</a:t>
            </a:r>
            <a:r>
              <a:rPr lang="en-US" sz="1200" dirty="0"/>
              <a:t> (expires later),</a:t>
            </a:r>
          </a:p>
          <a:p>
            <a:pPr marL="742950" lvl="1" indent="-285750">
              <a:buFont typeface="Arial" panose="020B0604020202020204" pitchFamily="34" charset="0"/>
              <a:buChar char="•"/>
            </a:pPr>
            <a:r>
              <a:rPr lang="en-US" sz="1200" dirty="0"/>
              <a:t>and the strike is </a:t>
            </a:r>
            <a:r>
              <a:rPr lang="en-US" sz="1200" b="1" dirty="0"/>
              <a:t>higher</a:t>
            </a:r>
            <a:r>
              <a:rPr lang="en-US" sz="1200" dirty="0"/>
              <a:t> than the short call.</a:t>
            </a:r>
          </a:p>
          <a:p>
            <a:pPr marL="742950" lvl="1" indent="-285750">
              <a:buFont typeface="Arial" panose="020B0604020202020204" pitchFamily="34" charset="0"/>
              <a:buChar char="•"/>
            </a:pPr>
            <a:r>
              <a:rPr lang="en-US" sz="1200" dirty="0"/>
              <a:t>So </a:t>
            </a:r>
            <a:r>
              <a:rPr lang="en-US" sz="1200" b="1" dirty="0"/>
              <a:t>it is </a:t>
            </a:r>
            <a:r>
              <a:rPr lang="en-US" sz="1200" b="1" i="1" dirty="0"/>
              <a:t>not</a:t>
            </a:r>
            <a:r>
              <a:rPr lang="en-US" sz="1200" b="1" dirty="0"/>
              <a:t> treated as a covered call.</a:t>
            </a:r>
            <a:br>
              <a:rPr lang="en-US" sz="1200" dirty="0"/>
            </a:br>
            <a:r>
              <a:rPr lang="en-US" sz="1200" dirty="0"/>
              <a:t>The margin impact depends on how much your long LEAPS call protects the short call.</a:t>
            </a:r>
          </a:p>
          <a:p>
            <a:pPr marL="742950" lvl="1" indent="-285750">
              <a:buFont typeface="Arial" panose="020B0604020202020204" pitchFamily="34" charset="0"/>
              <a:buChar char="•"/>
            </a:pPr>
            <a:endParaRPr lang="en-US" sz="1400" dirty="0"/>
          </a:p>
        </p:txBody>
      </p:sp>
      <p:sp>
        <p:nvSpPr>
          <p:cNvPr id="5" name="TextBox 4">
            <a:extLst>
              <a:ext uri="{FF2B5EF4-FFF2-40B4-BE49-F238E27FC236}">
                <a16:creationId xmlns:a16="http://schemas.microsoft.com/office/drawing/2014/main" id="{9080DE66-E8D1-EED8-2624-079D91E9F0B2}"/>
              </a:ext>
            </a:extLst>
          </p:cNvPr>
          <p:cNvSpPr txBox="1"/>
          <p:nvPr/>
        </p:nvSpPr>
        <p:spPr>
          <a:xfrm>
            <a:off x="3873815" y="2529569"/>
            <a:ext cx="909526" cy="307777"/>
          </a:xfrm>
          <a:prstGeom prst="rect">
            <a:avLst/>
          </a:prstGeom>
          <a:noFill/>
        </p:spPr>
        <p:txBody>
          <a:bodyPr wrap="square" rtlCol="0">
            <a:spAutoFit/>
          </a:bodyPr>
          <a:lstStyle/>
          <a:p>
            <a:r>
              <a:rPr lang="en-US" sz="1400" dirty="0"/>
              <a:t>2Y DTE</a:t>
            </a:r>
          </a:p>
        </p:txBody>
      </p:sp>
      <p:cxnSp>
        <p:nvCxnSpPr>
          <p:cNvPr id="7" name="Straight Connector 6">
            <a:extLst>
              <a:ext uri="{FF2B5EF4-FFF2-40B4-BE49-F238E27FC236}">
                <a16:creationId xmlns:a16="http://schemas.microsoft.com/office/drawing/2014/main" id="{961C57E2-AF40-C26C-93AD-6DDDCC9404E1}"/>
              </a:ext>
            </a:extLst>
          </p:cNvPr>
          <p:cNvCxnSpPr>
            <a:cxnSpLocks/>
          </p:cNvCxnSpPr>
          <p:nvPr/>
        </p:nvCxnSpPr>
        <p:spPr>
          <a:xfrm flipH="1" flipV="1">
            <a:off x="563637" y="1588052"/>
            <a:ext cx="3845328" cy="21489"/>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703FCA9-989B-8443-65B2-BC9D3188C82F}"/>
              </a:ext>
            </a:extLst>
          </p:cNvPr>
          <p:cNvCxnSpPr>
            <a:cxnSpLocks/>
          </p:cNvCxnSpPr>
          <p:nvPr/>
        </p:nvCxnSpPr>
        <p:spPr>
          <a:xfrm flipV="1">
            <a:off x="2065398" y="1619555"/>
            <a:ext cx="2343567" cy="684707"/>
          </a:xfrm>
          <a:prstGeom prst="line">
            <a:avLst/>
          </a:prstGeom>
          <a:ln>
            <a:prstDash val="dash"/>
          </a:ln>
        </p:spPr>
        <p:style>
          <a:lnRef idx="2">
            <a:schemeClr val="accent5"/>
          </a:lnRef>
          <a:fillRef idx="0">
            <a:schemeClr val="accent5"/>
          </a:fillRef>
          <a:effectRef idx="1">
            <a:schemeClr val="accent5"/>
          </a:effectRef>
          <a:fontRef idx="minor">
            <a:schemeClr val="tx1"/>
          </a:fontRef>
        </p:style>
      </p:cxnSp>
      <p:sp>
        <p:nvSpPr>
          <p:cNvPr id="27" name="TextBox 26">
            <a:extLst>
              <a:ext uri="{FF2B5EF4-FFF2-40B4-BE49-F238E27FC236}">
                <a16:creationId xmlns:a16="http://schemas.microsoft.com/office/drawing/2014/main" id="{AFF71D93-CD98-3FD2-2150-923181F6E09F}"/>
              </a:ext>
            </a:extLst>
          </p:cNvPr>
          <p:cNvSpPr txBox="1"/>
          <p:nvPr/>
        </p:nvSpPr>
        <p:spPr>
          <a:xfrm>
            <a:off x="1577924" y="1826028"/>
            <a:ext cx="1091593" cy="461665"/>
          </a:xfrm>
          <a:prstGeom prst="rect">
            <a:avLst/>
          </a:prstGeom>
          <a:noFill/>
        </p:spPr>
        <p:txBody>
          <a:bodyPr wrap="square" rtlCol="0">
            <a:spAutoFit/>
          </a:bodyPr>
          <a:lstStyle/>
          <a:p>
            <a:r>
              <a:rPr lang="en-US" sz="1200" b="1" dirty="0">
                <a:solidFill>
                  <a:srgbClr val="FF0000"/>
                </a:solidFill>
              </a:rPr>
              <a:t>Short Call Strike @60</a:t>
            </a:r>
          </a:p>
        </p:txBody>
      </p:sp>
      <p:sp>
        <p:nvSpPr>
          <p:cNvPr id="30" name="TextBox 29">
            <a:extLst>
              <a:ext uri="{FF2B5EF4-FFF2-40B4-BE49-F238E27FC236}">
                <a16:creationId xmlns:a16="http://schemas.microsoft.com/office/drawing/2014/main" id="{3192BC71-7F9E-A3CA-5A75-5C8D9A36A5E6}"/>
              </a:ext>
            </a:extLst>
          </p:cNvPr>
          <p:cNvSpPr txBox="1"/>
          <p:nvPr/>
        </p:nvSpPr>
        <p:spPr>
          <a:xfrm>
            <a:off x="3804846" y="1198525"/>
            <a:ext cx="1091593" cy="461665"/>
          </a:xfrm>
          <a:prstGeom prst="rect">
            <a:avLst/>
          </a:prstGeom>
          <a:noFill/>
        </p:spPr>
        <p:txBody>
          <a:bodyPr wrap="square" rtlCol="0">
            <a:spAutoFit/>
          </a:bodyPr>
          <a:lstStyle/>
          <a:p>
            <a:r>
              <a:rPr lang="en-US" sz="1200" b="1" dirty="0">
                <a:solidFill>
                  <a:srgbClr val="00B0F0"/>
                </a:solidFill>
              </a:rPr>
              <a:t>Long Call Strike @75</a:t>
            </a:r>
          </a:p>
        </p:txBody>
      </p:sp>
      <p:sp>
        <p:nvSpPr>
          <p:cNvPr id="51" name="TextBox 50">
            <a:extLst>
              <a:ext uri="{FF2B5EF4-FFF2-40B4-BE49-F238E27FC236}">
                <a16:creationId xmlns:a16="http://schemas.microsoft.com/office/drawing/2014/main" id="{59452B86-C9DC-5F92-0963-54FFC197AC36}"/>
              </a:ext>
            </a:extLst>
          </p:cNvPr>
          <p:cNvSpPr txBox="1"/>
          <p:nvPr/>
        </p:nvSpPr>
        <p:spPr>
          <a:xfrm>
            <a:off x="210928" y="3249705"/>
            <a:ext cx="3947160" cy="3539430"/>
          </a:xfrm>
          <a:prstGeom prst="rect">
            <a:avLst/>
          </a:prstGeom>
          <a:noFill/>
        </p:spPr>
        <p:txBody>
          <a:bodyPr wrap="square" rtlCol="0">
            <a:spAutoFit/>
          </a:bodyPr>
          <a:lstStyle/>
          <a:p>
            <a:pPr algn="ctr"/>
            <a:r>
              <a:rPr lang="en-US" sz="1600" b="1" u="sng" dirty="0"/>
              <a:t>My Thoughts</a:t>
            </a:r>
          </a:p>
          <a:p>
            <a:pPr marL="285750" indent="-285750">
              <a:buFont typeface="Arial" panose="020B0604020202020204" pitchFamily="34" charset="0"/>
              <a:buChar char="•"/>
            </a:pPr>
            <a:r>
              <a:rPr lang="en-US" sz="1600" dirty="0"/>
              <a:t>If the expiry were the same, then this would become a Call credit spread – </a:t>
            </a:r>
          </a:p>
          <a:p>
            <a:pPr marL="285750" indent="-285750">
              <a:buFont typeface="Arial" panose="020B0604020202020204" pitchFamily="34" charset="0"/>
              <a:buChar char="•"/>
            </a:pPr>
            <a:r>
              <a:rPr lang="en-US" sz="1600" dirty="0"/>
              <a:t>You collet the difference b/w the premiums for Short calls (they would be expensive as they are close to ITM) and long calls (would be cheaper as they are deeper OTM)</a:t>
            </a:r>
          </a:p>
          <a:p>
            <a:pPr marL="285750" indent="-285750">
              <a:buFont typeface="Arial" panose="020B0604020202020204" pitchFamily="34" charset="0"/>
              <a:buChar char="•"/>
            </a:pPr>
            <a:r>
              <a:rPr lang="en-US" sz="1600" dirty="0"/>
              <a:t>The margin requirement would be somewhat closer to $15 per contract (if the stock end at 75 at expiry), you are obligated to sell at 60 (15 loss) and right to buy at 75 (0 profit). That is the max loss</a:t>
            </a:r>
          </a:p>
        </p:txBody>
      </p:sp>
    </p:spTree>
    <p:extLst>
      <p:ext uri="{BB962C8B-B14F-4D97-AF65-F5344CB8AC3E}">
        <p14:creationId xmlns:p14="http://schemas.microsoft.com/office/powerpoint/2010/main" val="2434460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509A1-C0F7-D2E1-BCDE-5A4F8982337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862656D-A8C9-A6A5-DAF4-45E8E363495C}"/>
              </a:ext>
            </a:extLst>
          </p:cNvPr>
          <p:cNvSpPr>
            <a:spLocks noGrp="1"/>
          </p:cNvSpPr>
          <p:nvPr>
            <p:ph type="subTitle" idx="1"/>
          </p:nvPr>
        </p:nvSpPr>
        <p:spPr>
          <a:xfrm>
            <a:off x="1286277" y="162162"/>
            <a:ext cx="9144000" cy="520563"/>
          </a:xfrm>
        </p:spPr>
        <p:txBody>
          <a:bodyPr/>
          <a:lstStyle/>
          <a:p>
            <a:r>
              <a:rPr lang="en-US" b="1" dirty="0"/>
              <a:t>Diagonal Spread – Calls</a:t>
            </a:r>
          </a:p>
        </p:txBody>
      </p:sp>
      <p:sp>
        <p:nvSpPr>
          <p:cNvPr id="16" name="TextBox 15">
            <a:extLst>
              <a:ext uri="{FF2B5EF4-FFF2-40B4-BE49-F238E27FC236}">
                <a16:creationId xmlns:a16="http://schemas.microsoft.com/office/drawing/2014/main" id="{CA7C7F15-379A-5F2E-7A21-8CE5D3E93CB0}"/>
              </a:ext>
            </a:extLst>
          </p:cNvPr>
          <p:cNvSpPr txBox="1"/>
          <p:nvPr/>
        </p:nvSpPr>
        <p:spPr>
          <a:xfrm>
            <a:off x="558806" y="2501178"/>
            <a:ext cx="799424" cy="523220"/>
          </a:xfrm>
          <a:prstGeom prst="rect">
            <a:avLst/>
          </a:prstGeom>
          <a:noFill/>
        </p:spPr>
        <p:txBody>
          <a:bodyPr wrap="square" rtlCol="0">
            <a:spAutoFit/>
          </a:bodyPr>
          <a:lstStyle/>
          <a:p>
            <a:r>
              <a:rPr lang="en-US" sz="1400" dirty="0"/>
              <a:t>stock @45</a:t>
            </a:r>
          </a:p>
        </p:txBody>
      </p:sp>
      <p:cxnSp>
        <p:nvCxnSpPr>
          <p:cNvPr id="32" name="Straight Connector 31">
            <a:extLst>
              <a:ext uri="{FF2B5EF4-FFF2-40B4-BE49-F238E27FC236}">
                <a16:creationId xmlns:a16="http://schemas.microsoft.com/office/drawing/2014/main" id="{B8CE6ADA-DF47-8F00-1580-1FEB8F8EEA86}"/>
              </a:ext>
            </a:extLst>
          </p:cNvPr>
          <p:cNvCxnSpPr>
            <a:cxnSpLocks/>
          </p:cNvCxnSpPr>
          <p:nvPr/>
        </p:nvCxnSpPr>
        <p:spPr>
          <a:xfrm flipH="1" flipV="1">
            <a:off x="549151" y="2282170"/>
            <a:ext cx="1516247" cy="22092"/>
          </a:xfrm>
          <a:prstGeom prst="line">
            <a:avLst/>
          </a:prstGeom>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DBC1E4F1-6070-BEE3-459D-2C4F7CA1CEC2}"/>
              </a:ext>
            </a:extLst>
          </p:cNvPr>
          <p:cNvSpPr txBox="1"/>
          <p:nvPr/>
        </p:nvSpPr>
        <p:spPr>
          <a:xfrm>
            <a:off x="563637" y="672399"/>
            <a:ext cx="10797431" cy="523220"/>
          </a:xfrm>
          <a:prstGeom prst="rect">
            <a:avLst/>
          </a:prstGeom>
          <a:solidFill>
            <a:schemeClr val="accent5">
              <a:lumMod val="20000"/>
              <a:lumOff val="80000"/>
            </a:schemeClr>
          </a:solidFill>
          <a:ln w="9525">
            <a:solidFill>
              <a:schemeClr val="tx1"/>
            </a:solidFill>
          </a:ln>
        </p:spPr>
        <p:txBody>
          <a:bodyPr wrap="square" rtlCol="0">
            <a:spAutoFit/>
          </a:bodyPr>
          <a:lstStyle/>
          <a:p>
            <a:r>
              <a:rPr lang="en-US" sz="1400" b="1" dirty="0"/>
              <a:t>Call Buyer / Holds Long Calls – Has the right to buy @strike</a:t>
            </a:r>
          </a:p>
          <a:p>
            <a:r>
              <a:rPr lang="en-US" sz="1400" b="1" dirty="0"/>
              <a:t>Call Seller / Holds Short Calls – Has the obligation to sell @stike (can be CC as well)</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6BE0E84-5445-8D9E-D6CD-6AE152C98CB1}"/>
                  </a:ext>
                </a:extLst>
              </p14:cNvPr>
              <p14:cNvContentPartPr/>
              <p14:nvPr/>
            </p14:nvContentPartPr>
            <p14:xfrm>
              <a:off x="2697264" y="1746216"/>
              <a:ext cx="360" cy="360"/>
            </p14:xfrm>
          </p:contentPart>
        </mc:Choice>
        <mc:Fallback xmlns="">
          <p:pic>
            <p:nvPicPr>
              <p:cNvPr id="4" name="Ink 3">
                <a:extLst>
                  <a:ext uri="{FF2B5EF4-FFF2-40B4-BE49-F238E27FC236}">
                    <a16:creationId xmlns:a16="http://schemas.microsoft.com/office/drawing/2014/main" id="{76BE0E84-5445-8D9E-D6CD-6AE152C98CB1}"/>
                  </a:ext>
                </a:extLst>
              </p:cNvPr>
              <p:cNvPicPr/>
              <p:nvPr/>
            </p:nvPicPr>
            <p:blipFill>
              <a:blip r:embed="rId3"/>
              <a:stretch>
                <a:fillRect/>
              </a:stretch>
            </p:blipFill>
            <p:spPr>
              <a:xfrm>
                <a:off x="2691144" y="1740096"/>
                <a:ext cx="12600" cy="12600"/>
              </a:xfrm>
              <a:prstGeom prst="rect">
                <a:avLst/>
              </a:prstGeom>
            </p:spPr>
          </p:pic>
        </mc:Fallback>
      </mc:AlternateContent>
      <p:cxnSp>
        <p:nvCxnSpPr>
          <p:cNvPr id="6" name="Straight Connector 5">
            <a:extLst>
              <a:ext uri="{FF2B5EF4-FFF2-40B4-BE49-F238E27FC236}">
                <a16:creationId xmlns:a16="http://schemas.microsoft.com/office/drawing/2014/main" id="{178CE822-4766-BCE8-EB46-B98601F14F16}"/>
              </a:ext>
            </a:extLst>
          </p:cNvPr>
          <p:cNvCxnSpPr>
            <a:cxnSpLocks/>
          </p:cNvCxnSpPr>
          <p:nvPr/>
        </p:nvCxnSpPr>
        <p:spPr>
          <a:xfrm>
            <a:off x="4394479" y="1605649"/>
            <a:ext cx="0" cy="1179576"/>
          </a:xfrm>
          <a:prstGeom prst="line">
            <a:avLst/>
          </a:prstGeom>
        </p:spPr>
        <p:style>
          <a:lnRef idx="2">
            <a:schemeClr val="accent5"/>
          </a:lnRef>
          <a:fillRef idx="0">
            <a:schemeClr val="accent5"/>
          </a:fillRef>
          <a:effectRef idx="1">
            <a:schemeClr val="accent5"/>
          </a:effectRef>
          <a:fontRef idx="minor">
            <a:schemeClr val="tx1"/>
          </a:fontRef>
        </p:style>
      </p:cxnSp>
      <p:sp>
        <p:nvSpPr>
          <p:cNvPr id="8" name="TextBox 7">
            <a:extLst>
              <a:ext uri="{FF2B5EF4-FFF2-40B4-BE49-F238E27FC236}">
                <a16:creationId xmlns:a16="http://schemas.microsoft.com/office/drawing/2014/main" id="{319D1984-E395-705F-4F3B-23733DBB2E7A}"/>
              </a:ext>
            </a:extLst>
          </p:cNvPr>
          <p:cNvSpPr txBox="1"/>
          <p:nvPr/>
        </p:nvSpPr>
        <p:spPr>
          <a:xfrm>
            <a:off x="1703226" y="2578246"/>
            <a:ext cx="909526" cy="307777"/>
          </a:xfrm>
          <a:prstGeom prst="rect">
            <a:avLst/>
          </a:prstGeom>
          <a:noFill/>
        </p:spPr>
        <p:txBody>
          <a:bodyPr wrap="square" rtlCol="0">
            <a:spAutoFit/>
          </a:bodyPr>
          <a:lstStyle/>
          <a:p>
            <a:r>
              <a:rPr lang="en-US" sz="1400" dirty="0"/>
              <a:t>3M DTE</a:t>
            </a:r>
          </a:p>
        </p:txBody>
      </p:sp>
      <p:cxnSp>
        <p:nvCxnSpPr>
          <p:cNvPr id="15" name="Straight Connector 14">
            <a:extLst>
              <a:ext uri="{FF2B5EF4-FFF2-40B4-BE49-F238E27FC236}">
                <a16:creationId xmlns:a16="http://schemas.microsoft.com/office/drawing/2014/main" id="{C6D4ED42-16ED-DF21-E49C-0B951256AD62}"/>
              </a:ext>
            </a:extLst>
          </p:cNvPr>
          <p:cNvCxnSpPr>
            <a:cxnSpLocks/>
          </p:cNvCxnSpPr>
          <p:nvPr/>
        </p:nvCxnSpPr>
        <p:spPr>
          <a:xfrm>
            <a:off x="2065398" y="2293216"/>
            <a:ext cx="0" cy="452389"/>
          </a:xfrm>
          <a:prstGeom prst="line">
            <a:avLst/>
          </a:prstGeom>
        </p:spPr>
        <p:style>
          <a:lnRef idx="2">
            <a:schemeClr val="accent5"/>
          </a:lnRef>
          <a:fillRef idx="0">
            <a:schemeClr val="accent5"/>
          </a:fillRef>
          <a:effectRef idx="1">
            <a:schemeClr val="accent5"/>
          </a:effectRef>
          <a:fontRef idx="minor">
            <a:schemeClr val="tx1"/>
          </a:fontRef>
        </p:style>
      </p:cxnSp>
      <p:sp>
        <p:nvSpPr>
          <p:cNvPr id="19" name="TextBox 18">
            <a:extLst>
              <a:ext uri="{FF2B5EF4-FFF2-40B4-BE49-F238E27FC236}">
                <a16:creationId xmlns:a16="http://schemas.microsoft.com/office/drawing/2014/main" id="{886C5764-81F1-0E38-FA24-3CBB10C1A0C3}"/>
              </a:ext>
            </a:extLst>
          </p:cNvPr>
          <p:cNvSpPr txBox="1"/>
          <p:nvPr/>
        </p:nvSpPr>
        <p:spPr>
          <a:xfrm>
            <a:off x="4789883" y="1298160"/>
            <a:ext cx="7298483" cy="2831544"/>
          </a:xfrm>
          <a:prstGeom prst="rect">
            <a:avLst/>
          </a:prstGeom>
          <a:solidFill>
            <a:schemeClr val="accent2">
              <a:lumMod val="20000"/>
              <a:lumOff val="80000"/>
            </a:schemeClr>
          </a:solidFill>
          <a:ln w="9525">
            <a:solidFill>
              <a:schemeClr val="tx1"/>
            </a:solidFill>
          </a:ln>
        </p:spPr>
        <p:txBody>
          <a:bodyPr wrap="square" rtlCol="0">
            <a:spAutoFit/>
          </a:bodyPr>
          <a:lstStyle/>
          <a:p>
            <a:r>
              <a:rPr lang="en-US" sz="1050" b="1" dirty="0"/>
              <a:t>Case A — If broker treats as a “partially covered” call:</a:t>
            </a:r>
          </a:p>
          <a:p>
            <a:r>
              <a:rPr lang="en-US" sz="1050" dirty="0"/>
              <a:t>They’ll require margin for the </a:t>
            </a:r>
            <a:r>
              <a:rPr lang="en-US" sz="1050" b="1" dirty="0"/>
              <a:t>short call</a:t>
            </a:r>
            <a:r>
              <a:rPr lang="en-US" sz="1050" dirty="0"/>
              <a:t> similar to a </a:t>
            </a:r>
            <a:r>
              <a:rPr lang="en-US" sz="1050" b="1" dirty="0"/>
              <a:t>naked call</a:t>
            </a:r>
            <a:r>
              <a:rPr lang="en-US" sz="1050" dirty="0"/>
              <a:t>, but reduced somewhat by the long call’s delta exposure.</a:t>
            </a:r>
          </a:p>
          <a:p>
            <a:r>
              <a:rPr lang="en-US" sz="1050" dirty="0"/>
              <a:t>Typical margin formula (Reg-T):</a:t>
            </a:r>
          </a:p>
          <a:p>
            <a:r>
              <a:rPr lang="en-US" sz="1050" dirty="0"/>
              <a:t>Margin requirement = 100% of short call proceeds + 20% × underlying price – out-of-the-money amount</a:t>
            </a:r>
            <a:br>
              <a:rPr lang="en-US" sz="1050" dirty="0"/>
            </a:br>
            <a:r>
              <a:rPr lang="en-US" sz="1050" dirty="0"/>
              <a:t>(minimum = 10% of underlying price + option proceeds)</a:t>
            </a:r>
          </a:p>
          <a:p>
            <a:r>
              <a:rPr lang="en-US" sz="1050" dirty="0"/>
              <a:t>But your </a:t>
            </a:r>
            <a:r>
              <a:rPr lang="en-US" sz="1050" b="1" dirty="0"/>
              <a:t>long 75 call</a:t>
            </a:r>
            <a:r>
              <a:rPr lang="en-US" sz="1050" dirty="0"/>
              <a:t> acts as a partial hedge, so brokers often give relief equal to its </a:t>
            </a:r>
            <a:r>
              <a:rPr lang="en-US" sz="1050" i="1" dirty="0"/>
              <a:t>delta</a:t>
            </a:r>
            <a:r>
              <a:rPr lang="en-US" sz="1050" dirty="0"/>
              <a:t> value.</a:t>
            </a:r>
          </a:p>
          <a:p>
            <a:r>
              <a:rPr lang="en-US" sz="1050" dirty="0"/>
              <a:t>Because your long call is deep OTM (strike $75 vs stock $45), it currently has a </a:t>
            </a:r>
            <a:r>
              <a:rPr lang="en-US" sz="1050" b="1" dirty="0"/>
              <a:t>very low delta</a:t>
            </a:r>
            <a:r>
              <a:rPr lang="en-US" sz="1050" dirty="0"/>
              <a:t> (~0.05).</a:t>
            </a:r>
            <a:br>
              <a:rPr lang="en-US" sz="1050" dirty="0"/>
            </a:br>
            <a:r>
              <a:rPr lang="en-US" sz="1050" dirty="0"/>
              <a:t>So it provides </a:t>
            </a:r>
            <a:r>
              <a:rPr lang="en-US" sz="1050" b="1" dirty="0"/>
              <a:t>very little hedge</a:t>
            </a:r>
            <a:r>
              <a:rPr lang="en-US" sz="1050" dirty="0"/>
              <a:t> right now.</a:t>
            </a:r>
          </a:p>
          <a:p>
            <a:r>
              <a:rPr lang="en-US" sz="1050" dirty="0"/>
              <a:t>➡️ </a:t>
            </a:r>
            <a:r>
              <a:rPr lang="en-US" sz="1050" b="1" dirty="0"/>
              <a:t>Effect:</a:t>
            </a:r>
            <a:r>
              <a:rPr lang="en-US" sz="1050" dirty="0"/>
              <a:t> You’ll be charged nearly the same margin as a naked short call.</a:t>
            </a:r>
          </a:p>
          <a:p>
            <a:r>
              <a:rPr lang="en-US" sz="1050" b="1" dirty="0"/>
              <a:t>Example:</a:t>
            </a:r>
          </a:p>
          <a:p>
            <a:r>
              <a:rPr lang="en-US" sz="1050" dirty="0"/>
              <a:t>Stock = $45</a:t>
            </a:r>
          </a:p>
          <a:p>
            <a:r>
              <a:rPr lang="en-US" sz="1050" dirty="0"/>
              <a:t>Short 60 call (3 </a:t>
            </a:r>
            <a:r>
              <a:rPr lang="en-US" sz="1050" dirty="0" err="1"/>
              <a:t>mo</a:t>
            </a:r>
            <a:r>
              <a:rPr lang="en-US" sz="1050" dirty="0"/>
              <a:t>) — collect, say, $0.50</a:t>
            </a:r>
          </a:p>
          <a:p>
            <a:r>
              <a:rPr lang="en-US" sz="1050" dirty="0"/>
              <a:t>Out-of-the-money amount = $60 – $45 = $15</a:t>
            </a:r>
          </a:p>
          <a:p>
            <a:r>
              <a:rPr lang="en-US" sz="1050" dirty="0"/>
              <a:t>Margin ≈ 100% × $50 + 20% × $45 – $15 × 100 = $5000 + $900 – $1500 = $4400 per contract</a:t>
            </a:r>
          </a:p>
          <a:p>
            <a:r>
              <a:rPr lang="en-US" sz="1050" dirty="0"/>
              <a:t>So roughly </a:t>
            </a:r>
            <a:r>
              <a:rPr lang="en-US" sz="1050" b="1" dirty="0"/>
              <a:t>$4,000–$4,500 margin requirement per contract</a:t>
            </a:r>
            <a:r>
              <a:rPr lang="en-US" sz="1050" dirty="0"/>
              <a:t> (depending on broker).</a:t>
            </a:r>
          </a:p>
          <a:p>
            <a:r>
              <a:rPr lang="en-US" sz="1050" dirty="0"/>
              <a:t>Your long LEAPS call (strike $75) might reduce this slightly (maybe a few hundred dollars at best right now).</a:t>
            </a:r>
          </a:p>
          <a:p>
            <a:pPr marL="742950" lvl="1" indent="-285750">
              <a:buFont typeface="Arial" panose="020B0604020202020204" pitchFamily="34" charset="0"/>
              <a:buChar char="•"/>
            </a:pPr>
            <a:endParaRPr lang="en-US" sz="900" dirty="0"/>
          </a:p>
        </p:txBody>
      </p:sp>
      <p:sp>
        <p:nvSpPr>
          <p:cNvPr id="5" name="TextBox 4">
            <a:extLst>
              <a:ext uri="{FF2B5EF4-FFF2-40B4-BE49-F238E27FC236}">
                <a16:creationId xmlns:a16="http://schemas.microsoft.com/office/drawing/2014/main" id="{17379068-5AE9-8670-5700-A5270FABBF0B}"/>
              </a:ext>
            </a:extLst>
          </p:cNvPr>
          <p:cNvSpPr txBox="1"/>
          <p:nvPr/>
        </p:nvSpPr>
        <p:spPr>
          <a:xfrm>
            <a:off x="3873815" y="2529569"/>
            <a:ext cx="909526" cy="307777"/>
          </a:xfrm>
          <a:prstGeom prst="rect">
            <a:avLst/>
          </a:prstGeom>
          <a:noFill/>
        </p:spPr>
        <p:txBody>
          <a:bodyPr wrap="square" rtlCol="0">
            <a:spAutoFit/>
          </a:bodyPr>
          <a:lstStyle/>
          <a:p>
            <a:r>
              <a:rPr lang="en-US" sz="1400" dirty="0"/>
              <a:t>2Y DTE</a:t>
            </a:r>
          </a:p>
        </p:txBody>
      </p:sp>
      <p:cxnSp>
        <p:nvCxnSpPr>
          <p:cNvPr id="7" name="Straight Connector 6">
            <a:extLst>
              <a:ext uri="{FF2B5EF4-FFF2-40B4-BE49-F238E27FC236}">
                <a16:creationId xmlns:a16="http://schemas.microsoft.com/office/drawing/2014/main" id="{646BBAFF-7970-D875-8E3D-43A47D45CC5A}"/>
              </a:ext>
            </a:extLst>
          </p:cNvPr>
          <p:cNvCxnSpPr>
            <a:cxnSpLocks/>
          </p:cNvCxnSpPr>
          <p:nvPr/>
        </p:nvCxnSpPr>
        <p:spPr>
          <a:xfrm flipH="1" flipV="1">
            <a:off x="563637" y="1588052"/>
            <a:ext cx="3845328" cy="21489"/>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4C6600C-3A45-13B6-54DE-87E3036E501B}"/>
              </a:ext>
            </a:extLst>
          </p:cNvPr>
          <p:cNvCxnSpPr>
            <a:cxnSpLocks/>
          </p:cNvCxnSpPr>
          <p:nvPr/>
        </p:nvCxnSpPr>
        <p:spPr>
          <a:xfrm flipV="1">
            <a:off x="2065398" y="1619555"/>
            <a:ext cx="2343567" cy="684707"/>
          </a:xfrm>
          <a:prstGeom prst="line">
            <a:avLst/>
          </a:prstGeom>
          <a:ln>
            <a:prstDash val="dash"/>
          </a:ln>
        </p:spPr>
        <p:style>
          <a:lnRef idx="2">
            <a:schemeClr val="accent5"/>
          </a:lnRef>
          <a:fillRef idx="0">
            <a:schemeClr val="accent5"/>
          </a:fillRef>
          <a:effectRef idx="1">
            <a:schemeClr val="accent5"/>
          </a:effectRef>
          <a:fontRef idx="minor">
            <a:schemeClr val="tx1"/>
          </a:fontRef>
        </p:style>
      </p:cxnSp>
      <p:sp>
        <p:nvSpPr>
          <p:cNvPr id="27" name="TextBox 26">
            <a:extLst>
              <a:ext uri="{FF2B5EF4-FFF2-40B4-BE49-F238E27FC236}">
                <a16:creationId xmlns:a16="http://schemas.microsoft.com/office/drawing/2014/main" id="{431F1F9C-3F8A-21BD-EDEC-3AEA6E26B75C}"/>
              </a:ext>
            </a:extLst>
          </p:cNvPr>
          <p:cNvSpPr txBox="1"/>
          <p:nvPr/>
        </p:nvSpPr>
        <p:spPr>
          <a:xfrm>
            <a:off x="1577924" y="1826028"/>
            <a:ext cx="1091593" cy="461665"/>
          </a:xfrm>
          <a:prstGeom prst="rect">
            <a:avLst/>
          </a:prstGeom>
          <a:noFill/>
        </p:spPr>
        <p:txBody>
          <a:bodyPr wrap="square" rtlCol="0">
            <a:spAutoFit/>
          </a:bodyPr>
          <a:lstStyle/>
          <a:p>
            <a:r>
              <a:rPr lang="en-US" sz="1200" b="1" dirty="0">
                <a:solidFill>
                  <a:srgbClr val="FF0000"/>
                </a:solidFill>
              </a:rPr>
              <a:t>Short Call Strike @60</a:t>
            </a:r>
          </a:p>
        </p:txBody>
      </p:sp>
      <p:sp>
        <p:nvSpPr>
          <p:cNvPr id="30" name="TextBox 29">
            <a:extLst>
              <a:ext uri="{FF2B5EF4-FFF2-40B4-BE49-F238E27FC236}">
                <a16:creationId xmlns:a16="http://schemas.microsoft.com/office/drawing/2014/main" id="{A0B97CA2-D541-93A2-F5C8-3CE60F7BC134}"/>
              </a:ext>
            </a:extLst>
          </p:cNvPr>
          <p:cNvSpPr txBox="1"/>
          <p:nvPr/>
        </p:nvSpPr>
        <p:spPr>
          <a:xfrm>
            <a:off x="3804846" y="1198525"/>
            <a:ext cx="1091593" cy="461665"/>
          </a:xfrm>
          <a:prstGeom prst="rect">
            <a:avLst/>
          </a:prstGeom>
          <a:noFill/>
        </p:spPr>
        <p:txBody>
          <a:bodyPr wrap="square" rtlCol="0">
            <a:spAutoFit/>
          </a:bodyPr>
          <a:lstStyle/>
          <a:p>
            <a:r>
              <a:rPr lang="en-US" sz="1200" b="1" dirty="0">
                <a:solidFill>
                  <a:srgbClr val="00B0F0"/>
                </a:solidFill>
              </a:rPr>
              <a:t>Long Call Strike @75</a:t>
            </a:r>
          </a:p>
        </p:txBody>
      </p:sp>
      <p:sp>
        <p:nvSpPr>
          <p:cNvPr id="20" name="TextBox 19">
            <a:extLst>
              <a:ext uri="{FF2B5EF4-FFF2-40B4-BE49-F238E27FC236}">
                <a16:creationId xmlns:a16="http://schemas.microsoft.com/office/drawing/2014/main" id="{0E124305-AF5A-8C9D-C5B3-EFFE790B50E6}"/>
              </a:ext>
            </a:extLst>
          </p:cNvPr>
          <p:cNvSpPr txBox="1"/>
          <p:nvPr/>
        </p:nvSpPr>
        <p:spPr>
          <a:xfrm>
            <a:off x="4783341" y="4256483"/>
            <a:ext cx="7298483" cy="1338828"/>
          </a:xfrm>
          <a:prstGeom prst="rect">
            <a:avLst/>
          </a:prstGeom>
          <a:solidFill>
            <a:schemeClr val="accent2">
              <a:lumMod val="20000"/>
              <a:lumOff val="80000"/>
            </a:schemeClr>
          </a:solidFill>
          <a:ln w="9525">
            <a:solidFill>
              <a:schemeClr val="tx1"/>
            </a:solidFill>
          </a:ln>
        </p:spPr>
        <p:txBody>
          <a:bodyPr wrap="square" rtlCol="0">
            <a:spAutoFit/>
          </a:bodyPr>
          <a:lstStyle/>
          <a:p>
            <a:pPr marL="171450" indent="-171450">
              <a:buFont typeface="Arial" panose="020B0604020202020204" pitchFamily="34" charset="0"/>
              <a:buChar char="•"/>
            </a:pPr>
            <a:r>
              <a:rPr lang="en-US" sz="1200" b="1" dirty="0"/>
              <a:t>Under Portfolio Margin (if you qualify)</a:t>
            </a:r>
          </a:p>
          <a:p>
            <a:pPr marL="171450" indent="-171450">
              <a:buFont typeface="Arial" panose="020B0604020202020204" pitchFamily="34" charset="0"/>
              <a:buChar char="•"/>
            </a:pPr>
            <a:r>
              <a:rPr lang="en-US" sz="1200" dirty="0"/>
              <a:t>Under </a:t>
            </a:r>
            <a:r>
              <a:rPr lang="en-US" sz="1200" b="1" dirty="0"/>
              <a:t>Portfolio Margin</a:t>
            </a:r>
            <a:r>
              <a:rPr lang="en-US" sz="1200" dirty="0"/>
              <a:t>, the margin requirement is </a:t>
            </a:r>
            <a:r>
              <a:rPr lang="en-US" sz="1200" b="1" dirty="0"/>
              <a:t>risk-based</a:t>
            </a:r>
            <a:r>
              <a:rPr lang="en-US" sz="1200" dirty="0"/>
              <a:t>, not formulaic.</a:t>
            </a:r>
            <a:br>
              <a:rPr lang="en-US" sz="1200" dirty="0"/>
            </a:br>
            <a:r>
              <a:rPr lang="en-US" sz="1200" dirty="0"/>
              <a:t>The broker simulates price moves (±15% typically) and assesses the net loss.</a:t>
            </a:r>
          </a:p>
          <a:p>
            <a:pPr marL="171450" indent="-171450">
              <a:buFont typeface="Arial" panose="020B0604020202020204" pitchFamily="34" charset="0"/>
              <a:buChar char="•"/>
            </a:pPr>
            <a:r>
              <a:rPr lang="en-US" sz="1200" dirty="0"/>
              <a:t>In your case:</a:t>
            </a:r>
          </a:p>
          <a:p>
            <a:pPr marL="171450" indent="-171450">
              <a:buFont typeface="Arial" panose="020B0604020202020204" pitchFamily="34" charset="0"/>
              <a:buChar char="•"/>
            </a:pPr>
            <a:r>
              <a:rPr lang="en-US" sz="1200" dirty="0"/>
              <a:t>Max loss occurs if stock skyrockets past $75 — the spread width ($15 × 100 = $1,500).</a:t>
            </a:r>
          </a:p>
          <a:p>
            <a:pPr marL="171450" indent="-171450">
              <a:buFont typeface="Arial" panose="020B0604020202020204" pitchFamily="34" charset="0"/>
              <a:buChar char="•"/>
            </a:pPr>
            <a:r>
              <a:rPr lang="en-US" sz="1200" dirty="0"/>
              <a:t>So </a:t>
            </a:r>
            <a:r>
              <a:rPr lang="en-US" sz="1200" b="1" dirty="0"/>
              <a:t>portfolio margin</a:t>
            </a:r>
            <a:r>
              <a:rPr lang="en-US" sz="1200" dirty="0"/>
              <a:t> might only require around </a:t>
            </a:r>
            <a:r>
              <a:rPr lang="en-US" sz="1200" b="1" dirty="0"/>
              <a:t>$1,500–$2,000</a:t>
            </a:r>
            <a:r>
              <a:rPr lang="en-US" sz="1200" dirty="0"/>
              <a:t> in margin per spread (much lower).</a:t>
            </a:r>
          </a:p>
          <a:p>
            <a:pPr marL="742950" lvl="1" indent="-285750">
              <a:buFont typeface="Arial" panose="020B0604020202020204" pitchFamily="34" charset="0"/>
              <a:buChar char="•"/>
            </a:pPr>
            <a:endParaRPr lang="en-US" sz="900" dirty="0"/>
          </a:p>
        </p:txBody>
      </p:sp>
      <p:sp>
        <p:nvSpPr>
          <p:cNvPr id="21" name="TextBox 20">
            <a:extLst>
              <a:ext uri="{FF2B5EF4-FFF2-40B4-BE49-F238E27FC236}">
                <a16:creationId xmlns:a16="http://schemas.microsoft.com/office/drawing/2014/main" id="{F551A24B-330E-F950-3BC8-E9781F40E5AF}"/>
              </a:ext>
            </a:extLst>
          </p:cNvPr>
          <p:cNvSpPr txBox="1"/>
          <p:nvPr/>
        </p:nvSpPr>
        <p:spPr>
          <a:xfrm>
            <a:off x="549151" y="3774121"/>
            <a:ext cx="1343657" cy="600164"/>
          </a:xfrm>
          <a:prstGeom prst="rect">
            <a:avLst/>
          </a:prstGeom>
          <a:solidFill>
            <a:schemeClr val="accent2">
              <a:lumMod val="20000"/>
              <a:lumOff val="80000"/>
            </a:schemeClr>
          </a:solidFill>
          <a:ln w="9525">
            <a:solidFill>
              <a:schemeClr val="tx1"/>
            </a:solidFill>
          </a:ln>
        </p:spPr>
        <p:txBody>
          <a:bodyPr wrap="square" rtlCol="0">
            <a:spAutoFit/>
          </a:bodyPr>
          <a:lstStyle/>
          <a:p>
            <a:r>
              <a:rPr lang="en-US" sz="1200" b="1" dirty="0"/>
              <a:t>ChatGPT Answers</a:t>
            </a:r>
            <a:endParaRPr lang="en-US" sz="1200" dirty="0"/>
          </a:p>
          <a:p>
            <a:pPr marL="742950" lvl="1" indent="-285750">
              <a:buFont typeface="Arial" panose="020B0604020202020204" pitchFamily="34" charset="0"/>
              <a:buChar char="•"/>
            </a:pPr>
            <a:endParaRPr lang="en-US" sz="900" dirty="0"/>
          </a:p>
        </p:txBody>
      </p:sp>
      <p:cxnSp>
        <p:nvCxnSpPr>
          <p:cNvPr id="23" name="Straight Arrow Connector 22">
            <a:extLst>
              <a:ext uri="{FF2B5EF4-FFF2-40B4-BE49-F238E27FC236}">
                <a16:creationId xmlns:a16="http://schemas.microsoft.com/office/drawing/2014/main" id="{F8F8C268-3E46-8EFE-F6B3-EAAF9F864A17}"/>
              </a:ext>
            </a:extLst>
          </p:cNvPr>
          <p:cNvCxnSpPr>
            <a:stCxn id="21" idx="3"/>
          </p:cNvCxnSpPr>
          <p:nvPr/>
        </p:nvCxnSpPr>
        <p:spPr>
          <a:xfrm flipV="1">
            <a:off x="1892808" y="2886023"/>
            <a:ext cx="2890533" cy="11881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60025EE3-F063-BAEA-EB9D-5FDD0D3DACA9}"/>
              </a:ext>
            </a:extLst>
          </p:cNvPr>
          <p:cNvCxnSpPr>
            <a:cxnSpLocks/>
            <a:stCxn id="21" idx="3"/>
            <a:endCxn id="20" idx="1"/>
          </p:cNvCxnSpPr>
          <p:nvPr/>
        </p:nvCxnSpPr>
        <p:spPr>
          <a:xfrm>
            <a:off x="1892808" y="4074203"/>
            <a:ext cx="2890533" cy="8516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65452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BCCD4-F66D-271B-9129-6F7E74612FC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8DB029F-17CA-E52C-9168-12F2C9DB557E}"/>
              </a:ext>
            </a:extLst>
          </p:cNvPr>
          <p:cNvSpPr>
            <a:spLocks noGrp="1"/>
          </p:cNvSpPr>
          <p:nvPr>
            <p:ph type="subTitle" idx="1"/>
          </p:nvPr>
        </p:nvSpPr>
        <p:spPr>
          <a:xfrm>
            <a:off x="1277133" y="2286001"/>
            <a:ext cx="9144000" cy="1143000"/>
          </a:xfrm>
        </p:spPr>
        <p:txBody>
          <a:bodyPr>
            <a:normAutofit fontScale="92500"/>
          </a:bodyPr>
          <a:lstStyle/>
          <a:p>
            <a:r>
              <a:rPr lang="en-US" sz="7200" b="1" dirty="0"/>
              <a:t>Position Management</a:t>
            </a:r>
          </a:p>
        </p:txBody>
      </p:sp>
    </p:spTree>
    <p:extLst>
      <p:ext uri="{BB962C8B-B14F-4D97-AF65-F5344CB8AC3E}">
        <p14:creationId xmlns:p14="http://schemas.microsoft.com/office/powerpoint/2010/main" val="236258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6DF43-7041-9477-780F-66A65FF62CD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C67E8D4-8611-ECD9-03A1-D734357C1458}"/>
              </a:ext>
            </a:extLst>
          </p:cNvPr>
          <p:cNvSpPr>
            <a:spLocks noGrp="1"/>
          </p:cNvSpPr>
          <p:nvPr>
            <p:ph type="subTitle" idx="1"/>
          </p:nvPr>
        </p:nvSpPr>
        <p:spPr>
          <a:xfrm>
            <a:off x="1286277" y="162162"/>
            <a:ext cx="9144000" cy="520563"/>
          </a:xfrm>
        </p:spPr>
        <p:txBody>
          <a:bodyPr/>
          <a:lstStyle/>
          <a:p>
            <a:r>
              <a:rPr lang="en-US" b="1" dirty="0"/>
              <a:t>TJ – BMNR 11/03/2025</a:t>
            </a:r>
          </a:p>
        </p:txBody>
      </p:sp>
      <p:sp>
        <p:nvSpPr>
          <p:cNvPr id="20" name="TextBox 19">
            <a:extLst>
              <a:ext uri="{FF2B5EF4-FFF2-40B4-BE49-F238E27FC236}">
                <a16:creationId xmlns:a16="http://schemas.microsoft.com/office/drawing/2014/main" id="{9F6784B7-6AB3-4B8C-61E7-581F1F8B9382}"/>
              </a:ext>
            </a:extLst>
          </p:cNvPr>
          <p:cNvSpPr txBox="1"/>
          <p:nvPr/>
        </p:nvSpPr>
        <p:spPr>
          <a:xfrm>
            <a:off x="1079559" y="161361"/>
            <a:ext cx="749241" cy="600164"/>
          </a:xfrm>
          <a:prstGeom prst="rect">
            <a:avLst/>
          </a:prstGeom>
          <a:solidFill>
            <a:schemeClr val="accent2">
              <a:lumMod val="20000"/>
              <a:lumOff val="80000"/>
            </a:schemeClr>
          </a:solidFill>
          <a:ln w="9525">
            <a:solidFill>
              <a:schemeClr val="tx1"/>
            </a:solidFill>
          </a:ln>
        </p:spPr>
        <p:txBody>
          <a:bodyPr wrap="square" rtlCol="0">
            <a:spAutoFit/>
          </a:bodyPr>
          <a:lstStyle/>
          <a:p>
            <a:r>
              <a:rPr lang="en-US" sz="1200" b="1" dirty="0"/>
              <a:t>Current Position</a:t>
            </a:r>
            <a:endParaRPr lang="en-US" sz="1200" dirty="0"/>
          </a:p>
          <a:p>
            <a:pPr marL="742950" lvl="1" indent="-285750">
              <a:buFont typeface="Arial" panose="020B0604020202020204" pitchFamily="34" charset="0"/>
              <a:buChar char="•"/>
            </a:pPr>
            <a:endParaRPr lang="en-US" sz="900" dirty="0"/>
          </a:p>
        </p:txBody>
      </p:sp>
      <p:pic>
        <p:nvPicPr>
          <p:cNvPr id="9" name="Picture 8">
            <a:extLst>
              <a:ext uri="{FF2B5EF4-FFF2-40B4-BE49-F238E27FC236}">
                <a16:creationId xmlns:a16="http://schemas.microsoft.com/office/drawing/2014/main" id="{BF04E8C0-8278-7E86-4493-E9F4232444F2}"/>
              </a:ext>
            </a:extLst>
          </p:cNvPr>
          <p:cNvPicPr>
            <a:picLocks noChangeAspect="1"/>
          </p:cNvPicPr>
          <p:nvPr/>
        </p:nvPicPr>
        <p:blipFill>
          <a:blip r:embed="rId2"/>
          <a:stretch>
            <a:fillRect/>
          </a:stretch>
        </p:blipFill>
        <p:spPr>
          <a:xfrm>
            <a:off x="1079559" y="590663"/>
            <a:ext cx="10221751" cy="1457528"/>
          </a:xfrm>
          <a:prstGeom prst="rect">
            <a:avLst/>
          </a:prstGeom>
        </p:spPr>
      </p:pic>
      <p:sp>
        <p:nvSpPr>
          <p:cNvPr id="10" name="TextBox 9">
            <a:extLst>
              <a:ext uri="{FF2B5EF4-FFF2-40B4-BE49-F238E27FC236}">
                <a16:creationId xmlns:a16="http://schemas.microsoft.com/office/drawing/2014/main" id="{CE80F4DC-E3A1-2028-D8E7-153C2AA810BB}"/>
              </a:ext>
            </a:extLst>
          </p:cNvPr>
          <p:cNvSpPr txBox="1"/>
          <p:nvPr/>
        </p:nvSpPr>
        <p:spPr>
          <a:xfrm>
            <a:off x="1079559" y="2089916"/>
            <a:ext cx="7298483" cy="969496"/>
          </a:xfrm>
          <a:prstGeom prst="rect">
            <a:avLst/>
          </a:prstGeom>
          <a:solidFill>
            <a:schemeClr val="accent2">
              <a:lumMod val="20000"/>
              <a:lumOff val="80000"/>
            </a:schemeClr>
          </a:solidFill>
          <a:ln w="9525">
            <a:solidFill>
              <a:schemeClr val="tx1"/>
            </a:solidFill>
          </a:ln>
        </p:spPr>
        <p:txBody>
          <a:bodyPr wrap="square" rtlCol="0">
            <a:spAutoFit/>
          </a:bodyPr>
          <a:lstStyle/>
          <a:p>
            <a:pPr marL="171450" indent="-171450">
              <a:buFont typeface="Arial" panose="020B0604020202020204" pitchFamily="34" charset="0"/>
              <a:buChar char="•"/>
            </a:pPr>
            <a:r>
              <a:rPr lang="en-US" sz="1200" b="1" dirty="0"/>
              <a:t>Shares are under water </a:t>
            </a:r>
          </a:p>
          <a:p>
            <a:pPr marL="171450" indent="-171450">
              <a:buFont typeface="Arial" panose="020B0604020202020204" pitchFamily="34" charset="0"/>
              <a:buChar char="•"/>
            </a:pPr>
            <a:r>
              <a:rPr lang="en-US" sz="1200" b="1" dirty="0"/>
              <a:t>CC against the shares are green - with the price drop in BMNR, the call have fallen and so the short calls (CC) have risen</a:t>
            </a:r>
          </a:p>
          <a:p>
            <a:pPr marL="171450" indent="-171450">
              <a:buFont typeface="Arial" panose="020B0604020202020204" pitchFamily="34" charset="0"/>
              <a:buChar char="•"/>
            </a:pPr>
            <a:r>
              <a:rPr lang="en-US" sz="1200" b="1" dirty="0"/>
              <a:t>LEAPS are underwater (value gone done b/c BMNR has gone down</a:t>
            </a:r>
          </a:p>
          <a:p>
            <a:pPr marL="742950" lvl="1" indent="-285750">
              <a:buFont typeface="Arial" panose="020B0604020202020204" pitchFamily="34" charset="0"/>
              <a:buChar char="•"/>
            </a:pPr>
            <a:endParaRPr lang="en-US" sz="900" dirty="0"/>
          </a:p>
        </p:txBody>
      </p:sp>
      <p:pic>
        <p:nvPicPr>
          <p:cNvPr id="13" name="Picture 12">
            <a:extLst>
              <a:ext uri="{FF2B5EF4-FFF2-40B4-BE49-F238E27FC236}">
                <a16:creationId xmlns:a16="http://schemas.microsoft.com/office/drawing/2014/main" id="{585E36F4-F4FA-DB73-368D-EAB3FAB0DB2D}"/>
              </a:ext>
            </a:extLst>
          </p:cNvPr>
          <p:cNvPicPr>
            <a:picLocks noChangeAspect="1"/>
          </p:cNvPicPr>
          <p:nvPr/>
        </p:nvPicPr>
        <p:blipFill>
          <a:blip r:embed="rId3"/>
          <a:stretch>
            <a:fillRect/>
          </a:stretch>
        </p:blipFill>
        <p:spPr>
          <a:xfrm>
            <a:off x="9254540" y="1893455"/>
            <a:ext cx="2806956" cy="4810853"/>
          </a:xfrm>
          <a:prstGeom prst="rect">
            <a:avLst/>
          </a:prstGeom>
        </p:spPr>
      </p:pic>
      <p:pic>
        <p:nvPicPr>
          <p:cNvPr id="17" name="Picture 16">
            <a:extLst>
              <a:ext uri="{FF2B5EF4-FFF2-40B4-BE49-F238E27FC236}">
                <a16:creationId xmlns:a16="http://schemas.microsoft.com/office/drawing/2014/main" id="{9C0CC653-FE96-E238-D792-50B49EA44F0C}"/>
              </a:ext>
            </a:extLst>
          </p:cNvPr>
          <p:cNvPicPr>
            <a:picLocks noChangeAspect="1"/>
          </p:cNvPicPr>
          <p:nvPr/>
        </p:nvPicPr>
        <p:blipFill>
          <a:blip r:embed="rId4"/>
          <a:stretch>
            <a:fillRect/>
          </a:stretch>
        </p:blipFill>
        <p:spPr>
          <a:xfrm>
            <a:off x="880163" y="3212995"/>
            <a:ext cx="7697274" cy="3572374"/>
          </a:xfrm>
          <a:prstGeom prst="rect">
            <a:avLst/>
          </a:prstGeom>
        </p:spPr>
      </p:pic>
    </p:spTree>
    <p:extLst>
      <p:ext uri="{BB962C8B-B14F-4D97-AF65-F5344CB8AC3E}">
        <p14:creationId xmlns:p14="http://schemas.microsoft.com/office/powerpoint/2010/main" val="4164989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36EEF-0491-720C-AA15-B60F7503095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9B01A3F-4DB5-4EBF-7695-975CF3D6B202}"/>
              </a:ext>
            </a:extLst>
          </p:cNvPr>
          <p:cNvSpPr>
            <a:spLocks noGrp="1"/>
          </p:cNvSpPr>
          <p:nvPr>
            <p:ph type="subTitle" idx="1"/>
          </p:nvPr>
        </p:nvSpPr>
        <p:spPr>
          <a:xfrm>
            <a:off x="1277133" y="2286001"/>
            <a:ext cx="9144000" cy="1143000"/>
          </a:xfrm>
        </p:spPr>
        <p:txBody>
          <a:bodyPr>
            <a:normAutofit/>
          </a:bodyPr>
          <a:lstStyle/>
          <a:p>
            <a:r>
              <a:rPr lang="en-US" sz="7200" b="1" dirty="0"/>
              <a:t>At Tasty Event</a:t>
            </a:r>
          </a:p>
        </p:txBody>
      </p:sp>
    </p:spTree>
    <p:extLst>
      <p:ext uri="{BB962C8B-B14F-4D97-AF65-F5344CB8AC3E}">
        <p14:creationId xmlns:p14="http://schemas.microsoft.com/office/powerpoint/2010/main" val="22040840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01F80-CBCD-2082-ECEB-657B3A65D16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FCCD705-DEEA-4BCC-9243-3014CF4EA9B8}"/>
              </a:ext>
            </a:extLst>
          </p:cNvPr>
          <p:cNvSpPr>
            <a:spLocks noGrp="1"/>
          </p:cNvSpPr>
          <p:nvPr>
            <p:ph type="subTitle" idx="1"/>
          </p:nvPr>
        </p:nvSpPr>
        <p:spPr>
          <a:xfrm>
            <a:off x="509037" y="466344"/>
            <a:ext cx="9144000" cy="6163056"/>
          </a:xfrm>
        </p:spPr>
        <p:txBody>
          <a:bodyPr>
            <a:normAutofit fontScale="47500" lnSpcReduction="20000"/>
          </a:bodyPr>
          <a:lstStyle/>
          <a:p>
            <a:pPr marL="857250" indent="-857250" algn="l">
              <a:buFont typeface="Arial" panose="020B0604020202020204" pitchFamily="34" charset="0"/>
              <a:buChar char="•"/>
            </a:pPr>
            <a:r>
              <a:rPr lang="en-US" b="1" dirty="0"/>
              <a:t>Ratio Strangle</a:t>
            </a:r>
          </a:p>
          <a:p>
            <a:pPr marL="1314450" lvl="1" indent="-857250" algn="l">
              <a:buFont typeface="Arial" panose="020B0604020202020204" pitchFamily="34" charset="0"/>
              <a:buChar char="•"/>
            </a:pPr>
            <a:r>
              <a:rPr lang="en-US" b="1" dirty="0"/>
              <a:t>2 Puts, One call</a:t>
            </a:r>
          </a:p>
          <a:p>
            <a:pPr marL="857250" indent="-857250" algn="l">
              <a:buFont typeface="Arial" panose="020B0604020202020204" pitchFamily="34" charset="0"/>
              <a:buChar char="•"/>
            </a:pPr>
            <a:r>
              <a:rPr lang="en-US" b="1" dirty="0"/>
              <a:t>BAT trade – after the trader over there (maybe called Bat wing)</a:t>
            </a:r>
          </a:p>
          <a:p>
            <a:pPr marL="1314450" lvl="1" indent="-857250" algn="l">
              <a:buFont typeface="Arial" panose="020B0604020202020204" pitchFamily="34" charset="0"/>
              <a:buChar char="•"/>
            </a:pPr>
            <a:r>
              <a:rPr lang="en-US" b="1" dirty="0"/>
              <a:t>High probably of making less money. I think it is a 4-legged trade</a:t>
            </a:r>
          </a:p>
          <a:p>
            <a:pPr marL="1314450" lvl="1" indent="-857250" algn="l">
              <a:buFont typeface="Arial" panose="020B0604020202020204" pitchFamily="34" charset="0"/>
              <a:buChar char="•"/>
            </a:pPr>
            <a:endParaRPr lang="en-US" b="1" dirty="0"/>
          </a:p>
          <a:p>
            <a:pPr algn="l"/>
            <a:r>
              <a:rPr lang="en-US" b="1" dirty="0"/>
              <a:t>From ChatGPT : </a:t>
            </a:r>
          </a:p>
          <a:p>
            <a:pPr algn="l"/>
            <a:r>
              <a:rPr lang="en-US" b="1" dirty="0"/>
              <a:t>How the Structure Works (Simplified)</a:t>
            </a:r>
          </a:p>
          <a:p>
            <a:pPr algn="l"/>
            <a:r>
              <a:rPr lang="en-US" dirty="0"/>
              <a:t>Here’s a conceptual structure for a Bat Wing (calls version) when you think the stock might go up modestly or stay flat:</a:t>
            </a:r>
          </a:p>
          <a:p>
            <a:pPr algn="l"/>
            <a:r>
              <a:rPr lang="en-US" b="1" dirty="0"/>
              <a:t>Buy</a:t>
            </a:r>
            <a:r>
              <a:rPr lang="en-US" dirty="0"/>
              <a:t> one call at a higher strike (far out-of-the-money)</a:t>
            </a:r>
          </a:p>
          <a:p>
            <a:pPr algn="l"/>
            <a:r>
              <a:rPr lang="en-US" b="1" dirty="0"/>
              <a:t>Sell</a:t>
            </a:r>
            <a:r>
              <a:rPr lang="en-US" dirty="0"/>
              <a:t> two calls at a medium strike (short strikes)</a:t>
            </a:r>
          </a:p>
          <a:p>
            <a:pPr algn="l"/>
            <a:r>
              <a:rPr lang="en-US" b="1" dirty="0"/>
              <a:t>Buy</a:t>
            </a:r>
            <a:r>
              <a:rPr lang="en-US" dirty="0"/>
              <a:t> one call at an even higher strike (further OTM) – this is the “wing” that defines your maximum loss if the stock rockets.</a:t>
            </a:r>
          </a:p>
          <a:p>
            <a:pPr algn="l"/>
            <a:r>
              <a:rPr lang="en-US" dirty="0"/>
              <a:t>The widths can be unequal, which gives you the “broken wing” part: the distance between short and far-wing is wider on one side than the other.</a:t>
            </a:r>
          </a:p>
          <a:p>
            <a:pPr algn="l"/>
            <a:r>
              <a:rPr lang="en-US" b="1" dirty="0"/>
              <a:t>Net result</a:t>
            </a:r>
            <a:r>
              <a:rPr lang="en-US" dirty="0"/>
              <a:t>:</a:t>
            </a:r>
          </a:p>
          <a:p>
            <a:pPr algn="l"/>
            <a:r>
              <a:rPr lang="en-US" dirty="0"/>
              <a:t>You often enter for a </a:t>
            </a:r>
            <a:r>
              <a:rPr lang="en-US" b="1" dirty="0"/>
              <a:t>credit</a:t>
            </a:r>
            <a:r>
              <a:rPr lang="en-US" dirty="0"/>
              <a:t> (you receive money up front).</a:t>
            </a:r>
          </a:p>
          <a:p>
            <a:pPr algn="l"/>
            <a:r>
              <a:rPr lang="en-US" dirty="0"/>
              <a:t>Your maximum risk is </a:t>
            </a:r>
            <a:r>
              <a:rPr lang="en-US" b="1" dirty="0"/>
              <a:t>defined</a:t>
            </a:r>
            <a:r>
              <a:rPr lang="en-US" dirty="0"/>
              <a:t>, thanks to the long far-wing option.</a:t>
            </a:r>
          </a:p>
          <a:p>
            <a:pPr algn="l"/>
            <a:r>
              <a:rPr lang="en-US" dirty="0"/>
              <a:t>You profit if the underlying remains within a favorable range or moves modestly in your anticipated direction + time decay and volatility contraction help you.</a:t>
            </a:r>
          </a:p>
          <a:p>
            <a:pPr algn="l"/>
            <a:r>
              <a:rPr lang="en-US" dirty="0"/>
              <a:t>If the stock moves dramatically against you (beyond the far wing), you hit your max loss.</a:t>
            </a:r>
          </a:p>
          <a:p>
            <a:pPr algn="l"/>
            <a:r>
              <a:rPr lang="en-US" dirty="0"/>
              <a:t>This was done at the Tasty Event live today…Need to see the pdf on which stock it was done…I think it was done on a stock</a:t>
            </a:r>
          </a:p>
          <a:p>
            <a:pPr marL="1314450" lvl="1" indent="-857250" algn="l">
              <a:buFont typeface="Arial" panose="020B0604020202020204" pitchFamily="34" charset="0"/>
              <a:buChar char="•"/>
            </a:pPr>
            <a:endParaRPr lang="en-US" b="1" dirty="0"/>
          </a:p>
          <a:p>
            <a:pPr marL="1314450" lvl="1" indent="-857250" algn="l">
              <a:buFont typeface="Arial" panose="020B0604020202020204" pitchFamily="34" charset="0"/>
              <a:buChar char="•"/>
            </a:pPr>
            <a:endParaRPr lang="en-US" b="1" dirty="0"/>
          </a:p>
          <a:p>
            <a:pPr marL="1314450" lvl="1" indent="-857250" algn="l">
              <a:buFont typeface="Arial" panose="020B0604020202020204" pitchFamily="34" charset="0"/>
              <a:buChar char="•"/>
            </a:pPr>
            <a:endParaRPr lang="en-US" b="1" dirty="0"/>
          </a:p>
          <a:p>
            <a:pPr marL="1314450" lvl="1" indent="-857250" algn="l">
              <a:buFont typeface="Arial" panose="020B0604020202020204" pitchFamily="34" charset="0"/>
              <a:buChar char="•"/>
            </a:pPr>
            <a:endParaRPr lang="en-US" b="1" dirty="0"/>
          </a:p>
          <a:p>
            <a:pPr marL="1314450" lvl="1" indent="-857250" algn="l">
              <a:buFont typeface="Arial" panose="020B0604020202020204" pitchFamily="34" charset="0"/>
              <a:buChar char="•"/>
            </a:pPr>
            <a:endParaRPr lang="en-US" b="1" dirty="0"/>
          </a:p>
          <a:p>
            <a:pPr marL="857250" indent="-857250" algn="l">
              <a:buFont typeface="Arial" panose="020B0604020202020204" pitchFamily="34" charset="0"/>
              <a:buChar char="•"/>
            </a:pPr>
            <a:r>
              <a:rPr lang="en-US" b="1" dirty="0"/>
              <a:t>Also look at what was posted in TJ group by Cody Gilliss on Monday (11/3) for IRA accounts</a:t>
            </a:r>
          </a:p>
          <a:p>
            <a:pPr marL="1771650" lvl="2" indent="-857250" algn="l">
              <a:buFont typeface="Arial" panose="020B0604020202020204" pitchFamily="34" charset="0"/>
              <a:buChar char="•"/>
            </a:pPr>
            <a:r>
              <a:rPr lang="en-US" b="1" dirty="0"/>
              <a:t>Anyone trade Jade Lizards in their retirement/tax advantaged </a:t>
            </a:r>
            <a:r>
              <a:rPr lang="en-US" b="1" dirty="0" err="1"/>
              <a:t>accounts?Put</a:t>
            </a:r>
            <a:r>
              <a:rPr lang="en-US" b="1" dirty="0"/>
              <a:t> credit spread + short covered call. Defined risk, doesn't need margin. Trying to figure out a somewhat capital efficient way to be short premium and basically short strangle my long-term holdings and generate yield, but also without margin. Thoughts? Much appreciated🙏🏻🫡</a:t>
            </a:r>
          </a:p>
          <a:p>
            <a:pPr marL="857250" indent="-857250">
              <a:buFont typeface="Arial" panose="020B0604020202020204" pitchFamily="34" charset="0"/>
              <a:buChar char="•"/>
            </a:pPr>
            <a:endParaRPr lang="en-US" sz="7200" b="1" dirty="0"/>
          </a:p>
        </p:txBody>
      </p:sp>
    </p:spTree>
    <p:extLst>
      <p:ext uri="{BB962C8B-B14F-4D97-AF65-F5344CB8AC3E}">
        <p14:creationId xmlns:p14="http://schemas.microsoft.com/office/powerpoint/2010/main" val="3173711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60C47-C37F-878E-8653-DCDF5FCFC79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94905EB-F4F0-4714-2589-26A1921C748F}"/>
              </a:ext>
            </a:extLst>
          </p:cNvPr>
          <p:cNvSpPr>
            <a:spLocks noGrp="1"/>
          </p:cNvSpPr>
          <p:nvPr>
            <p:ph type="subTitle" idx="1"/>
          </p:nvPr>
        </p:nvSpPr>
        <p:spPr>
          <a:xfrm>
            <a:off x="1277133" y="2286001"/>
            <a:ext cx="9144000" cy="1143000"/>
          </a:xfrm>
        </p:spPr>
        <p:txBody>
          <a:bodyPr>
            <a:normAutofit fontScale="62500" lnSpcReduction="20000"/>
          </a:bodyPr>
          <a:lstStyle/>
          <a:p>
            <a:r>
              <a:rPr lang="en-US" sz="7200" b="1" dirty="0"/>
              <a:t>TJ Putting some strangles for comparison </a:t>
            </a:r>
          </a:p>
        </p:txBody>
      </p:sp>
    </p:spTree>
    <p:extLst>
      <p:ext uri="{BB962C8B-B14F-4D97-AF65-F5344CB8AC3E}">
        <p14:creationId xmlns:p14="http://schemas.microsoft.com/office/powerpoint/2010/main" val="3759038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3B876-F2F0-F2A9-5BE0-F2F1B2CAB456}"/>
              </a:ext>
            </a:extLst>
          </p:cNvPr>
          <p:cNvSpPr>
            <a:spLocks noGrp="1"/>
          </p:cNvSpPr>
          <p:nvPr>
            <p:ph type="title"/>
          </p:nvPr>
        </p:nvSpPr>
        <p:spPr>
          <a:xfrm>
            <a:off x="838200" y="118237"/>
            <a:ext cx="10515600" cy="549275"/>
          </a:xfrm>
        </p:spPr>
        <p:txBody>
          <a:bodyPr>
            <a:noAutofit/>
          </a:bodyPr>
          <a:lstStyle/>
          <a:p>
            <a:pPr algn="ctr"/>
            <a:r>
              <a:rPr lang="en-US" sz="2800" dirty="0"/>
              <a:t>Short Strangles – Expire 1/16/2026 – 65DTE, Today’s date 11/12/2026</a:t>
            </a:r>
          </a:p>
        </p:txBody>
      </p:sp>
      <p:sp>
        <p:nvSpPr>
          <p:cNvPr id="3" name="Content Placeholder 2">
            <a:extLst>
              <a:ext uri="{FF2B5EF4-FFF2-40B4-BE49-F238E27FC236}">
                <a16:creationId xmlns:a16="http://schemas.microsoft.com/office/drawing/2014/main" id="{2601AE1F-86F0-E47A-C03C-FA404FAA4234}"/>
              </a:ext>
            </a:extLst>
          </p:cNvPr>
          <p:cNvSpPr>
            <a:spLocks noGrp="1"/>
          </p:cNvSpPr>
          <p:nvPr>
            <p:ph idx="1"/>
          </p:nvPr>
        </p:nvSpPr>
        <p:spPr>
          <a:xfrm>
            <a:off x="838200" y="667512"/>
            <a:ext cx="5654040" cy="5815584"/>
          </a:xfrm>
        </p:spPr>
        <p:txBody>
          <a:bodyPr>
            <a:normAutofit fontScale="92500"/>
          </a:bodyPr>
          <a:lstStyle/>
          <a:p>
            <a:r>
              <a:rPr lang="en-US" sz="1600" dirty="0"/>
              <a:t>PLTR – Share Price @190 (He gives 90% chance of working out)</a:t>
            </a:r>
          </a:p>
          <a:p>
            <a:pPr lvl="1"/>
            <a:r>
              <a:rPr lang="en-US" sz="1400" dirty="0"/>
              <a:t>700 Short Calls @260, 19 delta   – Extrinsic 183,750 </a:t>
            </a:r>
            <a:r>
              <a:rPr lang="en-US" sz="1400" dirty="0">
                <a:sym typeface="Wingdings" panose="05000000000000000000" pitchFamily="2" charset="2"/>
              </a:rPr>
              <a:t> Easy side</a:t>
            </a:r>
            <a:endParaRPr lang="en-US" sz="1400" dirty="0"/>
          </a:p>
          <a:p>
            <a:pPr lvl="1"/>
            <a:r>
              <a:rPr lang="en-US" sz="1400" dirty="0"/>
              <a:t>350 Short Puts @160, 12 delta    – Extrinsic 177,800 </a:t>
            </a:r>
            <a:r>
              <a:rPr lang="en-US" sz="1400" dirty="0">
                <a:sym typeface="Wingdings" panose="05000000000000000000" pitchFamily="2" charset="2"/>
              </a:rPr>
              <a:t> Hard side</a:t>
            </a:r>
            <a:endParaRPr lang="en-US" sz="1400" dirty="0"/>
          </a:p>
          <a:p>
            <a:pPr lvl="2"/>
            <a:r>
              <a:rPr lang="en-US" sz="1200" dirty="0"/>
              <a:t>Total extrinsic to be collected = 361,500</a:t>
            </a:r>
          </a:p>
          <a:p>
            <a:pPr lvl="2"/>
            <a:r>
              <a:rPr lang="en-US" sz="1200" dirty="0"/>
              <a:t>Cap. Requirement = 462,878</a:t>
            </a:r>
          </a:p>
          <a:p>
            <a:pPr lvl="2"/>
            <a:r>
              <a:rPr lang="en-US" sz="1200" dirty="0"/>
              <a:t>Notional = Short puts * short strike = 35,000 * 160 = 5,600,000</a:t>
            </a:r>
          </a:p>
          <a:p>
            <a:r>
              <a:rPr lang="en-US" sz="1600" dirty="0"/>
              <a:t>HOOD – Share Price @132 (He gives 80% chance of working out)</a:t>
            </a:r>
          </a:p>
          <a:p>
            <a:pPr lvl="1"/>
            <a:r>
              <a:rPr lang="en-US" sz="1400" dirty="0"/>
              <a:t>300 Short Calls @190, 14  delta  – Extrinsic 64,800 </a:t>
            </a:r>
            <a:r>
              <a:rPr lang="en-US" sz="1400" dirty="0">
                <a:sym typeface="Wingdings" panose="05000000000000000000" pitchFamily="2" charset="2"/>
              </a:rPr>
              <a:t> Easy side</a:t>
            </a:r>
            <a:endParaRPr lang="en-US" sz="1400" dirty="0"/>
          </a:p>
          <a:p>
            <a:pPr lvl="1"/>
            <a:r>
              <a:rPr lang="en-US" sz="1400" dirty="0"/>
              <a:t>150 Short Puts @110, 21 delta   – Extrinsic 80,550  </a:t>
            </a:r>
            <a:r>
              <a:rPr lang="en-US" sz="1400" dirty="0">
                <a:sym typeface="Wingdings" panose="05000000000000000000" pitchFamily="2" charset="2"/>
              </a:rPr>
              <a:t> Hard side</a:t>
            </a:r>
            <a:endParaRPr lang="en-US" sz="1400" dirty="0"/>
          </a:p>
          <a:p>
            <a:pPr lvl="2"/>
            <a:r>
              <a:rPr lang="en-US" sz="1200" dirty="0"/>
              <a:t>Total extrinsic to be collected = 145,350</a:t>
            </a:r>
          </a:p>
          <a:p>
            <a:pPr lvl="2"/>
            <a:r>
              <a:rPr lang="en-US" sz="1200" dirty="0"/>
              <a:t>Cap. Requirement = 349,446</a:t>
            </a:r>
          </a:p>
          <a:p>
            <a:pPr lvl="2"/>
            <a:r>
              <a:rPr lang="en-US" sz="1200" dirty="0"/>
              <a:t>Notional = Short puts * short strike = 15,000 * 110 = 1,650,000</a:t>
            </a:r>
            <a:endParaRPr lang="en-US" sz="1600" dirty="0"/>
          </a:p>
          <a:p>
            <a:r>
              <a:rPr lang="en-US" sz="1600" dirty="0"/>
              <a:t>NVDA – Share Price @194</a:t>
            </a:r>
          </a:p>
          <a:p>
            <a:pPr lvl="1"/>
            <a:r>
              <a:rPr lang="en-US" sz="1400" dirty="0"/>
              <a:t>200 Short Calls @250, 12  delta  – Extrinsic 37,000 </a:t>
            </a:r>
            <a:r>
              <a:rPr lang="en-US" sz="1400" dirty="0">
                <a:sym typeface="Wingdings" panose="05000000000000000000" pitchFamily="2" charset="2"/>
              </a:rPr>
              <a:t> Easy </a:t>
            </a:r>
            <a:endParaRPr lang="en-US" sz="1400" dirty="0"/>
          </a:p>
          <a:p>
            <a:pPr lvl="1"/>
            <a:r>
              <a:rPr lang="en-US" sz="1400" dirty="0"/>
              <a:t>100 Short Puts @175, 25 delta   – Extrinsic 70,000</a:t>
            </a:r>
          </a:p>
          <a:p>
            <a:pPr lvl="2"/>
            <a:r>
              <a:rPr lang="en-US" sz="1200" dirty="0"/>
              <a:t>Total extrinsic to be collected = 107,000</a:t>
            </a:r>
          </a:p>
          <a:p>
            <a:pPr lvl="2"/>
            <a:r>
              <a:rPr lang="en-US" sz="1200" dirty="0"/>
              <a:t>Cap. Requirement = 131,049</a:t>
            </a:r>
          </a:p>
          <a:p>
            <a:pPr lvl="2"/>
            <a:r>
              <a:rPr lang="en-US" sz="1200" dirty="0"/>
              <a:t>Notional = Short puts * short strike = 10,000 * = 1,750,000</a:t>
            </a:r>
          </a:p>
          <a:p>
            <a:pPr marL="914400" lvl="2" indent="0">
              <a:buNone/>
            </a:pPr>
            <a:endParaRPr lang="en-US" sz="1600" dirty="0"/>
          </a:p>
          <a:p>
            <a:r>
              <a:rPr lang="en-US" sz="1800" b="1" dirty="0"/>
              <a:t>Total Extrinsic value = 613,900</a:t>
            </a:r>
          </a:p>
          <a:p>
            <a:r>
              <a:rPr lang="en-US" sz="1800" b="1" dirty="0"/>
              <a:t>Total Cap req = 943,373 </a:t>
            </a:r>
          </a:p>
          <a:p>
            <a:r>
              <a:rPr lang="en-US" sz="1800" b="1" dirty="0"/>
              <a:t>Total Notional = 9,000,000</a:t>
            </a:r>
          </a:p>
        </p:txBody>
      </p:sp>
      <p:sp>
        <p:nvSpPr>
          <p:cNvPr id="6" name="Content Placeholder 2">
            <a:extLst>
              <a:ext uri="{FF2B5EF4-FFF2-40B4-BE49-F238E27FC236}">
                <a16:creationId xmlns:a16="http://schemas.microsoft.com/office/drawing/2014/main" id="{A524784B-8B74-15B6-AFF5-33654492FB62}"/>
              </a:ext>
            </a:extLst>
          </p:cNvPr>
          <p:cNvSpPr txBox="1">
            <a:spLocks/>
          </p:cNvSpPr>
          <p:nvPr/>
        </p:nvSpPr>
        <p:spPr>
          <a:xfrm>
            <a:off x="6492240" y="667512"/>
            <a:ext cx="5303520" cy="59618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The capital requirement will fluctuate based on how the trade is performing and as we get close to expiration, they are going to require more capital</a:t>
            </a:r>
          </a:p>
          <a:p>
            <a:r>
              <a:rPr lang="en-US" sz="1600" dirty="0"/>
              <a:t>He says that he loves the deltas b/c the deltas are higher on the puts than they are on the calls and that is why he as more calls.</a:t>
            </a:r>
          </a:p>
          <a:p>
            <a:r>
              <a:rPr lang="en-US" sz="1600" dirty="0"/>
              <a:t>It the stock(s) shoot up, the roll all the puts up, capture more premium as now the puts that are getting bought are close to where the stock is at and so are more expensive. Since we are going to sell those put (after buying back the original puts that have gone down in value and so they were profitable to close) </a:t>
            </a:r>
          </a:p>
          <a:p>
            <a:pPr lvl="1"/>
            <a:r>
              <a:rPr lang="en-US" sz="1400" dirty="0"/>
              <a:t>This will help him finance rolling the calls up, as the original call have gone up in value and so they are underwater. Need to be bought back at a loss and they rolled up and will bring less premium as they would be further OTM. So you get credits on the puts to finance the debit on the calls.</a:t>
            </a:r>
          </a:p>
          <a:p>
            <a:r>
              <a:rPr lang="en-US" sz="1800" dirty="0"/>
              <a:t>Rule – You roll the uncontested (easy side, from where the stock is moving away from) side for credit  to finance the contested side (hard) side for debits and hopefully you are able to do it for net positive or pretty close to it and you just move the goal post until you can manufacture the win.</a:t>
            </a:r>
          </a:p>
        </p:txBody>
      </p:sp>
    </p:spTree>
    <p:extLst>
      <p:ext uri="{BB962C8B-B14F-4D97-AF65-F5344CB8AC3E}">
        <p14:creationId xmlns:p14="http://schemas.microsoft.com/office/powerpoint/2010/main" val="8095121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895ED-31BE-1A8F-4936-68A731435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5C83B-284F-8102-8BC5-80390A6A8B2D}"/>
              </a:ext>
            </a:extLst>
          </p:cNvPr>
          <p:cNvSpPr>
            <a:spLocks noGrp="1"/>
          </p:cNvSpPr>
          <p:nvPr>
            <p:ph type="title"/>
          </p:nvPr>
        </p:nvSpPr>
        <p:spPr>
          <a:xfrm>
            <a:off x="838200" y="118237"/>
            <a:ext cx="10515600" cy="549275"/>
          </a:xfrm>
        </p:spPr>
        <p:txBody>
          <a:bodyPr>
            <a:noAutofit/>
          </a:bodyPr>
          <a:lstStyle/>
          <a:p>
            <a:pPr algn="ctr"/>
            <a:r>
              <a:rPr lang="en-US" sz="2800" dirty="0"/>
              <a:t>Short Strangles – Expire 1/16/2026 – 65DTE, Today’s date 11/12/2026</a:t>
            </a:r>
          </a:p>
        </p:txBody>
      </p:sp>
      <p:sp>
        <p:nvSpPr>
          <p:cNvPr id="3" name="Content Placeholder 2">
            <a:extLst>
              <a:ext uri="{FF2B5EF4-FFF2-40B4-BE49-F238E27FC236}">
                <a16:creationId xmlns:a16="http://schemas.microsoft.com/office/drawing/2014/main" id="{644CC156-DEA6-83F4-3FCA-797CDCB3A8DF}"/>
              </a:ext>
            </a:extLst>
          </p:cNvPr>
          <p:cNvSpPr>
            <a:spLocks noGrp="1"/>
          </p:cNvSpPr>
          <p:nvPr>
            <p:ph idx="1"/>
          </p:nvPr>
        </p:nvSpPr>
        <p:spPr>
          <a:xfrm>
            <a:off x="838200" y="667512"/>
            <a:ext cx="6147816" cy="1609344"/>
          </a:xfrm>
        </p:spPr>
        <p:txBody>
          <a:bodyPr>
            <a:normAutofit/>
          </a:bodyPr>
          <a:lstStyle/>
          <a:p>
            <a:r>
              <a:rPr lang="en-US" sz="1600" dirty="0"/>
              <a:t>PLTR – Share Price @190 (He gives 90% chance of working out)</a:t>
            </a:r>
          </a:p>
          <a:p>
            <a:pPr lvl="1"/>
            <a:r>
              <a:rPr lang="en-US" sz="1400" dirty="0"/>
              <a:t>700 Short Calls @260, 19 delta   – Extrinsic 183,750 </a:t>
            </a:r>
            <a:r>
              <a:rPr lang="en-US" sz="1400" dirty="0">
                <a:sym typeface="Wingdings" panose="05000000000000000000" pitchFamily="2" charset="2"/>
              </a:rPr>
              <a:t> Easy side</a:t>
            </a:r>
            <a:endParaRPr lang="en-US" sz="1400" dirty="0"/>
          </a:p>
          <a:p>
            <a:pPr lvl="1"/>
            <a:r>
              <a:rPr lang="en-US" sz="1400" dirty="0"/>
              <a:t>350 Short Puts @160, 12 delta    – Extrinsic 177,800 </a:t>
            </a:r>
            <a:r>
              <a:rPr lang="en-US" sz="1400" dirty="0">
                <a:sym typeface="Wingdings" panose="05000000000000000000" pitchFamily="2" charset="2"/>
              </a:rPr>
              <a:t> Hard side</a:t>
            </a:r>
            <a:endParaRPr lang="en-US" sz="1400" dirty="0"/>
          </a:p>
          <a:p>
            <a:pPr lvl="2"/>
            <a:r>
              <a:rPr lang="en-US" sz="1200" dirty="0"/>
              <a:t>Total extrinsic to be collected = 361,500</a:t>
            </a:r>
          </a:p>
          <a:p>
            <a:pPr lvl="2"/>
            <a:r>
              <a:rPr lang="en-US" sz="1200" dirty="0"/>
              <a:t>Cap. Requirement = 462,878</a:t>
            </a:r>
          </a:p>
          <a:p>
            <a:pPr lvl="2"/>
            <a:r>
              <a:rPr lang="en-US" sz="1200" dirty="0"/>
              <a:t>Notional = Short puts * short strike = 35,000 * 160 = 5,600,000</a:t>
            </a:r>
          </a:p>
          <a:p>
            <a:endParaRPr lang="en-US" sz="1800" b="1" dirty="0"/>
          </a:p>
        </p:txBody>
      </p:sp>
      <p:sp>
        <p:nvSpPr>
          <p:cNvPr id="6" name="Content Placeholder 2">
            <a:extLst>
              <a:ext uri="{FF2B5EF4-FFF2-40B4-BE49-F238E27FC236}">
                <a16:creationId xmlns:a16="http://schemas.microsoft.com/office/drawing/2014/main" id="{C4474699-B389-7D83-EF3D-518A4FB7F72E}"/>
              </a:ext>
            </a:extLst>
          </p:cNvPr>
          <p:cNvSpPr txBox="1">
            <a:spLocks/>
          </p:cNvSpPr>
          <p:nvPr/>
        </p:nvSpPr>
        <p:spPr>
          <a:xfrm>
            <a:off x="792480" y="2276856"/>
            <a:ext cx="10957560" cy="44629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Take the example of PLTR. </a:t>
            </a:r>
          </a:p>
          <a:p>
            <a:pPr lvl="1"/>
            <a:r>
              <a:rPr lang="en-US" sz="1600" dirty="0"/>
              <a:t>Today PLTR is down ~5% to ~ 181. Calls @260 selling for 1.75, puts for 160 selling for 7.20. So if follow the plan</a:t>
            </a:r>
          </a:p>
          <a:p>
            <a:pPr lvl="2"/>
            <a:r>
              <a:rPr lang="en-US" sz="1200" dirty="0"/>
              <a:t>Selling calls will bring 70,000 *1.72 = 124,400</a:t>
            </a:r>
          </a:p>
          <a:p>
            <a:pPr lvl="2"/>
            <a:r>
              <a:rPr lang="en-US" sz="1200" dirty="0"/>
              <a:t>Selling puts will bring 35,000 * 7.20 = 252,000 </a:t>
            </a:r>
          </a:p>
          <a:p>
            <a:pPr lvl="2"/>
            <a:r>
              <a:rPr lang="en-US" sz="1200" dirty="0"/>
              <a:t>Total Extrinsic = 376,400 (not too different from what TJ has)</a:t>
            </a:r>
          </a:p>
          <a:p>
            <a:pPr lvl="1"/>
            <a:r>
              <a:rPr lang="en-US" sz="1800" dirty="0"/>
              <a:t>If the put side gets contested, which means PLTR starts moving down</a:t>
            </a:r>
          </a:p>
          <a:p>
            <a:pPr lvl="2"/>
            <a:r>
              <a:rPr lang="en-US" sz="1100" dirty="0"/>
              <a:t>The calls will go down in value, so short calls will increase in value</a:t>
            </a:r>
          </a:p>
          <a:p>
            <a:pPr lvl="2"/>
            <a:r>
              <a:rPr lang="en-US" sz="1100" dirty="0"/>
              <a:t>Puts will go up, so the short puts would decrease in value</a:t>
            </a:r>
          </a:p>
          <a:p>
            <a:pPr lvl="2"/>
            <a:r>
              <a:rPr lang="en-US" sz="1100" dirty="0"/>
              <a:t>As PLTR goes down, the puts will be closer to the money so the chances of being “put the shares” (obligation to buy) increases</a:t>
            </a:r>
          </a:p>
          <a:p>
            <a:pPr lvl="2"/>
            <a:r>
              <a:rPr lang="en-US" sz="1100" dirty="0"/>
              <a:t>What TJ is saying in that case – Since calls are OTM (uncontested side), we can roll them down</a:t>
            </a:r>
          </a:p>
          <a:p>
            <a:pPr lvl="3"/>
            <a:r>
              <a:rPr lang="en-US" sz="1000" dirty="0"/>
              <a:t>That means we buy the calls @ say 1.50 and sell @250 call @ 1.55 (as the 250 call will be more expensive than the 260 call). So our calls will be @ +1.72 – 1.50 +1.55 = 1.77 – which means we collected .05 on the buy-sale of calls. That brings in 70,000 * .05 more in premium. This is just an example. The net premium that we would collect is more than that (as the premium spread b/w the PLTR strikes is more)</a:t>
            </a:r>
          </a:p>
          <a:p>
            <a:pPr lvl="3"/>
            <a:r>
              <a:rPr lang="en-US" sz="1000" dirty="0"/>
              <a:t>Then the puts, that have gone up in value, needs to be bought at a loss and a lower strike PUT which would be less expensive need to be sold to keep the strangle. So, say the put @160 has moved up to 8 and the put @150 is selling for 7. So put math would be = +7.2 – 8 + 7 = 6.2 (which would be 1 loss). That would be 35000*1 = -35000, which is offset by 3500 brought be the call roll down. So it would still be a loss</a:t>
            </a:r>
          </a:p>
          <a:p>
            <a:pPr lvl="3"/>
            <a:r>
              <a:rPr lang="en-US" sz="1000" dirty="0"/>
              <a:t>However, these are just theoretical examples, TJ is able to figure out either a breakeven on rolls of both calls and puts (the credit from rolling the calls down pays for the rolling down of puts) or slightly credit. In my example that does not seem to be the case</a:t>
            </a:r>
          </a:p>
        </p:txBody>
      </p:sp>
    </p:spTree>
    <p:extLst>
      <p:ext uri="{BB962C8B-B14F-4D97-AF65-F5344CB8AC3E}">
        <p14:creationId xmlns:p14="http://schemas.microsoft.com/office/powerpoint/2010/main" val="15323144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1A351-2C78-24FB-4082-1F1268EA7D8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CABEF2A-1E1F-7868-39C4-0B9F7E3F8727}"/>
              </a:ext>
            </a:extLst>
          </p:cNvPr>
          <p:cNvSpPr>
            <a:spLocks noGrp="1"/>
          </p:cNvSpPr>
          <p:nvPr>
            <p:ph type="subTitle" idx="1"/>
          </p:nvPr>
        </p:nvSpPr>
        <p:spPr>
          <a:xfrm>
            <a:off x="1277133" y="2286001"/>
            <a:ext cx="9144000" cy="1143000"/>
          </a:xfrm>
        </p:spPr>
        <p:txBody>
          <a:bodyPr>
            <a:normAutofit/>
          </a:bodyPr>
          <a:lstStyle/>
          <a:p>
            <a:r>
              <a:rPr lang="en-US" sz="7200" b="1" dirty="0"/>
              <a:t>Tracking Michelle</a:t>
            </a:r>
          </a:p>
        </p:txBody>
      </p:sp>
    </p:spTree>
    <p:extLst>
      <p:ext uri="{BB962C8B-B14F-4D97-AF65-F5344CB8AC3E}">
        <p14:creationId xmlns:p14="http://schemas.microsoft.com/office/powerpoint/2010/main" val="995850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97305-9A0B-155F-D390-59E381D4A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410DC-59BB-267A-4402-CA68646F5907}"/>
              </a:ext>
            </a:extLst>
          </p:cNvPr>
          <p:cNvSpPr>
            <a:spLocks noGrp="1"/>
          </p:cNvSpPr>
          <p:nvPr>
            <p:ph type="title"/>
          </p:nvPr>
        </p:nvSpPr>
        <p:spPr>
          <a:xfrm>
            <a:off x="838200" y="118237"/>
            <a:ext cx="10515600" cy="549275"/>
          </a:xfrm>
        </p:spPr>
        <p:txBody>
          <a:bodyPr>
            <a:noAutofit/>
          </a:bodyPr>
          <a:lstStyle/>
          <a:p>
            <a:pPr algn="ctr"/>
            <a:r>
              <a:rPr lang="en-US" sz="2800" dirty="0"/>
              <a:t>Tracking Michelle</a:t>
            </a:r>
          </a:p>
        </p:txBody>
      </p:sp>
      <p:sp>
        <p:nvSpPr>
          <p:cNvPr id="3" name="Content Placeholder 2">
            <a:extLst>
              <a:ext uri="{FF2B5EF4-FFF2-40B4-BE49-F238E27FC236}">
                <a16:creationId xmlns:a16="http://schemas.microsoft.com/office/drawing/2014/main" id="{1D645741-EBE3-ED82-8F4A-DB351412CDBC}"/>
              </a:ext>
            </a:extLst>
          </p:cNvPr>
          <p:cNvSpPr>
            <a:spLocks noGrp="1"/>
          </p:cNvSpPr>
          <p:nvPr>
            <p:ph idx="1"/>
          </p:nvPr>
        </p:nvSpPr>
        <p:spPr>
          <a:xfrm>
            <a:off x="838200" y="667512"/>
            <a:ext cx="10957560" cy="5961888"/>
          </a:xfrm>
        </p:spPr>
        <p:txBody>
          <a:bodyPr>
            <a:normAutofit/>
          </a:bodyPr>
          <a:lstStyle/>
          <a:p>
            <a:r>
              <a:rPr lang="en-US" sz="1600" dirty="0"/>
              <a:t>11/10/2025 (Mon)</a:t>
            </a:r>
          </a:p>
          <a:p>
            <a:pPr lvl="1"/>
            <a:r>
              <a:rPr lang="en-US" sz="1200" dirty="0"/>
              <a:t>IBIT around @60, sold IBIT put @59.50 for .74 for Nov 14 (5DTE)</a:t>
            </a:r>
          </a:p>
          <a:p>
            <a:pPr lvl="1"/>
            <a:r>
              <a:rPr lang="en-US" sz="1200" dirty="0"/>
              <a:t>BBAI around @5.5, sold BBAI put @5.5 for .30 for Nov 14 (5DTE)</a:t>
            </a:r>
          </a:p>
          <a:p>
            <a:r>
              <a:rPr lang="en-US" sz="1600" dirty="0"/>
              <a:t>11/12/2025 (Wed)</a:t>
            </a:r>
          </a:p>
          <a:p>
            <a:pPr lvl="1"/>
            <a:r>
              <a:rPr lang="en-US" sz="1200" dirty="0"/>
              <a:t>IBIT around @57.47, so the PUT @59.50 is ITM, gone higher, and is trading around 2.20 </a:t>
            </a:r>
          </a:p>
          <a:p>
            <a:pPr lvl="2"/>
            <a:r>
              <a:rPr lang="en-US" sz="1000" dirty="0"/>
              <a:t>Paper Loss = +.74 - 2.2 = -1.46 (-146) </a:t>
            </a:r>
            <a:r>
              <a:rPr lang="en-US" sz="1000" dirty="0">
                <a:sym typeface="Wingdings" panose="05000000000000000000" pitchFamily="2" charset="2"/>
              </a:rPr>
              <a:t> Not doing anything with it right now</a:t>
            </a:r>
            <a:endParaRPr lang="en-US" sz="1000" dirty="0"/>
          </a:p>
          <a:p>
            <a:pPr lvl="1"/>
            <a:r>
              <a:rPr lang="en-US" sz="1400" dirty="0"/>
              <a:t>BBAI around @6.91, so the PUT @5.5 is still OTM, gone lower, and is trading around .05</a:t>
            </a:r>
          </a:p>
          <a:p>
            <a:pPr lvl="2"/>
            <a:r>
              <a:rPr lang="en-US" sz="1000" dirty="0"/>
              <a:t>Paper gain = +.3 -.05 = .25 (25)  </a:t>
            </a:r>
            <a:r>
              <a:rPr lang="en-US" sz="1000" dirty="0">
                <a:sym typeface="Wingdings" panose="05000000000000000000" pitchFamily="2" charset="2"/>
              </a:rPr>
              <a:t> </a:t>
            </a:r>
            <a:r>
              <a:rPr lang="en-US" sz="1000" dirty="0"/>
              <a:t>She was trying to buy it back…the order has not executed yet</a:t>
            </a:r>
          </a:p>
          <a:p>
            <a:pPr lvl="1"/>
            <a:r>
              <a:rPr lang="en-US" sz="1400" dirty="0"/>
              <a:t>She bought 100 shares of BBAI @7.01 and then sold a call (CC) for Nov 14</a:t>
            </a:r>
            <a:r>
              <a:rPr lang="en-US" sz="1400" baseline="30000" dirty="0"/>
              <a:t>th</a:t>
            </a:r>
            <a:r>
              <a:rPr lang="en-US" sz="1400" dirty="0"/>
              <a:t> strike @7.5 for .13 </a:t>
            </a:r>
          </a:p>
          <a:p>
            <a:endParaRPr lang="en-US" sz="1800" b="1" dirty="0"/>
          </a:p>
        </p:txBody>
      </p:sp>
    </p:spTree>
    <p:extLst>
      <p:ext uri="{BB962C8B-B14F-4D97-AF65-F5344CB8AC3E}">
        <p14:creationId xmlns:p14="http://schemas.microsoft.com/office/powerpoint/2010/main" val="24427381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2C8AD-C3AD-90DA-9240-7E94A76DDA7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938503A-E2E6-C78E-EC9D-A32BCA97EAD6}"/>
              </a:ext>
            </a:extLst>
          </p:cNvPr>
          <p:cNvSpPr>
            <a:spLocks noGrp="1"/>
          </p:cNvSpPr>
          <p:nvPr>
            <p:ph type="subTitle" idx="1"/>
          </p:nvPr>
        </p:nvSpPr>
        <p:spPr>
          <a:xfrm>
            <a:off x="1277133" y="2286001"/>
            <a:ext cx="9144000" cy="1143000"/>
          </a:xfrm>
        </p:spPr>
        <p:txBody>
          <a:bodyPr>
            <a:normAutofit/>
          </a:bodyPr>
          <a:lstStyle/>
          <a:p>
            <a:r>
              <a:rPr lang="en-US" sz="7200" b="1" dirty="0"/>
              <a:t>BMNR Idea</a:t>
            </a:r>
          </a:p>
        </p:txBody>
      </p:sp>
    </p:spTree>
    <p:extLst>
      <p:ext uri="{BB962C8B-B14F-4D97-AF65-F5344CB8AC3E}">
        <p14:creationId xmlns:p14="http://schemas.microsoft.com/office/powerpoint/2010/main" val="19245162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95E0-590F-162C-7ADB-A2BD1619EC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00E5CE-7F09-133B-FA80-4003B53540F9}"/>
              </a:ext>
            </a:extLst>
          </p:cNvPr>
          <p:cNvSpPr>
            <a:spLocks noGrp="1"/>
          </p:cNvSpPr>
          <p:nvPr>
            <p:ph type="title"/>
          </p:nvPr>
        </p:nvSpPr>
        <p:spPr>
          <a:xfrm>
            <a:off x="838200" y="0"/>
            <a:ext cx="10515600" cy="549275"/>
          </a:xfrm>
        </p:spPr>
        <p:txBody>
          <a:bodyPr>
            <a:noAutofit/>
          </a:bodyPr>
          <a:lstStyle/>
          <a:p>
            <a:pPr algn="ctr"/>
            <a:r>
              <a:rPr lang="en-US" sz="2800" b="1" u="sng" dirty="0"/>
              <a:t>BMNR – Sell Long dated Puts to buy Shares</a:t>
            </a:r>
          </a:p>
        </p:txBody>
      </p:sp>
      <p:sp>
        <p:nvSpPr>
          <p:cNvPr id="3" name="Content Placeholder 2">
            <a:extLst>
              <a:ext uri="{FF2B5EF4-FFF2-40B4-BE49-F238E27FC236}">
                <a16:creationId xmlns:a16="http://schemas.microsoft.com/office/drawing/2014/main" id="{34A69FC1-2B7D-FD39-1325-4D9826953EC7}"/>
              </a:ext>
            </a:extLst>
          </p:cNvPr>
          <p:cNvSpPr>
            <a:spLocks noGrp="1"/>
          </p:cNvSpPr>
          <p:nvPr>
            <p:ph idx="1"/>
          </p:nvPr>
        </p:nvSpPr>
        <p:spPr>
          <a:xfrm>
            <a:off x="838200" y="549275"/>
            <a:ext cx="10957560" cy="6044184"/>
          </a:xfrm>
        </p:spPr>
        <p:txBody>
          <a:bodyPr>
            <a:normAutofit fontScale="25000" lnSpcReduction="20000"/>
          </a:bodyPr>
          <a:lstStyle/>
          <a:p>
            <a:r>
              <a:rPr lang="en-US" sz="8000" b="1" dirty="0"/>
              <a:t>Price of BNMR has gone down a lot in the last few weeks, with current price ~$35</a:t>
            </a:r>
          </a:p>
          <a:p>
            <a:pPr marL="0" indent="0">
              <a:buNone/>
            </a:pPr>
            <a:endParaRPr lang="en-US" sz="5600" dirty="0"/>
          </a:p>
          <a:p>
            <a:pPr lvl="1"/>
            <a:r>
              <a:rPr lang="en-US" sz="7200" dirty="0"/>
              <a:t>Sell Jan 2028 (796 days out) Put for $10.50, collect $1050 per contract</a:t>
            </a:r>
          </a:p>
          <a:p>
            <a:pPr lvl="1"/>
            <a:r>
              <a:rPr lang="en-US" sz="7200" dirty="0"/>
              <a:t>Some amount of money tied up for selling puts (depending upon your brokerage)</a:t>
            </a:r>
          </a:p>
          <a:p>
            <a:pPr lvl="1"/>
            <a:r>
              <a:rPr lang="en-US" sz="7200" dirty="0"/>
              <a:t>From the collected Premium, buy $1050/$35 = ~30 BMNR shares</a:t>
            </a:r>
          </a:p>
          <a:p>
            <a:pPr marL="457200" lvl="1" indent="0">
              <a:buNone/>
            </a:pPr>
            <a:endParaRPr lang="en-US" sz="5600" dirty="0"/>
          </a:p>
          <a:p>
            <a:r>
              <a:rPr lang="en-US" sz="6400" b="1" dirty="0"/>
              <a:t>Case 1 – Best/Big Bull Case – BMNR price moves up rapidly</a:t>
            </a:r>
          </a:p>
          <a:p>
            <a:pPr lvl="1"/>
            <a:r>
              <a:rPr lang="en-US" sz="6400" dirty="0"/>
              <a:t>The puts lose value over time. Best case expire worthless or are very cheap (say ~$1 to buy back)</a:t>
            </a:r>
          </a:p>
          <a:p>
            <a:pPr lvl="1"/>
            <a:r>
              <a:rPr lang="en-US" sz="6400" dirty="0"/>
              <a:t>The 30 shares are free (cost basis $0), depending upon the put value. </a:t>
            </a:r>
          </a:p>
          <a:p>
            <a:pPr lvl="1"/>
            <a:r>
              <a:rPr lang="en-US" sz="6400" dirty="0"/>
              <a:t>If put is bought back, that cost gets added to per share cost basis, but hopefully not significant (~$1/per shares for the scenario above)</a:t>
            </a:r>
          </a:p>
          <a:p>
            <a:pPr marL="457200" lvl="1" indent="0">
              <a:buNone/>
            </a:pPr>
            <a:endParaRPr lang="en-US" sz="6400" dirty="0"/>
          </a:p>
          <a:p>
            <a:r>
              <a:rPr lang="en-US" sz="6400" b="1" dirty="0"/>
              <a:t>Case 2 – BMNR stock does not move significantly up and is down to $25</a:t>
            </a:r>
          </a:p>
          <a:p>
            <a:pPr lvl="1"/>
            <a:r>
              <a:rPr lang="en-US" sz="6400" dirty="0"/>
              <a:t>The stock does not get put.</a:t>
            </a:r>
          </a:p>
          <a:p>
            <a:pPr lvl="1"/>
            <a:r>
              <a:rPr lang="en-US" sz="6400" dirty="0"/>
              <a:t>The puts still lose value over time</a:t>
            </a:r>
          </a:p>
          <a:p>
            <a:pPr lvl="1"/>
            <a:r>
              <a:rPr lang="en-US" sz="6400" dirty="0"/>
              <a:t>The 30 shares are free (cost basis $0, but read below). </a:t>
            </a:r>
          </a:p>
          <a:p>
            <a:pPr lvl="1"/>
            <a:r>
              <a:rPr lang="en-US" sz="6400" dirty="0"/>
              <a:t>However, it is possible that the put will have increased in price (though Theta decay may balance it out), so, if for some reason (need to free up margin), put needs to be bought back before near expiration, then this does not work.</a:t>
            </a:r>
          </a:p>
          <a:p>
            <a:pPr lvl="1"/>
            <a:r>
              <a:rPr lang="en-US" sz="6400" dirty="0"/>
              <a:t>Say the put needs to be bought back at $20, then the average cost is ~$32  (+$1050 - $2000 = -$950/30). You are about ~$7  loss per share ($25 - $32)</a:t>
            </a:r>
          </a:p>
          <a:p>
            <a:pPr marL="457200" lvl="1" indent="0">
              <a:buNone/>
            </a:pPr>
            <a:endParaRPr lang="en-US" sz="6400" dirty="0"/>
          </a:p>
          <a:p>
            <a:r>
              <a:rPr lang="en-US" sz="6400" b="1" dirty="0"/>
              <a:t>Case 3 – BMNR stock falls and the shares get put to us</a:t>
            </a:r>
          </a:p>
          <a:p>
            <a:pPr lvl="1"/>
            <a:r>
              <a:rPr lang="en-US" sz="6400" dirty="0"/>
              <a:t>We are put shares @25. So, per contract need to pony up $2500 at the time of put exercise</a:t>
            </a:r>
          </a:p>
          <a:p>
            <a:pPr lvl="1"/>
            <a:r>
              <a:rPr lang="en-US" sz="6400" dirty="0"/>
              <a:t>Total shares we have is 100 (from the put shares) + 30 (bought from the premium)</a:t>
            </a:r>
          </a:p>
          <a:p>
            <a:pPr lvl="1"/>
            <a:r>
              <a:rPr lang="en-US" sz="6400" dirty="0"/>
              <a:t>Average share cost = 2500/130 = ~$19</a:t>
            </a:r>
          </a:p>
          <a:p>
            <a:pPr lvl="1"/>
            <a:r>
              <a:rPr lang="en-US" sz="6400" dirty="0"/>
              <a:t>Works long term if BMNR rises…</a:t>
            </a:r>
            <a:endParaRPr lang="en-US" sz="1200" dirty="0"/>
          </a:p>
        </p:txBody>
      </p:sp>
    </p:spTree>
    <p:extLst>
      <p:ext uri="{BB962C8B-B14F-4D97-AF65-F5344CB8AC3E}">
        <p14:creationId xmlns:p14="http://schemas.microsoft.com/office/powerpoint/2010/main" val="13556787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74646-FDD9-DD79-B9E1-D1F3C90EAE7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3E36522-EFB4-20D5-3AFF-56E118DDC455}"/>
              </a:ext>
            </a:extLst>
          </p:cNvPr>
          <p:cNvSpPr>
            <a:spLocks noGrp="1"/>
          </p:cNvSpPr>
          <p:nvPr>
            <p:ph type="subTitle" idx="1"/>
          </p:nvPr>
        </p:nvSpPr>
        <p:spPr>
          <a:xfrm>
            <a:off x="1277133" y="2286001"/>
            <a:ext cx="9144000" cy="1143000"/>
          </a:xfrm>
        </p:spPr>
        <p:txBody>
          <a:bodyPr>
            <a:normAutofit/>
          </a:bodyPr>
          <a:lstStyle/>
          <a:p>
            <a:r>
              <a:rPr lang="en-US" sz="7200" b="1" dirty="0"/>
              <a:t>Misc Things</a:t>
            </a:r>
          </a:p>
        </p:txBody>
      </p:sp>
    </p:spTree>
    <p:extLst>
      <p:ext uri="{BB962C8B-B14F-4D97-AF65-F5344CB8AC3E}">
        <p14:creationId xmlns:p14="http://schemas.microsoft.com/office/powerpoint/2010/main" val="31086630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ACF94-7A3E-6C89-F6DC-8E03237E3D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5BF957-87E7-EDD2-041D-D8678BAD852D}"/>
              </a:ext>
            </a:extLst>
          </p:cNvPr>
          <p:cNvSpPr>
            <a:spLocks noGrp="1"/>
          </p:cNvSpPr>
          <p:nvPr>
            <p:ph idx="1"/>
          </p:nvPr>
        </p:nvSpPr>
        <p:spPr>
          <a:xfrm>
            <a:off x="838200" y="406908"/>
            <a:ext cx="10957560" cy="2419419"/>
          </a:xfrm>
        </p:spPr>
        <p:txBody>
          <a:bodyPr>
            <a:normAutofit/>
          </a:bodyPr>
          <a:lstStyle/>
          <a:p>
            <a:r>
              <a:rPr lang="en-US" sz="1800" b="1" dirty="0"/>
              <a:t>If you sell puts at different premiums for same expiry and same strike</a:t>
            </a:r>
          </a:p>
          <a:p>
            <a:pPr lvl="1"/>
            <a:r>
              <a:rPr lang="en-US" sz="1400" dirty="0"/>
              <a:t>I sold 5 puts each three different days for Jan 28 expiry, strike @25</a:t>
            </a:r>
          </a:p>
          <a:p>
            <a:pPr lvl="1"/>
            <a:r>
              <a:rPr lang="en-US" sz="1400" dirty="0"/>
              <a:t>Received premiums of 9, 11, and 13 respectively. Average premium received is 11</a:t>
            </a:r>
          </a:p>
          <a:p>
            <a:pPr lvl="1"/>
            <a:r>
              <a:rPr lang="en-US" sz="1400" dirty="0"/>
              <a:t>They are treated different/individual puts by the broker</a:t>
            </a:r>
          </a:p>
          <a:p>
            <a:pPr lvl="1"/>
            <a:r>
              <a:rPr lang="en-US" sz="1400" dirty="0"/>
              <a:t>So, it is possible that some of the puts can be assigned early, even though the average premium received is higher (and so, in your mind, Breakeven would be lower) than the put that collected the least premium</a:t>
            </a:r>
          </a:p>
          <a:p>
            <a:pPr lvl="2"/>
            <a:r>
              <a:rPr lang="en-US" sz="1400" b="1" u="sng" dirty="0"/>
              <a:t>Even though the average premium is 11 (and, so average BE is 14), BE on the first put is 16 and the third put is 12. </a:t>
            </a:r>
          </a:p>
          <a:p>
            <a:pPr lvl="2"/>
            <a:r>
              <a:rPr lang="en-US" sz="1400" dirty="0"/>
              <a:t>That implies if the puts go ITM before expiration (stock falls below 25), then each put would be treated differently at the broker to determine early assignment</a:t>
            </a:r>
            <a:endParaRPr lang="en-US" sz="7200" dirty="0"/>
          </a:p>
          <a:p>
            <a:pPr lvl="2"/>
            <a:endParaRPr lang="en-US" sz="5600" dirty="0"/>
          </a:p>
        </p:txBody>
      </p:sp>
    </p:spTree>
    <p:extLst>
      <p:ext uri="{BB962C8B-B14F-4D97-AF65-F5344CB8AC3E}">
        <p14:creationId xmlns:p14="http://schemas.microsoft.com/office/powerpoint/2010/main" val="36413090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1206C-20BB-C3DD-0B5C-51534EFE88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233BC7-EED4-75C4-A423-6CB9F06AC6F4}"/>
              </a:ext>
            </a:extLst>
          </p:cNvPr>
          <p:cNvSpPr>
            <a:spLocks noGrp="1"/>
          </p:cNvSpPr>
          <p:nvPr>
            <p:ph idx="1"/>
          </p:nvPr>
        </p:nvSpPr>
        <p:spPr>
          <a:xfrm>
            <a:off x="256309" y="129817"/>
            <a:ext cx="4675909" cy="2650329"/>
          </a:xfrm>
        </p:spPr>
        <p:txBody>
          <a:bodyPr>
            <a:normAutofit fontScale="40000" lnSpcReduction="20000"/>
          </a:bodyPr>
          <a:lstStyle/>
          <a:p>
            <a:r>
              <a:rPr lang="en-US" dirty="0"/>
              <a:t>Let’s do this again - and run three scenarios for early assignment possibilities</a:t>
            </a:r>
          </a:p>
          <a:p>
            <a:pPr lvl="1"/>
            <a:r>
              <a:rPr lang="en-US" sz="2800" dirty="0"/>
              <a:t>stock at 10 six months from now</a:t>
            </a:r>
          </a:p>
          <a:p>
            <a:pPr lvl="1"/>
            <a:r>
              <a:rPr lang="en-US" sz="2800" dirty="0"/>
              <a:t>stock at 10 one month before expiration</a:t>
            </a:r>
          </a:p>
          <a:p>
            <a:pPr lvl="1"/>
            <a:r>
              <a:rPr lang="en-US" sz="2800" dirty="0"/>
              <a:t>stock at 10 on the day of expiration</a:t>
            </a:r>
          </a:p>
          <a:p>
            <a:r>
              <a:rPr lang="en-US" b="1" dirty="0"/>
              <a:t>Exact Early Assignment Analysis</a:t>
            </a:r>
          </a:p>
          <a:p>
            <a:r>
              <a:rPr lang="en-US" dirty="0"/>
              <a:t>Short Put: Jan 2028 $25 strike </a:t>
            </a:r>
          </a:p>
          <a:p>
            <a:r>
              <a:rPr lang="en-US" dirty="0"/>
              <a:t>Premium received today: $11.00 </a:t>
            </a:r>
          </a:p>
          <a:p>
            <a:r>
              <a:rPr lang="en-US" dirty="0"/>
              <a:t>Stock pays </a:t>
            </a:r>
            <a:r>
              <a:rPr lang="en-US" b="1" dirty="0"/>
              <a:t>NO dividend</a:t>
            </a:r>
            <a:r>
              <a:rPr lang="en-US" dirty="0"/>
              <a:t> </a:t>
            </a:r>
          </a:p>
          <a:p>
            <a:r>
              <a:rPr lang="en-US" dirty="0"/>
              <a:t>Current date: Nov 2025 </a:t>
            </a:r>
          </a:p>
          <a:p>
            <a:r>
              <a:rPr lang="en-US" dirty="0"/>
              <a:t>Expiration: Jan 2028 (~26 months away)</a:t>
            </a:r>
          </a:p>
          <a:p>
            <a:r>
              <a:rPr lang="en-US" dirty="0"/>
              <a:t>We look at the </a:t>
            </a:r>
            <a:r>
              <a:rPr lang="en-US" b="1" dirty="0"/>
              <a:t>same stock price = $10</a:t>
            </a:r>
            <a:r>
              <a:rPr lang="en-US" dirty="0"/>
              <a:t> in three different time frames.</a:t>
            </a:r>
          </a:p>
          <a:p>
            <a:pPr lvl="1"/>
            <a:endParaRPr lang="en-US" dirty="0"/>
          </a:p>
          <a:p>
            <a:pPr marL="914400" lvl="2" indent="0">
              <a:buNone/>
            </a:pPr>
            <a:endParaRPr lang="en-US" sz="1600" dirty="0"/>
          </a:p>
        </p:txBody>
      </p:sp>
      <p:graphicFrame>
        <p:nvGraphicFramePr>
          <p:cNvPr id="2" name="Table 1">
            <a:extLst>
              <a:ext uri="{FF2B5EF4-FFF2-40B4-BE49-F238E27FC236}">
                <a16:creationId xmlns:a16="http://schemas.microsoft.com/office/drawing/2014/main" id="{AB94E139-2A9E-6489-990B-703CA5508093}"/>
              </a:ext>
            </a:extLst>
          </p:cNvPr>
          <p:cNvGraphicFramePr>
            <a:graphicFrameLocks noGrp="1"/>
          </p:cNvGraphicFramePr>
          <p:nvPr>
            <p:extLst>
              <p:ext uri="{D42A27DB-BD31-4B8C-83A1-F6EECF244321}">
                <p14:modId xmlns:p14="http://schemas.microsoft.com/office/powerpoint/2010/main" val="2782902161"/>
              </p:ext>
            </p:extLst>
          </p:nvPr>
        </p:nvGraphicFramePr>
        <p:xfrm>
          <a:off x="433185" y="3057237"/>
          <a:ext cx="9375834" cy="3577468"/>
        </p:xfrm>
        <a:graphic>
          <a:graphicData uri="http://schemas.openxmlformats.org/drawingml/2006/table">
            <a:tbl>
              <a:tblPr/>
              <a:tblGrid>
                <a:gridCol w="999254">
                  <a:extLst>
                    <a:ext uri="{9D8B030D-6E8A-4147-A177-3AD203B41FA5}">
                      <a16:colId xmlns:a16="http://schemas.microsoft.com/office/drawing/2014/main" val="4240681480"/>
                    </a:ext>
                  </a:extLst>
                </a:gridCol>
                <a:gridCol w="667611">
                  <a:extLst>
                    <a:ext uri="{9D8B030D-6E8A-4147-A177-3AD203B41FA5}">
                      <a16:colId xmlns:a16="http://schemas.microsoft.com/office/drawing/2014/main" val="2118813573"/>
                    </a:ext>
                  </a:extLst>
                </a:gridCol>
                <a:gridCol w="1121653">
                  <a:extLst>
                    <a:ext uri="{9D8B030D-6E8A-4147-A177-3AD203B41FA5}">
                      <a16:colId xmlns:a16="http://schemas.microsoft.com/office/drawing/2014/main" val="2196154137"/>
                    </a:ext>
                  </a:extLst>
                </a:gridCol>
                <a:gridCol w="1005905">
                  <a:extLst>
                    <a:ext uri="{9D8B030D-6E8A-4147-A177-3AD203B41FA5}">
                      <a16:colId xmlns:a16="http://schemas.microsoft.com/office/drawing/2014/main" val="3008275833"/>
                    </a:ext>
                  </a:extLst>
                </a:gridCol>
                <a:gridCol w="1468774">
                  <a:extLst>
                    <a:ext uri="{9D8B030D-6E8A-4147-A177-3AD203B41FA5}">
                      <a16:colId xmlns:a16="http://schemas.microsoft.com/office/drawing/2014/main" val="2924074855"/>
                    </a:ext>
                  </a:extLst>
                </a:gridCol>
                <a:gridCol w="1086020">
                  <a:extLst>
                    <a:ext uri="{9D8B030D-6E8A-4147-A177-3AD203B41FA5}">
                      <a16:colId xmlns:a16="http://schemas.microsoft.com/office/drawing/2014/main" val="1721622875"/>
                    </a:ext>
                  </a:extLst>
                </a:gridCol>
                <a:gridCol w="3026617">
                  <a:extLst>
                    <a:ext uri="{9D8B030D-6E8A-4147-A177-3AD203B41FA5}">
                      <a16:colId xmlns:a16="http://schemas.microsoft.com/office/drawing/2014/main" val="3499215803"/>
                    </a:ext>
                  </a:extLst>
                </a:gridCol>
              </a:tblGrid>
              <a:tr h="318114">
                <a:tc>
                  <a:txBody>
                    <a:bodyPr/>
                    <a:lstStyle/>
                    <a:p>
                      <a:pPr algn="ctr">
                        <a:buNone/>
                      </a:pPr>
                      <a:r>
                        <a:rPr lang="en-US" sz="900" dirty="0"/>
                        <a:t>Scenario</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dirty="0"/>
                        <a:t>Time Remaining</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a:t>Intrinsic Value</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dirty="0"/>
                        <a:t>Estimated Extrinsic / Time Value Left</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a:t>Rational Early Assignment?</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a:t>Real-World Probability</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a:t>What Actually Happens to You</a:t>
                      </a:r>
                    </a:p>
                  </a:txBody>
                  <a:tcPr marL="25748" marR="25748" marT="12874" marB="12874" anchor="ctr">
                    <a:lnL>
                      <a:noFill/>
                    </a:lnL>
                    <a:lnR>
                      <a:noFill/>
                    </a:lnR>
                    <a:lnT>
                      <a:noFill/>
                    </a:lnT>
                    <a:lnB>
                      <a:noFill/>
                    </a:lnB>
                    <a:solidFill>
                      <a:schemeClr val="bg1">
                        <a:lumMod val="85000"/>
                      </a:schemeClr>
                    </a:solidFill>
                  </a:tcPr>
                </a:tc>
                <a:extLst>
                  <a:ext uri="{0D108BD9-81ED-4DB2-BD59-A6C34878D82A}">
                    <a16:rowId xmlns:a16="http://schemas.microsoft.com/office/drawing/2014/main" val="2011251034"/>
                  </a:ext>
                </a:extLst>
              </a:tr>
              <a:tr h="711584">
                <a:tc>
                  <a:txBody>
                    <a:bodyPr/>
                    <a:lstStyle/>
                    <a:p>
                      <a:pPr algn="ctr">
                        <a:buNone/>
                      </a:pPr>
                      <a:r>
                        <a:rPr lang="en-US" sz="900" b="1"/>
                        <a:t>1. Stock at $10 six months from now</a:t>
                      </a:r>
                      <a:r>
                        <a:rPr lang="en-US" sz="900"/>
                        <a:t> (May 2026)</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b="1"/>
                        <a:t>~20 months</a:t>
                      </a:r>
                      <a:endParaRPr lang="en-US" sz="900"/>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dirty="0"/>
                        <a:t>$15.00</a:t>
                      </a:r>
                    </a:p>
                  </a:txBody>
                  <a:tcPr marL="0" marR="0" marT="0" marB="0" anchor="ctr">
                    <a:lnL>
                      <a:noFill/>
                    </a:lnL>
                    <a:lnR>
                      <a:noFill/>
                    </a:lnR>
                    <a:lnT>
                      <a:noFill/>
                    </a:lnT>
                    <a:lnB>
                      <a:noFill/>
                    </a:lnB>
                    <a:solidFill>
                      <a:schemeClr val="bg1">
                        <a:lumMod val="85000"/>
                      </a:schemeClr>
                    </a:solidFill>
                  </a:tcPr>
                </a:tc>
                <a:tc>
                  <a:txBody>
                    <a:bodyPr/>
                    <a:lstStyle/>
                    <a:p>
                      <a:pPr algn="ctr">
                        <a:buNone/>
                      </a:pPr>
                      <a:r>
                        <a:rPr lang="en-US" sz="900" b="1" dirty="0"/>
                        <a:t>$7 – $9</a:t>
                      </a:r>
                      <a:r>
                        <a:rPr lang="en-US" sz="900" dirty="0"/>
                        <a:t> (still huge because of 20 months of theta + volatility)</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b="1" dirty="0"/>
                        <a:t>Impossible</a:t>
                      </a:r>
                      <a:r>
                        <a:rPr lang="en-US" sz="900" dirty="0"/>
                        <a:t> — buyer would throw away $700–$900 per contract</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b="1" dirty="0"/>
                        <a:t>0%</a:t>
                      </a:r>
                      <a:endParaRPr lang="en-US" sz="900" dirty="0"/>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a:t>Nothing. You keep collecting theta. You could roll the put down/out for a big credit if you want.</a:t>
                      </a:r>
                    </a:p>
                  </a:txBody>
                  <a:tcPr marL="25748" marR="25748" marT="12874" marB="12874" anchor="ctr">
                    <a:lnL>
                      <a:noFill/>
                    </a:lnL>
                    <a:lnR>
                      <a:noFill/>
                    </a:lnR>
                    <a:lnT>
                      <a:noFill/>
                    </a:lnT>
                    <a:lnB>
                      <a:noFill/>
                    </a:lnB>
                    <a:solidFill>
                      <a:schemeClr val="bg1">
                        <a:lumMod val="85000"/>
                      </a:schemeClr>
                    </a:solidFill>
                  </a:tcPr>
                </a:tc>
                <a:extLst>
                  <a:ext uri="{0D108BD9-81ED-4DB2-BD59-A6C34878D82A}">
                    <a16:rowId xmlns:a16="http://schemas.microsoft.com/office/drawing/2014/main" val="3808147992"/>
                  </a:ext>
                </a:extLst>
              </a:tr>
              <a:tr h="904735">
                <a:tc>
                  <a:txBody>
                    <a:bodyPr/>
                    <a:lstStyle/>
                    <a:p>
                      <a:pPr algn="ctr">
                        <a:buNone/>
                      </a:pPr>
                      <a:r>
                        <a:rPr lang="en-US" sz="900" b="1"/>
                        <a:t>2. Stock at $10 one month before expiration</a:t>
                      </a:r>
                      <a:r>
                        <a:rPr lang="en-US" sz="900"/>
                        <a:t> (Dec 2027)</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b="1" dirty="0"/>
                        <a:t>~30 days</a:t>
                      </a:r>
                      <a:endParaRPr lang="en-US" sz="900" dirty="0"/>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a:t>$15.00</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b="1" dirty="0"/>
                        <a:t>$0.80 – $1.50</a:t>
                      </a:r>
                      <a:r>
                        <a:rPr lang="en-US" sz="900" dirty="0"/>
                        <a:t> (still meaningful because of 1 month of weekend theta + volatility)</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b="1" dirty="0"/>
                        <a:t>Highly irrational</a:t>
                      </a:r>
                      <a:r>
                        <a:rPr lang="en-US" sz="900" dirty="0"/>
                        <a:t> — buyer still gives up $80–$150 per contract + any remaining gamma/</a:t>
                      </a:r>
                      <a:r>
                        <a:rPr lang="en-US" sz="900" dirty="0" err="1"/>
                        <a:t>vega</a:t>
                      </a:r>
                      <a:endParaRPr lang="en-US" sz="900" dirty="0"/>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b="1"/>
                        <a:t>&lt; 1%</a:t>
                      </a:r>
                      <a:r>
                        <a:rPr lang="en-US" sz="900"/>
                        <a:t> (almost never happens on non-dividend stocks)</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dirty="0"/>
                        <a:t>99.9% chance nothing happens. Robinhood and most brokers will send you a courtesy “possible assignment” warning, but it almost never executes. You can buy back for ~$15.80–$16.50 or just let it ride.</a:t>
                      </a:r>
                    </a:p>
                  </a:txBody>
                  <a:tcPr marL="25748" marR="25748" marT="12874" marB="12874" anchor="ctr">
                    <a:lnL>
                      <a:noFill/>
                    </a:lnL>
                    <a:lnR>
                      <a:noFill/>
                    </a:lnR>
                    <a:lnT>
                      <a:noFill/>
                    </a:lnT>
                    <a:lnB>
                      <a:noFill/>
                    </a:lnB>
                    <a:solidFill>
                      <a:schemeClr val="bg1">
                        <a:lumMod val="85000"/>
                      </a:schemeClr>
                    </a:solidFill>
                  </a:tcPr>
                </a:tc>
                <a:extLst>
                  <a:ext uri="{0D108BD9-81ED-4DB2-BD59-A6C34878D82A}">
                    <a16:rowId xmlns:a16="http://schemas.microsoft.com/office/drawing/2014/main" val="3356357938"/>
                  </a:ext>
                </a:extLst>
              </a:tr>
              <a:tr h="1643035">
                <a:tc>
                  <a:txBody>
                    <a:bodyPr/>
                    <a:lstStyle/>
                    <a:p>
                      <a:pPr algn="ctr">
                        <a:buNone/>
                      </a:pPr>
                      <a:r>
                        <a:rPr lang="en-US" sz="900" b="1"/>
                        <a:t>3. Stock at $10 on expiration day</a:t>
                      </a:r>
                      <a:r>
                        <a:rPr lang="en-US" sz="900"/>
                        <a:t> (Jan 2028)</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b="1"/>
                        <a:t>0 days</a:t>
                      </a:r>
                      <a:endParaRPr lang="en-US" sz="900"/>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a:t>$15.00</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b="1"/>
                        <a:t>$0.00</a:t>
                      </a:r>
                      <a:r>
                        <a:rPr lang="en-US" sz="900"/>
                        <a:t> (extrinsic is gone)</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b="1" dirty="0"/>
                        <a:t>This is NOT early assignment — this is normal expiration assignment</a:t>
                      </a:r>
                      <a:endParaRPr lang="en-US" sz="900" dirty="0"/>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b="1"/>
                        <a:t>100%</a:t>
                      </a:r>
                      <a:r>
                        <a:rPr lang="en-US" sz="900"/>
                        <a:t> (automatic)</a:t>
                      </a:r>
                    </a:p>
                  </a:txBody>
                  <a:tcPr marL="25748" marR="25748" marT="12874" marB="12874" anchor="ctr">
                    <a:lnL>
                      <a:noFill/>
                    </a:lnL>
                    <a:lnR>
                      <a:noFill/>
                    </a:lnR>
                    <a:lnT>
                      <a:noFill/>
                    </a:lnT>
                    <a:lnB>
                      <a:noFill/>
                    </a:lnB>
                    <a:solidFill>
                      <a:schemeClr val="bg1">
                        <a:lumMod val="85000"/>
                      </a:schemeClr>
                    </a:solidFill>
                  </a:tcPr>
                </a:tc>
                <a:tc>
                  <a:txBody>
                    <a:bodyPr/>
                    <a:lstStyle/>
                    <a:p>
                      <a:pPr algn="ctr">
                        <a:buNone/>
                      </a:pPr>
                      <a:r>
                        <a:rPr lang="en-US" sz="900" dirty="0"/>
                        <a:t>You are assigned 100 shares per contract at $25. You pay $2,500 cash per contract. Net cost basis = $25 − $11 premium = </a:t>
                      </a:r>
                      <a:r>
                        <a:rPr lang="en-US" sz="900" b="1" dirty="0"/>
                        <a:t>$14/share</a:t>
                      </a:r>
                      <a:r>
                        <a:rPr lang="en-US" sz="900" dirty="0"/>
                        <a:t>. You now own the stock at $14 while it trades at $10 → unrealized loss of $4/share until you sell or it recovers.</a:t>
                      </a:r>
                    </a:p>
                  </a:txBody>
                  <a:tcPr marL="25748" marR="25748" marT="12874" marB="12874" anchor="ctr">
                    <a:lnL>
                      <a:noFill/>
                    </a:lnL>
                    <a:lnR>
                      <a:noFill/>
                    </a:lnR>
                    <a:lnT>
                      <a:noFill/>
                    </a:lnT>
                    <a:lnB>
                      <a:noFill/>
                    </a:lnB>
                    <a:solidFill>
                      <a:schemeClr val="bg1">
                        <a:lumMod val="85000"/>
                      </a:schemeClr>
                    </a:solidFill>
                  </a:tcPr>
                </a:tc>
                <a:extLst>
                  <a:ext uri="{0D108BD9-81ED-4DB2-BD59-A6C34878D82A}">
                    <a16:rowId xmlns:a16="http://schemas.microsoft.com/office/drawing/2014/main" val="1870673894"/>
                  </a:ext>
                </a:extLst>
              </a:tr>
            </a:tbl>
          </a:graphicData>
        </a:graphic>
      </p:graphicFrame>
      <p:sp>
        <p:nvSpPr>
          <p:cNvPr id="6" name="Content Placeholder 2">
            <a:extLst>
              <a:ext uri="{FF2B5EF4-FFF2-40B4-BE49-F238E27FC236}">
                <a16:creationId xmlns:a16="http://schemas.microsoft.com/office/drawing/2014/main" id="{46BB21ED-AA1C-09C6-4F93-CCAAFDCD7935}"/>
              </a:ext>
            </a:extLst>
          </p:cNvPr>
          <p:cNvSpPr txBox="1">
            <a:spLocks/>
          </p:cNvSpPr>
          <p:nvPr/>
        </p:nvSpPr>
        <p:spPr>
          <a:xfrm>
            <a:off x="4932218" y="406907"/>
            <a:ext cx="7148946" cy="26503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Looking at this from put buyer perspective for all days except very close to expiration</a:t>
            </a:r>
          </a:p>
          <a:p>
            <a:pPr lvl="1"/>
            <a:r>
              <a:rPr lang="en-US" sz="1000" dirty="0"/>
              <a:t>The value of the put is always greater than the intrinsic value not matter how deep ITM the put is because there is some extrinsic value on it for most of the lifetime of the option</a:t>
            </a:r>
          </a:p>
          <a:p>
            <a:pPr lvl="1"/>
            <a:r>
              <a:rPr lang="en-US" sz="1000" dirty="0"/>
              <a:t>In other words, the put buyer has something that, if he wants to, may want to sell the option (and capture the intrinsic + extrinsic) rather than putting the shares to the put seller as in that case he has to exercise the option and lose all the extrinsic instantly.</a:t>
            </a:r>
          </a:p>
          <a:p>
            <a:pPr lvl="1"/>
            <a:r>
              <a:rPr lang="en-US" sz="1000" dirty="0"/>
              <a:t>Note that it is possible for the put value to be higher even if the stock is not too much ITM (greater than BE) b/c of volatility etc. (explained on next page) and that might be the time for the put buyer to sell that option for profit. </a:t>
            </a:r>
          </a:p>
          <a:p>
            <a:pPr marL="457200" lvl="1" indent="0">
              <a:buNone/>
            </a:pPr>
            <a:endParaRPr lang="en-US" sz="1000" dirty="0"/>
          </a:p>
          <a:p>
            <a:r>
              <a:rPr lang="en-US" sz="1400" dirty="0"/>
              <a:t>On the last day, the put value would be equal to the intrinsic</a:t>
            </a:r>
          </a:p>
          <a:p>
            <a:pPr lvl="1"/>
            <a:r>
              <a:rPr lang="en-US" sz="1500" dirty="0"/>
              <a:t>Most brokers will auto assign, put the shares to you, if the put is ATM or ITM (&lt;= $25), irrespective of your BE</a:t>
            </a:r>
          </a:p>
          <a:p>
            <a:pPr marL="914400" lvl="2" indent="0">
              <a:buFont typeface="Arial" panose="020B0604020202020204" pitchFamily="34" charset="0"/>
              <a:buNone/>
            </a:pPr>
            <a:endParaRPr lang="en-US" sz="1600" dirty="0"/>
          </a:p>
        </p:txBody>
      </p:sp>
    </p:spTree>
    <p:extLst>
      <p:ext uri="{BB962C8B-B14F-4D97-AF65-F5344CB8AC3E}">
        <p14:creationId xmlns:p14="http://schemas.microsoft.com/office/powerpoint/2010/main" val="35701031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40AAF-F96B-E6C1-3F3F-FF559F98EAF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DBBFC1-286F-D353-FFDA-F023772CA2FA}"/>
              </a:ext>
            </a:extLst>
          </p:cNvPr>
          <p:cNvSpPr>
            <a:spLocks noGrp="1"/>
          </p:cNvSpPr>
          <p:nvPr>
            <p:ph idx="1"/>
          </p:nvPr>
        </p:nvSpPr>
        <p:spPr>
          <a:xfrm>
            <a:off x="838200" y="406909"/>
            <a:ext cx="10957560" cy="1366474"/>
          </a:xfrm>
        </p:spPr>
        <p:txBody>
          <a:bodyPr>
            <a:normAutofit/>
          </a:bodyPr>
          <a:lstStyle/>
          <a:p>
            <a:r>
              <a:rPr lang="en-US" sz="1800" b="1" dirty="0"/>
              <a:t>I asked Grok this question: </a:t>
            </a:r>
          </a:p>
          <a:p>
            <a:pPr lvl="1"/>
            <a:r>
              <a:rPr lang="en-US" sz="1400" dirty="0"/>
              <a:t>So, it seems to me that the value of the put option increases as the stock falls below strike and at that point is the combination of intrinsic and extrinsic value and then gradually </a:t>
            </a:r>
            <a:r>
              <a:rPr lang="en-US" sz="1400" dirty="0" err="1"/>
              <a:t>decreaes</a:t>
            </a:r>
            <a:r>
              <a:rPr lang="en-US" sz="1400" dirty="0"/>
              <a:t> as extrinsic value drop and the option price moves / decreases towards </a:t>
            </a:r>
            <a:r>
              <a:rPr lang="en-US" sz="1400" dirty="0" err="1"/>
              <a:t>instrinsic</a:t>
            </a:r>
            <a:r>
              <a:rPr lang="en-US" sz="1400" dirty="0"/>
              <a:t> value...right?</a:t>
            </a:r>
          </a:p>
          <a:p>
            <a:pPr marL="914400" lvl="2" indent="0">
              <a:buNone/>
            </a:pPr>
            <a:endParaRPr lang="en-US" sz="1600" dirty="0"/>
          </a:p>
        </p:txBody>
      </p:sp>
      <p:graphicFrame>
        <p:nvGraphicFramePr>
          <p:cNvPr id="4" name="Table 3">
            <a:extLst>
              <a:ext uri="{FF2B5EF4-FFF2-40B4-BE49-F238E27FC236}">
                <a16:creationId xmlns:a16="http://schemas.microsoft.com/office/drawing/2014/main" id="{C48836BD-62B2-B544-8A1C-969CD96B3F02}"/>
              </a:ext>
            </a:extLst>
          </p:cNvPr>
          <p:cNvGraphicFramePr>
            <a:graphicFrameLocks noGrp="1"/>
          </p:cNvGraphicFramePr>
          <p:nvPr/>
        </p:nvGraphicFramePr>
        <p:xfrm>
          <a:off x="584686" y="2826327"/>
          <a:ext cx="5446659" cy="3805238"/>
        </p:xfrm>
        <a:graphic>
          <a:graphicData uri="http://schemas.openxmlformats.org/drawingml/2006/table">
            <a:tbl>
              <a:tblPr/>
              <a:tblGrid>
                <a:gridCol w="994732">
                  <a:extLst>
                    <a:ext uri="{9D8B030D-6E8A-4147-A177-3AD203B41FA5}">
                      <a16:colId xmlns:a16="http://schemas.microsoft.com/office/drawing/2014/main" val="3042136551"/>
                    </a:ext>
                  </a:extLst>
                </a:gridCol>
                <a:gridCol w="923636">
                  <a:extLst>
                    <a:ext uri="{9D8B030D-6E8A-4147-A177-3AD203B41FA5}">
                      <a16:colId xmlns:a16="http://schemas.microsoft.com/office/drawing/2014/main" val="1233839060"/>
                    </a:ext>
                  </a:extLst>
                </a:gridCol>
                <a:gridCol w="766618">
                  <a:extLst>
                    <a:ext uri="{9D8B030D-6E8A-4147-A177-3AD203B41FA5}">
                      <a16:colId xmlns:a16="http://schemas.microsoft.com/office/drawing/2014/main" val="1357551032"/>
                    </a:ext>
                  </a:extLst>
                </a:gridCol>
                <a:gridCol w="905164">
                  <a:extLst>
                    <a:ext uri="{9D8B030D-6E8A-4147-A177-3AD203B41FA5}">
                      <a16:colId xmlns:a16="http://schemas.microsoft.com/office/drawing/2014/main" val="2591936806"/>
                    </a:ext>
                  </a:extLst>
                </a:gridCol>
                <a:gridCol w="1856509">
                  <a:extLst>
                    <a:ext uri="{9D8B030D-6E8A-4147-A177-3AD203B41FA5}">
                      <a16:colId xmlns:a16="http://schemas.microsoft.com/office/drawing/2014/main" val="3244260235"/>
                    </a:ext>
                  </a:extLst>
                </a:gridCol>
              </a:tblGrid>
              <a:tr h="475655">
                <a:tc>
                  <a:txBody>
                    <a:bodyPr/>
                    <a:lstStyle/>
                    <a:p>
                      <a:pPr algn="ctr">
                        <a:buNone/>
                      </a:pPr>
                      <a:r>
                        <a:rPr lang="en-US" sz="1000"/>
                        <a:t>Stock Price</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Intrinsic Value ($25 strike)</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Extrinsic / Time Value</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Total Put Price</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What you see in your account</a:t>
                      </a:r>
                    </a:p>
                  </a:txBody>
                  <a:tcPr marL="0" marR="0" marT="0" marB="0" anchor="ctr">
                    <a:lnL>
                      <a:noFill/>
                    </a:lnL>
                    <a:lnR>
                      <a:noFill/>
                    </a:lnR>
                    <a:lnT>
                      <a:noFill/>
                    </a:lnT>
                    <a:lnB>
                      <a:noFill/>
                    </a:lnB>
                    <a:solidFill>
                      <a:schemeClr val="bg1">
                        <a:lumMod val="75000"/>
                      </a:schemeClr>
                    </a:solidFill>
                  </a:tcPr>
                </a:tc>
                <a:extLst>
                  <a:ext uri="{0D108BD9-81ED-4DB2-BD59-A6C34878D82A}">
                    <a16:rowId xmlns:a16="http://schemas.microsoft.com/office/drawing/2014/main" val="3960813311"/>
                  </a:ext>
                </a:extLst>
              </a:tr>
              <a:tr h="475655">
                <a:tc>
                  <a:txBody>
                    <a:bodyPr/>
                    <a:lstStyle/>
                    <a:p>
                      <a:pPr algn="ctr">
                        <a:buNone/>
                      </a:pPr>
                      <a:r>
                        <a:rPr lang="en-US" sz="1000" dirty="0"/>
                        <a:t>$30 (now)</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dirty="0"/>
                        <a:t>$0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dirty="0"/>
                        <a:t>$11.00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b="1"/>
                        <a:t>$11.00</a:t>
                      </a:r>
                      <a:endParaRPr lang="en-US" sz="1000"/>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You collected $11.00</a:t>
                      </a:r>
                    </a:p>
                  </a:txBody>
                  <a:tcPr marL="0" marR="0" marT="0" marB="0" anchor="ctr">
                    <a:lnL>
                      <a:noFill/>
                    </a:lnL>
                    <a:lnR>
                      <a:noFill/>
                    </a:lnR>
                    <a:lnT>
                      <a:noFill/>
                    </a:lnT>
                    <a:lnB>
                      <a:noFill/>
                    </a:lnB>
                    <a:solidFill>
                      <a:schemeClr val="bg1">
                        <a:lumMod val="75000"/>
                      </a:schemeClr>
                    </a:solidFill>
                  </a:tcPr>
                </a:tc>
                <a:extLst>
                  <a:ext uri="{0D108BD9-81ED-4DB2-BD59-A6C34878D82A}">
                    <a16:rowId xmlns:a16="http://schemas.microsoft.com/office/drawing/2014/main" val="1780182090"/>
                  </a:ext>
                </a:extLst>
              </a:tr>
              <a:tr h="678934">
                <a:tc>
                  <a:txBody>
                    <a:bodyPr/>
                    <a:lstStyle/>
                    <a:p>
                      <a:pPr algn="ctr">
                        <a:buNone/>
                      </a:pPr>
                      <a:r>
                        <a:rPr lang="en-US" sz="1000"/>
                        <a:t>$22</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dirty="0"/>
                        <a:t>$3.00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$10.50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b="1"/>
                        <a:t>$13.50</a:t>
                      </a:r>
                      <a:endParaRPr lang="en-US" sz="1000"/>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Your short put is now down ~$2.50 (unrealized loss)</a:t>
                      </a:r>
                    </a:p>
                  </a:txBody>
                  <a:tcPr marL="0" marR="0" marT="0" marB="0" anchor="ctr">
                    <a:lnL>
                      <a:noFill/>
                    </a:lnL>
                    <a:lnR>
                      <a:noFill/>
                    </a:lnR>
                    <a:lnT>
                      <a:noFill/>
                    </a:lnT>
                    <a:lnB>
                      <a:noFill/>
                    </a:lnB>
                    <a:solidFill>
                      <a:schemeClr val="bg1">
                        <a:lumMod val="75000"/>
                      </a:schemeClr>
                    </a:solidFill>
                  </a:tcPr>
                </a:tc>
                <a:extLst>
                  <a:ext uri="{0D108BD9-81ED-4DB2-BD59-A6C34878D82A}">
                    <a16:rowId xmlns:a16="http://schemas.microsoft.com/office/drawing/2014/main" val="4127236738"/>
                  </a:ext>
                </a:extLst>
              </a:tr>
              <a:tr h="272375">
                <a:tc>
                  <a:txBody>
                    <a:bodyPr/>
                    <a:lstStyle/>
                    <a:p>
                      <a:pPr algn="ctr">
                        <a:buNone/>
                      </a:pPr>
                      <a:r>
                        <a:rPr lang="en-US" sz="1000"/>
                        <a:t>$18</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$7.00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dirty="0"/>
                        <a:t>$9.80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b="1" dirty="0"/>
                        <a:t>$16.80</a:t>
                      </a:r>
                      <a:endParaRPr lang="en-US" sz="1000" dirty="0"/>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Down ~$5.80</a:t>
                      </a:r>
                    </a:p>
                  </a:txBody>
                  <a:tcPr marL="0" marR="0" marT="0" marB="0" anchor="ctr">
                    <a:lnL>
                      <a:noFill/>
                    </a:lnL>
                    <a:lnR>
                      <a:noFill/>
                    </a:lnR>
                    <a:lnT>
                      <a:noFill/>
                    </a:lnT>
                    <a:lnB>
                      <a:noFill/>
                    </a:lnB>
                    <a:solidFill>
                      <a:schemeClr val="bg1">
                        <a:lumMod val="75000"/>
                      </a:schemeClr>
                    </a:solidFill>
                  </a:tcPr>
                </a:tc>
                <a:extLst>
                  <a:ext uri="{0D108BD9-81ED-4DB2-BD59-A6C34878D82A}">
                    <a16:rowId xmlns:a16="http://schemas.microsoft.com/office/drawing/2014/main" val="3944501729"/>
                  </a:ext>
                </a:extLst>
              </a:tr>
              <a:tr h="272375">
                <a:tc>
                  <a:txBody>
                    <a:bodyPr/>
                    <a:lstStyle/>
                    <a:p>
                      <a:pPr algn="ctr">
                        <a:buNone/>
                      </a:pPr>
                      <a:r>
                        <a:rPr lang="en-US" sz="1000"/>
                        <a:t>$12</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$13.00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$8.50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b="1"/>
                        <a:t>$21.50</a:t>
                      </a:r>
                      <a:endParaRPr lang="en-US" sz="1000"/>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Down ~$10.50</a:t>
                      </a:r>
                    </a:p>
                  </a:txBody>
                  <a:tcPr marL="0" marR="0" marT="0" marB="0" anchor="ctr">
                    <a:lnL>
                      <a:noFill/>
                    </a:lnL>
                    <a:lnR>
                      <a:noFill/>
                    </a:lnR>
                    <a:lnT>
                      <a:noFill/>
                    </a:lnT>
                    <a:lnB>
                      <a:noFill/>
                    </a:lnB>
                    <a:solidFill>
                      <a:schemeClr val="bg1">
                        <a:lumMod val="75000"/>
                      </a:schemeClr>
                    </a:solidFill>
                  </a:tcPr>
                </a:tc>
                <a:extLst>
                  <a:ext uri="{0D108BD9-81ED-4DB2-BD59-A6C34878D82A}">
                    <a16:rowId xmlns:a16="http://schemas.microsoft.com/office/drawing/2014/main" val="2196293677"/>
                  </a:ext>
                </a:extLst>
              </a:tr>
              <a:tr h="475655">
                <a:tc>
                  <a:txBody>
                    <a:bodyPr/>
                    <a:lstStyle/>
                    <a:p>
                      <a:pPr algn="ctr">
                        <a:buNone/>
                      </a:pPr>
                      <a:r>
                        <a:rPr lang="en-US" sz="1000"/>
                        <a:t>$10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$15.00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$7.50 (still 20 months left)</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b="1"/>
                        <a:t>$22.50</a:t>
                      </a:r>
                      <a:endParaRPr lang="en-US" sz="1000"/>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Down ~$11.50</a:t>
                      </a:r>
                    </a:p>
                  </a:txBody>
                  <a:tcPr marL="0" marR="0" marT="0" marB="0" anchor="ctr">
                    <a:lnL>
                      <a:noFill/>
                    </a:lnL>
                    <a:lnR>
                      <a:noFill/>
                    </a:lnR>
                    <a:lnT>
                      <a:noFill/>
                    </a:lnT>
                    <a:lnB>
                      <a:noFill/>
                    </a:lnB>
                    <a:solidFill>
                      <a:schemeClr val="bg1">
                        <a:lumMod val="75000"/>
                      </a:schemeClr>
                    </a:solidFill>
                  </a:tcPr>
                </a:tc>
                <a:extLst>
                  <a:ext uri="{0D108BD9-81ED-4DB2-BD59-A6C34878D82A}">
                    <a16:rowId xmlns:a16="http://schemas.microsoft.com/office/drawing/2014/main" val="1980842715"/>
                  </a:ext>
                </a:extLst>
              </a:tr>
              <a:tr h="475655">
                <a:tc>
                  <a:txBody>
                    <a:bodyPr/>
                    <a:lstStyle/>
                    <a:p>
                      <a:pPr algn="ctr">
                        <a:buNone/>
                      </a:pPr>
                      <a:r>
                        <a:rPr lang="en-US" sz="1000"/>
                        <a:t>Same $10 but only 3 months left</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$15.00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$1.80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b="1"/>
                        <a:t>$16.80</a:t>
                      </a:r>
                      <a:endParaRPr lang="en-US" sz="1000"/>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Down only ~$5.80 now</a:t>
                      </a:r>
                    </a:p>
                  </a:txBody>
                  <a:tcPr marL="0" marR="0" marT="0" marB="0" anchor="ctr">
                    <a:lnL>
                      <a:noFill/>
                    </a:lnL>
                    <a:lnR>
                      <a:noFill/>
                    </a:lnR>
                    <a:lnT>
                      <a:noFill/>
                    </a:lnT>
                    <a:lnB>
                      <a:noFill/>
                    </a:lnB>
                    <a:solidFill>
                      <a:schemeClr val="bg1">
                        <a:lumMod val="75000"/>
                      </a:schemeClr>
                    </a:solidFill>
                  </a:tcPr>
                </a:tc>
                <a:extLst>
                  <a:ext uri="{0D108BD9-81ED-4DB2-BD59-A6C34878D82A}">
                    <a16:rowId xmlns:a16="http://schemas.microsoft.com/office/drawing/2014/main" val="2665822298"/>
                  </a:ext>
                </a:extLst>
              </a:tr>
              <a:tr h="678934">
                <a:tc>
                  <a:txBody>
                    <a:bodyPr/>
                    <a:lstStyle/>
                    <a:p>
                      <a:pPr algn="ctr">
                        <a:buNone/>
                      </a:pPr>
                      <a:r>
                        <a:rPr lang="en-US" sz="1000"/>
                        <a:t>Same $10 on expiration day</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$15.00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a:t>$0.00</a:t>
                      </a:r>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b="1"/>
                        <a:t>$15.00</a:t>
                      </a:r>
                      <a:endParaRPr lang="en-US" sz="1000"/>
                    </a:p>
                  </a:txBody>
                  <a:tcPr marL="0" marR="0" marT="0" marB="0" anchor="ctr">
                    <a:lnL>
                      <a:noFill/>
                    </a:lnL>
                    <a:lnR>
                      <a:noFill/>
                    </a:lnR>
                    <a:lnT>
                      <a:noFill/>
                    </a:lnT>
                    <a:lnB>
                      <a:noFill/>
                    </a:lnB>
                    <a:solidFill>
                      <a:schemeClr val="bg1">
                        <a:lumMod val="75000"/>
                      </a:schemeClr>
                    </a:solidFill>
                  </a:tcPr>
                </a:tc>
                <a:tc>
                  <a:txBody>
                    <a:bodyPr/>
                    <a:lstStyle/>
                    <a:p>
                      <a:pPr algn="ctr">
                        <a:buNone/>
                      </a:pPr>
                      <a:r>
                        <a:rPr lang="en-US" sz="1000" dirty="0"/>
                        <a:t>Down exactly $4.00 from your original credit</a:t>
                      </a:r>
                    </a:p>
                  </a:txBody>
                  <a:tcPr marL="0" marR="0" marT="0" marB="0" anchor="ctr">
                    <a:lnL>
                      <a:noFill/>
                    </a:lnL>
                    <a:lnR>
                      <a:noFill/>
                    </a:lnR>
                    <a:lnT>
                      <a:noFill/>
                    </a:lnT>
                    <a:lnB>
                      <a:noFill/>
                    </a:lnB>
                    <a:solidFill>
                      <a:schemeClr val="bg1">
                        <a:lumMod val="75000"/>
                      </a:schemeClr>
                    </a:solidFill>
                  </a:tcPr>
                </a:tc>
                <a:extLst>
                  <a:ext uri="{0D108BD9-81ED-4DB2-BD59-A6C34878D82A}">
                    <a16:rowId xmlns:a16="http://schemas.microsoft.com/office/drawing/2014/main" val="1605084229"/>
                  </a:ext>
                </a:extLst>
              </a:tr>
            </a:tbl>
          </a:graphicData>
        </a:graphic>
      </p:graphicFrame>
      <p:sp>
        <p:nvSpPr>
          <p:cNvPr id="5" name="TextBox 4">
            <a:extLst>
              <a:ext uri="{FF2B5EF4-FFF2-40B4-BE49-F238E27FC236}">
                <a16:creationId xmlns:a16="http://schemas.microsoft.com/office/drawing/2014/main" id="{3D11F01A-73BC-9195-B72A-EE43A8F93896}"/>
              </a:ext>
            </a:extLst>
          </p:cNvPr>
          <p:cNvSpPr txBox="1"/>
          <p:nvPr/>
        </p:nvSpPr>
        <p:spPr>
          <a:xfrm>
            <a:off x="6160657" y="2826327"/>
            <a:ext cx="5888617" cy="3046988"/>
          </a:xfrm>
          <a:prstGeom prst="rect">
            <a:avLst/>
          </a:prstGeom>
          <a:noFill/>
        </p:spPr>
        <p:txBody>
          <a:bodyPr wrap="square" rtlCol="0">
            <a:spAutoFit/>
          </a:bodyPr>
          <a:lstStyle/>
          <a:p>
            <a:r>
              <a:rPr lang="en-US" sz="1600" b="1" dirty="0"/>
              <a:t>The two phases you perfectly identified</a:t>
            </a:r>
          </a:p>
          <a:p>
            <a:r>
              <a:rPr lang="en-US" sz="1600" b="1" dirty="0"/>
              <a:t>Phase 1 – Stock falls below strike (the scary part)</a:t>
            </a:r>
            <a:r>
              <a:rPr lang="en-US" sz="1600" dirty="0"/>
              <a:t> </a:t>
            </a:r>
          </a:p>
          <a:p>
            <a:r>
              <a:rPr lang="en-US" sz="1600" dirty="0"/>
              <a:t>Put price = Intrinsic + Extrinsic </a:t>
            </a:r>
          </a:p>
          <a:p>
            <a:r>
              <a:rPr lang="en-US" sz="1600" dirty="0"/>
              <a:t>→ Intrinsic rises $1 for every $1 the stock drops </a:t>
            </a:r>
          </a:p>
          <a:p>
            <a:r>
              <a:rPr lang="en-US" sz="1600" dirty="0"/>
              <a:t>→ Extrinsic actually </a:t>
            </a:r>
            <a:r>
              <a:rPr lang="en-US" sz="1600" b="1" dirty="0"/>
              <a:t>increases a little at first</a:t>
            </a:r>
            <a:r>
              <a:rPr lang="en-US" sz="1600" dirty="0"/>
              <a:t> (</a:t>
            </a:r>
            <a:r>
              <a:rPr lang="en-US" sz="1600" dirty="0" err="1"/>
              <a:t>vega</a:t>
            </a:r>
            <a:r>
              <a:rPr lang="en-US" sz="1600" dirty="0"/>
              <a:t> effect) then slowly decays </a:t>
            </a:r>
          </a:p>
          <a:p>
            <a:r>
              <a:rPr lang="en-US" sz="1600" dirty="0"/>
              <a:t>→ Net result: </a:t>
            </a:r>
            <a:r>
              <a:rPr lang="en-US" sz="1600" b="1" dirty="0"/>
              <a:t>put price rises faster than just the intrinsic</a:t>
            </a:r>
            <a:r>
              <a:rPr lang="en-US" sz="1600" dirty="0"/>
              <a:t> in the beginning</a:t>
            </a:r>
          </a:p>
          <a:p>
            <a:r>
              <a:rPr lang="en-US" sz="1600" b="1" dirty="0"/>
              <a:t>Phase 2 – Time decay takes over (the happy part)</a:t>
            </a:r>
            <a:r>
              <a:rPr lang="en-US" sz="1600" dirty="0"/>
              <a:t> </a:t>
            </a:r>
          </a:p>
          <a:p>
            <a:r>
              <a:rPr lang="en-US" sz="1600" dirty="0"/>
              <a:t>As expiration approaches, extrinsic melts toward zero </a:t>
            </a:r>
          </a:p>
          <a:p>
            <a:r>
              <a:rPr lang="en-US" sz="1600" dirty="0"/>
              <a:t>→ Put price </a:t>
            </a:r>
            <a:r>
              <a:rPr lang="en-US" sz="1600" b="1" dirty="0"/>
              <a:t>gradually collapses toward pure intrinsic value</a:t>
            </a:r>
            <a:r>
              <a:rPr lang="en-US" sz="1600" dirty="0"/>
              <a:t> </a:t>
            </a:r>
          </a:p>
          <a:p>
            <a:r>
              <a:rPr lang="en-US" sz="1600" dirty="0"/>
              <a:t>→ This is theta working in your favor every single day</a:t>
            </a:r>
            <a:endParaRPr lang="en-US" sz="1600" dirty="0">
              <a:effectLst/>
            </a:endParaRPr>
          </a:p>
        </p:txBody>
      </p:sp>
    </p:spTree>
    <p:extLst>
      <p:ext uri="{BB962C8B-B14F-4D97-AF65-F5344CB8AC3E}">
        <p14:creationId xmlns:p14="http://schemas.microsoft.com/office/powerpoint/2010/main" val="22255316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F6F71-73B6-FCC4-DD6E-F08CF10633D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FB60267-410F-DD8F-20BD-611799AA2CF1}"/>
              </a:ext>
            </a:extLst>
          </p:cNvPr>
          <p:cNvSpPr>
            <a:spLocks noGrp="1"/>
          </p:cNvSpPr>
          <p:nvPr>
            <p:ph type="subTitle" idx="1"/>
          </p:nvPr>
        </p:nvSpPr>
        <p:spPr>
          <a:xfrm>
            <a:off x="526472" y="2225964"/>
            <a:ext cx="11009745" cy="1874983"/>
          </a:xfrm>
          <a:solidFill>
            <a:schemeClr val="accent2">
              <a:lumMod val="40000"/>
              <a:lumOff val="60000"/>
            </a:schemeClr>
          </a:solidFill>
          <a:ln w="15875">
            <a:solidFill>
              <a:schemeClr val="tx1"/>
            </a:solidFill>
          </a:ln>
        </p:spPr>
        <p:txBody>
          <a:bodyPr>
            <a:normAutofit/>
          </a:bodyPr>
          <a:lstStyle/>
          <a:p>
            <a:r>
              <a:rPr lang="en-US" sz="4000" b="1" dirty="0"/>
              <a:t>Selling Covered Calls - </a:t>
            </a:r>
          </a:p>
          <a:p>
            <a:r>
              <a:rPr lang="en-US" sz="4000" b="1" dirty="0"/>
              <a:t>Best Practices for generating income and keeping shares</a:t>
            </a:r>
          </a:p>
        </p:txBody>
      </p:sp>
    </p:spTree>
    <p:extLst>
      <p:ext uri="{BB962C8B-B14F-4D97-AF65-F5344CB8AC3E}">
        <p14:creationId xmlns:p14="http://schemas.microsoft.com/office/powerpoint/2010/main" val="2313757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BB4CB-5CAD-57AE-16F1-01F0D15F2CA4}"/>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60893A22-6E39-1C7A-4D7F-85B5002461D4}"/>
              </a:ext>
            </a:extLst>
          </p:cNvPr>
          <p:cNvSpPr>
            <a:spLocks noChangeArrowheads="1"/>
          </p:cNvSpPr>
          <p:nvPr/>
        </p:nvSpPr>
        <p:spPr bwMode="auto">
          <a:xfrm>
            <a:off x="314325" y="986968"/>
            <a:ext cx="11563349" cy="2215991"/>
          </a:xfrm>
          <a:prstGeom prst="rect">
            <a:avLst/>
          </a:prstGeom>
          <a:solidFill>
            <a:schemeClr val="accent6">
              <a:lumMod val="20000"/>
              <a:lumOff val="80000"/>
            </a:schemeClr>
          </a:solidFill>
          <a:ln w="15875">
            <a:solidFill>
              <a:schemeClr val="tx1"/>
            </a:solidFill>
          </a:ln>
          <a:effectLst/>
        </p:spPr>
        <p:txBody>
          <a:bodyPr vert="horz" wrap="square" lIns="91440" tIns="0" rIns="91440" bIns="0" numCol="1" anchor="ctr" anchorCtr="0" compatLnSpc="1">
            <a:prstTxWarp prst="textNoShape">
              <a:avLst/>
            </a:prstTxWarp>
            <a:spAutoFit/>
          </a:bodyPr>
          <a:lstStyle/>
          <a:p>
            <a:pPr marR="0" lvl="0" algn="ctr" defTabSz="914400" rtl="0" eaLnBrk="0" fontAlgn="base" latinLnBrk="0" hangingPunct="0">
              <a:lnSpc>
                <a:spcPct val="100000"/>
              </a:lnSpc>
              <a:spcBef>
                <a:spcPct val="0"/>
              </a:spcBef>
              <a:spcAft>
                <a:spcPct val="0"/>
              </a:spcAft>
              <a:buClrTx/>
              <a:buSzTx/>
              <a:tabLst/>
            </a:pPr>
            <a:r>
              <a:rPr kumimoji="0" lang="en-US" altLang="en-US" sz="3200" b="1" i="0" u="sng" strike="noStrike" cap="none" normalizeH="0" baseline="0" dirty="0">
                <a:ln>
                  <a:noFill/>
                </a:ln>
                <a:solidFill>
                  <a:schemeClr val="tx1"/>
                </a:solidFill>
                <a:effectLst/>
                <a:latin typeface="Google Sans Text"/>
              </a:rPr>
              <a:t>TLDR</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Google Sans Text"/>
              </a:rPr>
              <a:t>Keep your POT (Probability Of Touch) around 25-30%.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sz="1600" dirty="0">
                <a:latin typeface="Google Sans Text"/>
              </a:rPr>
              <a:t>Achieved by keeping your delta around 12-15%, </a:t>
            </a:r>
            <a:r>
              <a:rPr lang="en-US" altLang="en-US" sz="1600" dirty="0" err="1">
                <a:latin typeface="Google Sans Text"/>
              </a:rPr>
              <a:t>atleast</a:t>
            </a:r>
            <a:r>
              <a:rPr lang="en-US" altLang="en-US" sz="1600" dirty="0">
                <a:latin typeface="Google Sans Text"/>
              </a:rPr>
              <a:t> on SD out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sz="1600" dirty="0">
                <a:latin typeface="Google Sans Text"/>
              </a:rPr>
              <a:t>Sell options more than 30 days out (for tax? Needs more research) – Around 30-45 days is optimal</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sz="1600" dirty="0">
                <a:latin typeface="Google Sans Text"/>
              </a:rPr>
              <a:t>Ladder your sells – So sell CC for two 30% tranches at different dates and keep the 40% untouched</a:t>
            </a:r>
          </a:p>
          <a:p>
            <a:pPr marL="800100" lvl="1" indent="-342900" eaLnBrk="0" fontAlgn="base" hangingPunct="0">
              <a:spcBef>
                <a:spcPct val="0"/>
              </a:spcBef>
              <a:spcAft>
                <a:spcPct val="0"/>
              </a:spcAft>
              <a:buFont typeface="Arial" panose="020B0604020202020204" pitchFamily="34" charset="0"/>
              <a:buChar char="•"/>
            </a:pPr>
            <a:r>
              <a:rPr lang="en-US" altLang="en-US" sz="1600" dirty="0">
                <a:latin typeface="Google Sans Text"/>
              </a:rPr>
              <a:t>That can be 40% and 40% and 20% untouched</a:t>
            </a:r>
          </a:p>
          <a:p>
            <a:pPr marL="342900" indent="-342900" eaLnBrk="0" fontAlgn="base" hangingPunct="0">
              <a:spcBef>
                <a:spcPct val="0"/>
              </a:spcBef>
              <a:spcAft>
                <a:spcPct val="0"/>
              </a:spcAft>
              <a:buFont typeface="+mj-lt"/>
              <a:buAutoNum type="arabicPeriod"/>
            </a:pPr>
            <a:r>
              <a:rPr lang="en-US" altLang="en-US" sz="1600" dirty="0">
                <a:latin typeface="Google Sans Text"/>
              </a:rPr>
              <a:t>Take profit around 50-60% and repeat the process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1" i="0" u="none" strike="noStrike" cap="none" normalizeH="0" baseline="0" dirty="0">
              <a:ln>
                <a:noFill/>
              </a:ln>
              <a:solidFill>
                <a:schemeClr val="tx1"/>
              </a:solidFill>
              <a:effectLst/>
              <a:latin typeface="Google Sans Text"/>
            </a:endParaRPr>
          </a:p>
        </p:txBody>
      </p:sp>
      <p:sp>
        <p:nvSpPr>
          <p:cNvPr id="11" name="Subtitle 2">
            <a:extLst>
              <a:ext uri="{FF2B5EF4-FFF2-40B4-BE49-F238E27FC236}">
                <a16:creationId xmlns:a16="http://schemas.microsoft.com/office/drawing/2014/main" id="{6A87D280-07F8-5D62-0227-63A5D3FEE25F}"/>
              </a:ext>
            </a:extLst>
          </p:cNvPr>
          <p:cNvSpPr txBox="1">
            <a:spLocks/>
          </p:cNvSpPr>
          <p:nvPr/>
        </p:nvSpPr>
        <p:spPr>
          <a:xfrm>
            <a:off x="1372383" y="171451"/>
            <a:ext cx="9144000" cy="373494"/>
          </a:xfrm>
          <a:prstGeom prst="rect">
            <a:avLst/>
          </a:prstGeom>
          <a:solidFill>
            <a:schemeClr val="accent2">
              <a:lumMod val="40000"/>
              <a:lumOff val="60000"/>
            </a:schemeClr>
          </a:solidFill>
          <a:ln w="15875">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t>Covered Call – Best Practices for generating income and keeping shares</a:t>
            </a:r>
          </a:p>
        </p:txBody>
      </p:sp>
      <p:sp>
        <p:nvSpPr>
          <p:cNvPr id="2" name="Rectangle 1">
            <a:extLst>
              <a:ext uri="{FF2B5EF4-FFF2-40B4-BE49-F238E27FC236}">
                <a16:creationId xmlns:a16="http://schemas.microsoft.com/office/drawing/2014/main" id="{5389305C-A617-8744-AA55-7E4B6064F012}"/>
              </a:ext>
            </a:extLst>
          </p:cNvPr>
          <p:cNvSpPr>
            <a:spLocks noChangeArrowheads="1"/>
          </p:cNvSpPr>
          <p:nvPr/>
        </p:nvSpPr>
        <p:spPr bwMode="auto">
          <a:xfrm>
            <a:off x="314324" y="3221685"/>
            <a:ext cx="11563349"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1" i="0" u="none" strike="noStrike" cap="none" normalizeH="0" baseline="0" dirty="0">
              <a:ln>
                <a:noFill/>
              </a:ln>
              <a:solidFill>
                <a:schemeClr val="tx1"/>
              </a:solidFill>
              <a:effectLst/>
              <a:latin typeface="Google Sans Tex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sng" strike="noStrike" cap="none" normalizeH="0" baseline="0" dirty="0">
                <a:ln>
                  <a:noFill/>
                </a:ln>
                <a:solidFill>
                  <a:schemeClr val="tx1"/>
                </a:solidFill>
                <a:effectLst/>
                <a:latin typeface="Google Sans Text"/>
              </a:rPr>
              <a:t>Details:</a:t>
            </a:r>
          </a:p>
          <a:p>
            <a:pPr marL="628650" lvl="1" indent="-171450" eaLnBrk="0" fontAlgn="base" hangingPunct="0">
              <a:spcBef>
                <a:spcPct val="0"/>
              </a:spcBef>
              <a:spcAft>
                <a:spcPct val="0"/>
              </a:spcAft>
              <a:buFont typeface="Arial" panose="020B0604020202020204" pitchFamily="34" charset="0"/>
              <a:buChar char="•"/>
            </a:pPr>
            <a:r>
              <a:rPr lang="en-US" altLang="en-US" sz="1600" dirty="0">
                <a:latin typeface="Google Sans Text"/>
              </a:rPr>
              <a:t>Delta = Probability of ITM @expiry . </a:t>
            </a:r>
            <a:r>
              <a:rPr lang="en-US" altLang="en-US" sz="1600" b="1" u="sng" dirty="0">
                <a:latin typeface="Google Sans Text"/>
              </a:rPr>
              <a:t>This is NOT the probability of option ever being ITM is 30% before expiry…see later bullets</a:t>
            </a:r>
          </a:p>
          <a:p>
            <a:pPr marL="1085850" lvl="2" indent="-171450" eaLnBrk="0" fontAlgn="base" hangingPunct="0">
              <a:spcBef>
                <a:spcPct val="0"/>
              </a:spcBef>
              <a:spcAft>
                <a:spcPct val="0"/>
              </a:spcAft>
              <a:buFont typeface="Arial" panose="020B0604020202020204" pitchFamily="34" charset="0"/>
              <a:buChar char="•"/>
            </a:pPr>
            <a:r>
              <a:rPr kumimoji="0" lang="en-US" altLang="en-US" sz="1600" i="0" u="none" strike="noStrike" cap="none" normalizeH="0" baseline="0" dirty="0">
                <a:ln>
                  <a:noFill/>
                </a:ln>
                <a:solidFill>
                  <a:schemeClr val="tx1"/>
                </a:solidFill>
                <a:effectLst/>
                <a:latin typeface="Google Sans Text"/>
              </a:rPr>
              <a:t>So, (</a:t>
            </a:r>
            <a:r>
              <a:rPr lang="en-US" altLang="en-US" sz="1600" dirty="0">
                <a:latin typeface="Google Sans Text"/>
              </a:rPr>
              <a:t>1-Delta) == Probability of OTM at expiry (ITM and OTM are mutually exclusive, hence (1-Delta))</a:t>
            </a:r>
          </a:p>
          <a:p>
            <a:pPr marL="1085850" lvl="2" indent="-171450" eaLnBrk="0" fontAlgn="base" hangingPunct="0">
              <a:spcBef>
                <a:spcPct val="0"/>
              </a:spcBef>
              <a:spcAft>
                <a:spcPct val="0"/>
              </a:spcAft>
              <a:buFont typeface="Arial" panose="020B0604020202020204" pitchFamily="34" charset="0"/>
              <a:buChar char="•"/>
            </a:pPr>
            <a:r>
              <a:rPr kumimoji="0" lang="en-US" altLang="en-US" sz="1600" i="0" u="none" strike="noStrike" cap="none" normalizeH="0" baseline="0" dirty="0">
                <a:ln>
                  <a:noFill/>
                </a:ln>
                <a:solidFill>
                  <a:schemeClr val="tx1"/>
                </a:solidFill>
                <a:effectLst/>
                <a:latin typeface="Google Sans Text"/>
              </a:rPr>
              <a:t>In other words, if I sell a CC with delta = 30%</a:t>
            </a:r>
          </a:p>
          <a:p>
            <a:pPr marL="1543050" lvl="3" indent="-171450" eaLnBrk="0" fontAlgn="base" hangingPunct="0">
              <a:spcBef>
                <a:spcPct val="0"/>
              </a:spcBef>
              <a:spcAft>
                <a:spcPct val="0"/>
              </a:spcAft>
              <a:buFont typeface="Arial" panose="020B0604020202020204" pitchFamily="34" charset="0"/>
              <a:buChar char="•"/>
            </a:pPr>
            <a:r>
              <a:rPr lang="en-US" altLang="en-US" sz="1600" dirty="0">
                <a:latin typeface="Google Sans Text"/>
              </a:rPr>
              <a:t>T</a:t>
            </a:r>
            <a:r>
              <a:rPr kumimoji="0" lang="en-US" altLang="en-US" sz="1600" i="0" u="none" strike="noStrike" cap="none" normalizeH="0" baseline="0" dirty="0">
                <a:ln>
                  <a:noFill/>
                </a:ln>
                <a:solidFill>
                  <a:schemeClr val="tx1"/>
                </a:solidFill>
                <a:effectLst/>
                <a:latin typeface="Google Sans Text"/>
              </a:rPr>
              <a:t>hat means the probability of ITM @expiry is 30%</a:t>
            </a:r>
          </a:p>
          <a:p>
            <a:pPr marL="1543050" lvl="3" indent="-171450" eaLnBrk="0" fontAlgn="base" hangingPunct="0">
              <a:spcBef>
                <a:spcPct val="0"/>
              </a:spcBef>
              <a:spcAft>
                <a:spcPct val="0"/>
              </a:spcAft>
              <a:buFont typeface="Arial" panose="020B0604020202020204" pitchFamily="34" charset="0"/>
              <a:buChar char="•"/>
            </a:pPr>
            <a:r>
              <a:rPr kumimoji="0" lang="en-US" altLang="en-US" sz="1600" i="0" u="none" strike="noStrike" cap="none" normalizeH="0" baseline="0" dirty="0">
                <a:ln>
                  <a:noFill/>
                </a:ln>
                <a:solidFill>
                  <a:schemeClr val="tx1"/>
                </a:solidFill>
                <a:effectLst/>
                <a:latin typeface="Google Sans Text"/>
              </a:rPr>
              <a:t>By the same token, it means Probability of OTM @expiry is (1-Delta) 70% </a:t>
            </a:r>
            <a:r>
              <a:rPr kumimoji="0" lang="en-US" altLang="en-US" sz="1600" i="0" u="none" strike="noStrike" cap="none" normalizeH="0" baseline="0" dirty="0">
                <a:ln>
                  <a:noFill/>
                </a:ln>
                <a:solidFill>
                  <a:schemeClr val="tx1"/>
                </a:solidFill>
                <a:effectLst/>
                <a:latin typeface="Google Sans Text"/>
                <a:sym typeface="Wingdings" panose="05000000000000000000" pitchFamily="2" charset="2"/>
              </a:rPr>
              <a:t> </a:t>
            </a:r>
            <a:r>
              <a:rPr kumimoji="0" lang="en-US" altLang="en-US" sz="1600" b="1" i="0" u="sng" strike="noStrike" cap="none" normalizeH="0" baseline="0" dirty="0">
                <a:ln>
                  <a:noFill/>
                </a:ln>
                <a:solidFill>
                  <a:schemeClr val="tx1"/>
                </a:solidFill>
                <a:effectLst/>
                <a:latin typeface="Google Sans Text"/>
                <a:sym typeface="Wingdings" panose="05000000000000000000" pitchFamily="2" charset="2"/>
              </a:rPr>
              <a:t>This is also called Probability of Profit (POP).</a:t>
            </a:r>
            <a:r>
              <a:rPr kumimoji="0" lang="en-US" altLang="en-US" sz="1600" b="1" i="0" strike="noStrike" cap="none" normalizeH="0" baseline="0" dirty="0">
                <a:ln>
                  <a:noFill/>
                </a:ln>
                <a:solidFill>
                  <a:schemeClr val="tx1"/>
                </a:solidFill>
                <a:effectLst/>
                <a:latin typeface="Google Sans Text"/>
                <a:sym typeface="Wingdings" panose="05000000000000000000" pitchFamily="2" charset="2"/>
              </a:rPr>
              <a:t>  Many aggressive traders use this delta</a:t>
            </a:r>
          </a:p>
          <a:p>
            <a:pPr marL="1085850" lvl="2" indent="-171450" eaLnBrk="0" fontAlgn="base" hangingPunct="0">
              <a:spcBef>
                <a:spcPct val="0"/>
              </a:spcBef>
              <a:spcAft>
                <a:spcPct val="0"/>
              </a:spcAft>
              <a:buFont typeface="Arial" panose="020B0604020202020204" pitchFamily="34" charset="0"/>
              <a:buChar char="•"/>
            </a:pPr>
            <a:r>
              <a:rPr kumimoji="0" lang="en-US" altLang="en-US" sz="1600" b="1" i="0" strike="noStrike" cap="none" normalizeH="0" baseline="0" dirty="0">
                <a:ln>
                  <a:noFill/>
                </a:ln>
                <a:solidFill>
                  <a:schemeClr val="tx1"/>
                </a:solidFill>
                <a:effectLst/>
                <a:latin typeface="Google Sans Text"/>
                <a:sym typeface="Wingdings" panose="05000000000000000000" pitchFamily="2" charset="2"/>
              </a:rPr>
              <a:t>There is another metric that experienced/conservative traders use – Probability of Touch (POT)</a:t>
            </a:r>
          </a:p>
          <a:p>
            <a:pPr marL="1543050" lvl="3" indent="-171450" eaLnBrk="0" fontAlgn="base" hangingPunct="0">
              <a:spcBef>
                <a:spcPct val="0"/>
              </a:spcBef>
              <a:spcAft>
                <a:spcPct val="0"/>
              </a:spcAft>
              <a:buFont typeface="Arial" panose="020B0604020202020204" pitchFamily="34" charset="0"/>
              <a:buChar char="•"/>
            </a:pPr>
            <a:r>
              <a:rPr kumimoji="0" lang="en-US" altLang="en-US" sz="1600" i="0" strike="noStrike" cap="none" normalizeH="0" baseline="0" dirty="0">
                <a:ln>
                  <a:noFill/>
                </a:ln>
                <a:solidFill>
                  <a:schemeClr val="tx1"/>
                </a:solidFill>
                <a:effectLst/>
                <a:latin typeface="Google Sans Text"/>
                <a:sym typeface="Wingdings" panose="05000000000000000000" pitchFamily="2" charset="2"/>
              </a:rPr>
              <a:t>General rule of thumb that Probability of option ever in ITM before or @expiry = 2*Delta</a:t>
            </a:r>
          </a:p>
          <a:p>
            <a:pPr marL="1543050" lvl="3" indent="-171450" eaLnBrk="0" fontAlgn="base" hangingPunct="0">
              <a:spcBef>
                <a:spcPct val="0"/>
              </a:spcBef>
              <a:spcAft>
                <a:spcPct val="0"/>
              </a:spcAft>
              <a:buFont typeface="Arial" panose="020B0604020202020204" pitchFamily="34" charset="0"/>
              <a:buChar char="•"/>
            </a:pPr>
            <a:r>
              <a:rPr lang="en-US" altLang="en-US" sz="1600" dirty="0">
                <a:latin typeface="Google Sans Text"/>
                <a:sym typeface="Wingdings" panose="05000000000000000000" pitchFamily="2" charset="2"/>
              </a:rPr>
              <a:t>For conservative CCs (less stress and less management)</a:t>
            </a:r>
          </a:p>
          <a:p>
            <a:pPr marL="2000250" lvl="4" indent="-171450" eaLnBrk="0" fontAlgn="base" hangingPunct="0">
              <a:spcBef>
                <a:spcPct val="0"/>
              </a:spcBef>
              <a:spcAft>
                <a:spcPct val="0"/>
              </a:spcAft>
              <a:buFont typeface="Arial" panose="020B0604020202020204" pitchFamily="34" charset="0"/>
              <a:buChar char="•"/>
            </a:pPr>
            <a:r>
              <a:rPr lang="en-US" altLang="en-US" sz="1600" b="1" dirty="0">
                <a:latin typeface="Google Sans Text"/>
                <a:sym typeface="Wingdings" panose="05000000000000000000" pitchFamily="2" charset="2"/>
              </a:rPr>
              <a:t>Keep POT around 25%-30%  That means sell CC at 10%-15% delta</a:t>
            </a:r>
          </a:p>
          <a:p>
            <a:pPr lvl="4" eaLnBrk="0" fontAlgn="base" hangingPunct="0">
              <a:spcBef>
                <a:spcPct val="0"/>
              </a:spcBef>
              <a:spcAft>
                <a:spcPct val="0"/>
              </a:spcAft>
            </a:pPr>
            <a:endParaRPr kumimoji="0" lang="en-US" altLang="en-US" sz="1600" b="1" i="0" strike="noStrike" cap="none" normalizeH="0" baseline="0" dirty="0">
              <a:ln>
                <a:noFill/>
              </a:ln>
              <a:solidFill>
                <a:schemeClr val="tx1"/>
              </a:solidFill>
              <a:effectLst/>
              <a:latin typeface="Google Sans"/>
            </a:endParaRPr>
          </a:p>
        </p:txBody>
      </p:sp>
    </p:spTree>
    <p:extLst>
      <p:ext uri="{BB962C8B-B14F-4D97-AF65-F5344CB8AC3E}">
        <p14:creationId xmlns:p14="http://schemas.microsoft.com/office/powerpoint/2010/main" val="40214637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53874-4587-B787-D20D-17D9F2475172}"/>
            </a:ext>
          </a:extLst>
        </p:cNvPr>
        <p:cNvGrpSpPr/>
        <p:nvPr/>
      </p:nvGrpSpPr>
      <p:grpSpPr>
        <a:xfrm>
          <a:off x="0" y="0"/>
          <a:ext cx="0" cy="0"/>
          <a:chOff x="0" y="0"/>
          <a:chExt cx="0" cy="0"/>
        </a:xfrm>
      </p:grpSpPr>
      <p:sp>
        <p:nvSpPr>
          <p:cNvPr id="11" name="Subtitle 2">
            <a:extLst>
              <a:ext uri="{FF2B5EF4-FFF2-40B4-BE49-F238E27FC236}">
                <a16:creationId xmlns:a16="http://schemas.microsoft.com/office/drawing/2014/main" id="{5755618E-3297-2E1D-E5E6-10B89BD288F0}"/>
              </a:ext>
            </a:extLst>
          </p:cNvPr>
          <p:cNvSpPr txBox="1">
            <a:spLocks/>
          </p:cNvSpPr>
          <p:nvPr/>
        </p:nvSpPr>
        <p:spPr>
          <a:xfrm>
            <a:off x="1372383" y="171451"/>
            <a:ext cx="9144000" cy="424551"/>
          </a:xfrm>
          <a:prstGeom prst="rect">
            <a:avLst/>
          </a:prstGeom>
          <a:solidFill>
            <a:schemeClr val="accent2">
              <a:lumMod val="40000"/>
              <a:lumOff val="60000"/>
            </a:schemeClr>
          </a:solidFill>
          <a:ln w="15875">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t>Covered Call – Best Practices for generating income and keeping shares</a:t>
            </a:r>
          </a:p>
        </p:txBody>
      </p:sp>
      <p:sp>
        <p:nvSpPr>
          <p:cNvPr id="2" name="Rectangle 1">
            <a:extLst>
              <a:ext uri="{FF2B5EF4-FFF2-40B4-BE49-F238E27FC236}">
                <a16:creationId xmlns:a16="http://schemas.microsoft.com/office/drawing/2014/main" id="{2B94B1AD-1BEF-B662-4446-94DAB46E4511}"/>
              </a:ext>
            </a:extLst>
          </p:cNvPr>
          <p:cNvSpPr>
            <a:spLocks noChangeArrowheads="1"/>
          </p:cNvSpPr>
          <p:nvPr/>
        </p:nvSpPr>
        <p:spPr bwMode="auto">
          <a:xfrm>
            <a:off x="628651" y="1088444"/>
            <a:ext cx="11563349"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1" i="0" u="none" strike="noStrike" cap="none" normalizeH="0" baseline="0" dirty="0">
              <a:ln>
                <a:noFill/>
              </a:ln>
              <a:solidFill>
                <a:schemeClr val="tx1"/>
              </a:solidFill>
              <a:effectLst/>
              <a:latin typeface="Google Sans Text"/>
            </a:endParaRPr>
          </a:p>
          <a:p>
            <a:pPr lvl="4" eaLnBrk="0" fontAlgn="base" hangingPunct="0">
              <a:spcBef>
                <a:spcPct val="0"/>
              </a:spcBef>
              <a:spcAft>
                <a:spcPct val="0"/>
              </a:spcAft>
            </a:pPr>
            <a:endParaRPr kumimoji="0" lang="en-US" altLang="en-US" sz="1600" b="1" i="0" strike="noStrike" cap="none" normalizeH="0" baseline="0" dirty="0">
              <a:ln>
                <a:noFill/>
              </a:ln>
              <a:solidFill>
                <a:schemeClr val="tx1"/>
              </a:solidFill>
              <a:effectLst/>
              <a:latin typeface="Google Sans"/>
            </a:endParaRPr>
          </a:p>
        </p:txBody>
      </p:sp>
      <p:graphicFrame>
        <p:nvGraphicFramePr>
          <p:cNvPr id="3" name="Table 2">
            <a:extLst>
              <a:ext uri="{FF2B5EF4-FFF2-40B4-BE49-F238E27FC236}">
                <a16:creationId xmlns:a16="http://schemas.microsoft.com/office/drawing/2014/main" id="{5FC2CC77-EF97-C0B4-A4D8-DA477AD67442}"/>
              </a:ext>
            </a:extLst>
          </p:cNvPr>
          <p:cNvGraphicFramePr>
            <a:graphicFrameLocks noGrp="1"/>
          </p:cNvGraphicFramePr>
          <p:nvPr>
            <p:extLst>
              <p:ext uri="{D42A27DB-BD31-4B8C-83A1-F6EECF244321}">
                <p14:modId xmlns:p14="http://schemas.microsoft.com/office/powerpoint/2010/main" val="436570280"/>
              </p:ext>
            </p:extLst>
          </p:nvPr>
        </p:nvGraphicFramePr>
        <p:xfrm>
          <a:off x="591126" y="1827108"/>
          <a:ext cx="10843490" cy="2438400"/>
        </p:xfrm>
        <a:graphic>
          <a:graphicData uri="http://schemas.openxmlformats.org/drawingml/2006/table">
            <a:tbl>
              <a:tblPr firstRow="1" bandRow="1">
                <a:tableStyleId>{5C22544A-7EE6-4342-B048-85BDC9FD1C3A}</a:tableStyleId>
              </a:tblPr>
              <a:tblGrid>
                <a:gridCol w="1182256">
                  <a:extLst>
                    <a:ext uri="{9D8B030D-6E8A-4147-A177-3AD203B41FA5}">
                      <a16:colId xmlns:a16="http://schemas.microsoft.com/office/drawing/2014/main" val="3419178626"/>
                    </a:ext>
                  </a:extLst>
                </a:gridCol>
                <a:gridCol w="1219200">
                  <a:extLst>
                    <a:ext uri="{9D8B030D-6E8A-4147-A177-3AD203B41FA5}">
                      <a16:colId xmlns:a16="http://schemas.microsoft.com/office/drawing/2014/main" val="1816034983"/>
                    </a:ext>
                  </a:extLst>
                </a:gridCol>
                <a:gridCol w="1237673">
                  <a:extLst>
                    <a:ext uri="{9D8B030D-6E8A-4147-A177-3AD203B41FA5}">
                      <a16:colId xmlns:a16="http://schemas.microsoft.com/office/drawing/2014/main" val="4238558771"/>
                    </a:ext>
                  </a:extLst>
                </a:gridCol>
                <a:gridCol w="1228436">
                  <a:extLst>
                    <a:ext uri="{9D8B030D-6E8A-4147-A177-3AD203B41FA5}">
                      <a16:colId xmlns:a16="http://schemas.microsoft.com/office/drawing/2014/main" val="2017435206"/>
                    </a:ext>
                  </a:extLst>
                </a:gridCol>
                <a:gridCol w="5975925">
                  <a:extLst>
                    <a:ext uri="{9D8B030D-6E8A-4147-A177-3AD203B41FA5}">
                      <a16:colId xmlns:a16="http://schemas.microsoft.com/office/drawing/2014/main" val="2387044622"/>
                    </a:ext>
                  </a:extLst>
                </a:gridCol>
              </a:tblGrid>
              <a:tr h="370840">
                <a:tc>
                  <a:txBody>
                    <a:bodyPr/>
                    <a:lstStyle/>
                    <a:p>
                      <a:r>
                        <a:rPr lang="en-US" dirty="0">
                          <a:solidFill>
                            <a:schemeClr val="tx1"/>
                          </a:solidFill>
                        </a:rPr>
                        <a:t>½ SD Put 30 Delta</a:t>
                      </a:r>
                    </a:p>
                  </a:txBody>
                  <a:tcPr>
                    <a:solidFill>
                      <a:schemeClr val="bg2">
                        <a:lumMod val="90000"/>
                      </a:schemeClr>
                    </a:solidFill>
                  </a:tcPr>
                </a:tc>
                <a:tc>
                  <a:txBody>
                    <a:bodyPr/>
                    <a:lstStyle/>
                    <a:p>
                      <a:r>
                        <a:rPr lang="en-US" dirty="0">
                          <a:solidFill>
                            <a:schemeClr val="tx1"/>
                          </a:solidFill>
                        </a:rPr>
                        <a:t>1 SD Put 16 Delta</a:t>
                      </a:r>
                    </a:p>
                  </a:txBody>
                  <a:tcPr>
                    <a:solidFill>
                      <a:schemeClr val="bg2">
                        <a:lumMod val="90000"/>
                      </a:schemeClr>
                    </a:solidFill>
                  </a:tcPr>
                </a:tc>
                <a:tc>
                  <a:txBody>
                    <a:bodyPr/>
                    <a:lstStyle/>
                    <a:p>
                      <a:r>
                        <a:rPr lang="en-US" dirty="0">
                          <a:solidFill>
                            <a:schemeClr val="tx1"/>
                          </a:solidFill>
                        </a:rPr>
                        <a:t>½ SD Call 30 Delta</a:t>
                      </a:r>
                    </a:p>
                  </a:txBody>
                  <a:tcPr>
                    <a:solidFill>
                      <a:schemeClr val="bg2">
                        <a:lumMod val="90000"/>
                      </a:schemeClr>
                    </a:solidFill>
                  </a:tcPr>
                </a:tc>
                <a:tc>
                  <a:txBody>
                    <a:bodyPr/>
                    <a:lstStyle/>
                    <a:p>
                      <a:r>
                        <a:rPr lang="en-US" dirty="0">
                          <a:solidFill>
                            <a:schemeClr val="tx1"/>
                          </a:solidFill>
                        </a:rPr>
                        <a:t>1 SD Call 16 Delta</a:t>
                      </a:r>
                    </a:p>
                  </a:txBody>
                  <a:tcPr>
                    <a:solidFill>
                      <a:schemeClr val="bg2">
                        <a:lumMod val="90000"/>
                      </a:schemeClr>
                    </a:solidFill>
                  </a:tcPr>
                </a:tc>
                <a:tc>
                  <a:txBody>
                    <a:bodyPr/>
                    <a:lstStyle/>
                    <a:p>
                      <a:r>
                        <a:rPr lang="en-US" dirty="0">
                          <a:solidFill>
                            <a:schemeClr val="tx1"/>
                          </a:solidFill>
                        </a:rPr>
                        <a:t>My Notes</a:t>
                      </a:r>
                    </a:p>
                  </a:txBody>
                  <a:tcPr>
                    <a:solidFill>
                      <a:schemeClr val="bg2">
                        <a:lumMod val="90000"/>
                      </a:schemeClr>
                    </a:solidFill>
                  </a:tcPr>
                </a:tc>
                <a:extLst>
                  <a:ext uri="{0D108BD9-81ED-4DB2-BD59-A6C34878D82A}">
                    <a16:rowId xmlns:a16="http://schemas.microsoft.com/office/drawing/2014/main" val="1241502953"/>
                  </a:ext>
                </a:extLst>
              </a:tr>
              <a:tr h="370840">
                <a:tc>
                  <a:txBody>
                    <a:bodyPr/>
                    <a:lstStyle/>
                    <a:p>
                      <a:pPr algn="ctr"/>
                      <a:r>
                        <a:rPr lang="en-US" dirty="0"/>
                        <a:t>35%</a:t>
                      </a:r>
                    </a:p>
                  </a:txBody>
                  <a:tcPr/>
                </a:tc>
                <a:tc>
                  <a:txBody>
                    <a:bodyPr/>
                    <a:lstStyle/>
                    <a:p>
                      <a:pPr algn="ctr"/>
                      <a:r>
                        <a:rPr lang="en-US" dirty="0"/>
                        <a:t>20%</a:t>
                      </a:r>
                    </a:p>
                  </a:txBody>
                  <a:tcPr/>
                </a:tc>
                <a:tc>
                  <a:txBody>
                    <a:bodyPr/>
                    <a:lstStyle/>
                    <a:p>
                      <a:pPr algn="ctr"/>
                      <a:r>
                        <a:rPr lang="en-US" dirty="0"/>
                        <a:t>56%</a:t>
                      </a:r>
                    </a:p>
                  </a:txBody>
                  <a:tcPr/>
                </a:tc>
                <a:tc>
                  <a:txBody>
                    <a:bodyPr/>
                    <a:lstStyle/>
                    <a:p>
                      <a:pPr algn="ctr"/>
                      <a:r>
                        <a:rPr lang="en-US" dirty="0"/>
                        <a:t>29%</a:t>
                      </a:r>
                    </a:p>
                  </a:txBody>
                  <a:tcPr/>
                </a:tc>
                <a:tc>
                  <a:txBody>
                    <a:bodyPr/>
                    <a:lstStyle/>
                    <a:p>
                      <a:pPr marL="285750" indent="-285750" algn="l">
                        <a:buFont typeface="Arial" panose="020B0604020202020204" pitchFamily="34" charset="0"/>
                        <a:buChar char="•"/>
                      </a:pPr>
                      <a:r>
                        <a:rPr lang="en-US" sz="1600" dirty="0"/>
                        <a:t>The markets have bought the dip in the last 20 years and so the underlying has spent more time being ITM for calls rather than puts. </a:t>
                      </a:r>
                    </a:p>
                    <a:p>
                      <a:pPr marL="285750" indent="-285750" algn="l">
                        <a:buFont typeface="Arial" panose="020B0604020202020204" pitchFamily="34" charset="0"/>
                        <a:buChar char="•"/>
                      </a:pPr>
                      <a:r>
                        <a:rPr lang="en-US" sz="1600" dirty="0"/>
                        <a:t>So, if you sell puts, then the probability of touch is lower than if you sell calls for same SD and delta</a:t>
                      </a:r>
                    </a:p>
                    <a:p>
                      <a:pPr marL="742950" lvl="1" indent="-285750" algn="l">
                        <a:buFont typeface="Arial" panose="020B0604020202020204" pitchFamily="34" charset="0"/>
                        <a:buChar char="•"/>
                      </a:pPr>
                      <a:r>
                        <a:rPr lang="en-US" sz="1600" dirty="0"/>
                        <a:t>Put another way, if you are selling calls, then you need to sell them at lower delta to get same POT as puts have</a:t>
                      </a:r>
                    </a:p>
                  </a:txBody>
                  <a:tcPr/>
                </a:tc>
                <a:extLst>
                  <a:ext uri="{0D108BD9-81ED-4DB2-BD59-A6C34878D82A}">
                    <a16:rowId xmlns:a16="http://schemas.microsoft.com/office/drawing/2014/main" val="3435918687"/>
                  </a:ext>
                </a:extLst>
              </a:tr>
            </a:tbl>
          </a:graphicData>
        </a:graphic>
      </p:graphicFrame>
      <p:sp>
        <p:nvSpPr>
          <p:cNvPr id="4" name="Rectangle 3">
            <a:extLst>
              <a:ext uri="{FF2B5EF4-FFF2-40B4-BE49-F238E27FC236}">
                <a16:creationId xmlns:a16="http://schemas.microsoft.com/office/drawing/2014/main" id="{B08A3A5C-A173-D7AD-B952-B7B1C8CAFF47}"/>
              </a:ext>
            </a:extLst>
          </p:cNvPr>
          <p:cNvSpPr>
            <a:spLocks noChangeArrowheads="1"/>
          </p:cNvSpPr>
          <p:nvPr/>
        </p:nvSpPr>
        <p:spPr bwMode="auto">
          <a:xfrm>
            <a:off x="591126" y="842223"/>
            <a:ext cx="10843490" cy="984885"/>
          </a:xfrm>
          <a:prstGeom prst="rect">
            <a:avLst/>
          </a:prstGeom>
          <a:solidFill>
            <a:schemeClr val="bg1">
              <a:lumMod val="85000"/>
            </a:schemeClr>
          </a:solidFill>
          <a:ln>
            <a:noFill/>
          </a:ln>
          <a:effectLst/>
        </p:spPr>
        <p:txBody>
          <a:bodyPr vert="horz" wrap="square" lIns="91440" tIns="0" rIns="91440" bIns="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1" i="0" u="none" strike="noStrike" cap="none" normalizeH="0" baseline="0" dirty="0">
              <a:ln>
                <a:noFill/>
              </a:ln>
              <a:solidFill>
                <a:schemeClr val="tx1"/>
              </a:solidFill>
              <a:effectLst/>
              <a:latin typeface="Google Sans Tex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strike="noStrike" cap="none" normalizeH="0" baseline="0" dirty="0">
                <a:ln>
                  <a:noFill/>
                </a:ln>
                <a:solidFill>
                  <a:schemeClr val="tx1"/>
                </a:solidFill>
                <a:effectLst/>
                <a:latin typeface="Google Sans Text"/>
              </a:rPr>
              <a:t>This table is the study done by TT from 2001-2021</a:t>
            </a:r>
          </a:p>
          <a:p>
            <a:pPr marL="628650" lvl="1" indent="-171450" eaLnBrk="0" fontAlgn="base" hangingPunct="0">
              <a:spcBef>
                <a:spcPct val="0"/>
              </a:spcBef>
              <a:spcAft>
                <a:spcPct val="0"/>
              </a:spcAft>
              <a:buFont typeface="Arial" panose="020B0604020202020204" pitchFamily="34" charset="0"/>
              <a:buChar char="•"/>
            </a:pPr>
            <a:r>
              <a:rPr lang="en-US" altLang="en-US" sz="1600" dirty="0">
                <a:latin typeface="Google Sans Text"/>
                <a:sym typeface="Wingdings" panose="05000000000000000000" pitchFamily="2" charset="2"/>
              </a:rPr>
              <a:t>One a percentage bases the time spend in the money (ITM) for more than one day </a:t>
            </a:r>
          </a:p>
          <a:p>
            <a:pPr lvl="4" eaLnBrk="0" fontAlgn="base" hangingPunct="0">
              <a:spcBef>
                <a:spcPct val="0"/>
              </a:spcBef>
              <a:spcAft>
                <a:spcPct val="0"/>
              </a:spcAft>
            </a:pPr>
            <a:endParaRPr kumimoji="0" lang="en-US" altLang="en-US" sz="1600" b="1" i="0" strike="noStrike" cap="none" normalizeH="0" baseline="0" dirty="0">
              <a:ln>
                <a:noFill/>
              </a:ln>
              <a:solidFill>
                <a:schemeClr val="tx1"/>
              </a:solidFill>
              <a:effectLst/>
              <a:latin typeface="Google Sans"/>
            </a:endParaRPr>
          </a:p>
        </p:txBody>
      </p:sp>
      <p:sp>
        <p:nvSpPr>
          <p:cNvPr id="6" name="TextBox 5">
            <a:extLst>
              <a:ext uri="{FF2B5EF4-FFF2-40B4-BE49-F238E27FC236}">
                <a16:creationId xmlns:a16="http://schemas.microsoft.com/office/drawing/2014/main" id="{B290945D-F75B-5A22-9777-ED26B9EACFF1}"/>
              </a:ext>
            </a:extLst>
          </p:cNvPr>
          <p:cNvSpPr txBox="1"/>
          <p:nvPr/>
        </p:nvSpPr>
        <p:spPr>
          <a:xfrm>
            <a:off x="591126" y="4641334"/>
            <a:ext cx="10843490" cy="1754326"/>
          </a:xfrm>
          <a:prstGeom prst="rect">
            <a:avLst/>
          </a:prstGeom>
          <a:noFill/>
        </p:spPr>
        <p:txBody>
          <a:bodyPr wrap="square">
            <a:spAutoFit/>
          </a:bodyPr>
          <a:lstStyle/>
          <a:p>
            <a:r>
              <a:rPr lang="en-US" dirty="0">
                <a:solidFill>
                  <a:schemeClr val="tx1"/>
                </a:solidFill>
              </a:rPr>
              <a:t>Our interest is in selling CC – </a:t>
            </a:r>
          </a:p>
          <a:p>
            <a:pPr marL="285750" indent="-285750">
              <a:buFont typeface="Arial" panose="020B0604020202020204" pitchFamily="34" charset="0"/>
              <a:buChar char="•"/>
            </a:pPr>
            <a:r>
              <a:rPr lang="en-US" dirty="0">
                <a:solidFill>
                  <a:schemeClr val="tx1"/>
                </a:solidFill>
              </a:rPr>
              <a:t>1SD 16 delta calls have around 29% of being ITM for a day ore more until expiry</a:t>
            </a:r>
          </a:p>
          <a:p>
            <a:pPr marL="285750" indent="-285750">
              <a:buFont typeface="Arial" panose="020B0604020202020204" pitchFamily="34" charset="0"/>
              <a:buChar char="•"/>
            </a:pPr>
            <a:r>
              <a:rPr lang="en-US" dirty="0"/>
              <a:t>We can lower the delta to around 12 and maybe the probability of ITM decreases to around 24-25%</a:t>
            </a:r>
          </a:p>
          <a:p>
            <a:pPr marL="742950" lvl="1" indent="-285750">
              <a:buFont typeface="Arial" panose="020B0604020202020204" pitchFamily="34" charset="0"/>
              <a:buChar char="•"/>
            </a:pPr>
            <a:r>
              <a:rPr lang="en-US" dirty="0">
                <a:solidFill>
                  <a:schemeClr val="tx1"/>
                </a:solidFill>
              </a:rPr>
              <a:t>That </a:t>
            </a:r>
            <a:r>
              <a:rPr lang="en-US" dirty="0"/>
              <a:t>seems manageable. Need to be managed at most 1 out of 4 times (because ITM can still do OTM by expiry)</a:t>
            </a:r>
            <a:endParaRPr lang="en-US" dirty="0">
              <a:solidFill>
                <a:schemeClr val="tx1"/>
              </a:solidFill>
            </a:endParaRPr>
          </a:p>
          <a:p>
            <a:pPr lvl="1"/>
            <a:endParaRPr lang="en-US" dirty="0">
              <a:solidFill>
                <a:schemeClr val="tx1"/>
              </a:solidFill>
            </a:endParaRPr>
          </a:p>
        </p:txBody>
      </p:sp>
    </p:spTree>
    <p:extLst>
      <p:ext uri="{BB962C8B-B14F-4D97-AF65-F5344CB8AC3E}">
        <p14:creationId xmlns:p14="http://schemas.microsoft.com/office/powerpoint/2010/main" val="7725302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79C42-C619-19D6-EC67-D6F0F5D99F82}"/>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6B35E149-6BC9-8CC4-C4B2-53E27A7C7A04}"/>
              </a:ext>
            </a:extLst>
          </p:cNvPr>
          <p:cNvSpPr>
            <a:spLocks noChangeArrowheads="1"/>
          </p:cNvSpPr>
          <p:nvPr/>
        </p:nvSpPr>
        <p:spPr bwMode="auto">
          <a:xfrm>
            <a:off x="504825" y="1088444"/>
            <a:ext cx="11563349" cy="54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Google Sans Text"/>
              </a:rPr>
              <a:t>If your primary goal is to keep your shares (capital preservation) and treat the option premium as "bonus" income rather than your main source of profit, you need to follow a </a:t>
            </a:r>
            <a:r>
              <a:rPr kumimoji="0" lang="en-US" altLang="en-US" sz="1600" b="1" i="0" u="none" strike="noStrike" cap="none" normalizeH="0" baseline="0" dirty="0">
                <a:ln>
                  <a:noFill/>
                </a:ln>
                <a:solidFill>
                  <a:schemeClr val="tx1"/>
                </a:solidFill>
                <a:effectLst/>
                <a:latin typeface="Google Sans Text"/>
              </a:rPr>
              <a:t>Conservative Covered Call Strategy</a:t>
            </a:r>
            <a:r>
              <a:rPr kumimoji="0" lang="en-US" altLang="en-US" sz="1600" b="0" i="0" u="none" strike="noStrike" cap="none" normalizeH="0" baseline="0" dirty="0">
                <a:ln>
                  <a:noFill/>
                </a:ln>
                <a:solidFill>
                  <a:schemeClr val="tx1"/>
                </a:solidFill>
                <a:effectLst/>
                <a:latin typeface="Google Sans Text"/>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Google Sans Text"/>
              </a:rPr>
              <a:t>Standard advice often focuses on maximizing income, which increases the risk of losing your shares. Since you want to avoid that, here are the adjusted best practices for you:</a:t>
            </a:r>
            <a:endParaRPr kumimoji="0" lang="en-US" altLang="en-US" sz="1600" b="1" i="0" u="none" strike="noStrike" cap="none" normalizeH="0" baseline="0" dirty="0">
              <a:ln>
                <a:noFill/>
              </a:ln>
              <a:solidFill>
                <a:schemeClr val="tx1"/>
              </a:solidFill>
              <a:effectLst/>
              <a:latin typeface="Google Sans"/>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600" b="1" u="sng" dirty="0">
                <a:latin typeface="Google Sans"/>
              </a:rPr>
              <a:t>Here are the steps (5 steps)</a:t>
            </a:r>
            <a:endParaRPr kumimoji="0" lang="en-US" altLang="en-US" sz="16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Google Sans"/>
              </a:rPr>
              <a:t>1. Strike Selection: Build a Wider "Moat"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Google Sans Text"/>
              </a:rPr>
              <a:t>You need to pick a strike price that is far enough away from the current price that the stock is unlikely to reach it.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Use Low Delta (0.10 – 0.15):</a:t>
            </a:r>
            <a:r>
              <a:rPr kumimoji="0" lang="en-US" altLang="en-US" sz="1600" b="0" i="0" u="none" strike="noStrike" cap="none" normalizeH="0" baseline="0" dirty="0">
                <a:ln>
                  <a:noFill/>
                </a:ln>
                <a:solidFill>
                  <a:schemeClr val="tx1"/>
                </a:solidFill>
                <a:effectLst/>
                <a:latin typeface="Google Sans Text"/>
              </a:rPr>
              <a:t> Most aggressive sellers look for a 0.30 Delta. For you, look for a Delta between </a:t>
            </a:r>
            <a:r>
              <a:rPr kumimoji="0" lang="en-US" altLang="en-US" sz="1600" b="1" i="0" u="none" strike="noStrike" cap="none" normalizeH="0" baseline="0" dirty="0">
                <a:ln>
                  <a:noFill/>
                </a:ln>
                <a:solidFill>
                  <a:schemeClr val="tx1"/>
                </a:solidFill>
                <a:effectLst/>
                <a:latin typeface="Google Sans Text"/>
              </a:rPr>
              <a:t>0.10 and 0.15</a:t>
            </a:r>
            <a:r>
              <a:rPr kumimoji="0" lang="en-US" altLang="en-US" sz="1600" b="0" i="0" u="none" strike="noStrike" cap="none" normalizeH="0" baseline="0" dirty="0">
                <a:ln>
                  <a:noFill/>
                </a:ln>
                <a:solidFill>
                  <a:schemeClr val="tx1"/>
                </a:solidFill>
                <a:effectLst/>
                <a:latin typeface="Google Sans Text"/>
              </a:rPr>
              <a:t>. This statistically implies only a 10–15% chance the option will finish "in the money."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Check "Probability of Touch":</a:t>
            </a:r>
            <a:r>
              <a:rPr kumimoji="0" lang="en-US" altLang="en-US" sz="1600" b="0" i="0" u="none" strike="noStrike" cap="none" normalizeH="0" baseline="0" dirty="0">
                <a:ln>
                  <a:noFill/>
                </a:ln>
                <a:solidFill>
                  <a:schemeClr val="tx1"/>
                </a:solidFill>
                <a:effectLst/>
                <a:latin typeface="Google Sans Text"/>
              </a:rPr>
              <a:t> Most platforms show "Probability ITM" (probability of expiring In The Money). A better metric for you is </a:t>
            </a:r>
            <a:r>
              <a:rPr kumimoji="0" lang="en-US" altLang="en-US" sz="1600" b="1" i="0" u="none" strike="noStrike" cap="none" normalizeH="0" baseline="0" dirty="0">
                <a:ln>
                  <a:noFill/>
                </a:ln>
                <a:solidFill>
                  <a:schemeClr val="tx1"/>
                </a:solidFill>
                <a:effectLst/>
                <a:latin typeface="Google Sans Text"/>
              </a:rPr>
              <a:t>Probability of Touch</a:t>
            </a:r>
            <a:r>
              <a:rPr kumimoji="0" lang="en-US" altLang="en-US" sz="1600" b="0" i="0" u="none" strike="noStrike" cap="none" normalizeH="0" baseline="0" dirty="0">
                <a:ln>
                  <a:noFill/>
                </a:ln>
                <a:solidFill>
                  <a:schemeClr val="tx1"/>
                </a:solidFill>
                <a:effectLst/>
                <a:latin typeface="Google Sans Text"/>
              </a:rPr>
              <a:t>. This tells you the odds the stock will </a:t>
            </a:r>
            <a:r>
              <a:rPr kumimoji="0" lang="en-US" altLang="en-US" sz="1600" b="0" i="1" u="none" strike="noStrike" cap="none" normalizeH="0" baseline="0" dirty="0">
                <a:ln>
                  <a:noFill/>
                </a:ln>
                <a:solidFill>
                  <a:schemeClr val="tx1"/>
                </a:solidFill>
                <a:effectLst/>
                <a:latin typeface="Google Sans Text"/>
              </a:rPr>
              <a:t>ever</a:t>
            </a:r>
            <a:r>
              <a:rPr kumimoji="0" lang="en-US" altLang="en-US" sz="1600" b="0" i="0" u="none" strike="noStrike" cap="none" normalizeH="0" baseline="0" dirty="0">
                <a:ln>
                  <a:noFill/>
                </a:ln>
                <a:solidFill>
                  <a:schemeClr val="tx1"/>
                </a:solidFill>
                <a:effectLst/>
                <a:latin typeface="Google Sans Text"/>
              </a:rPr>
              <a:t> hit that price during the contract life. It is usually about double the Probability ITM. If you want to sleep well, ensure "Probability of Touch" is under 30%.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Google Sans"/>
              </a:rPr>
              <a:t>2. The "Qualified Covered Call" Rule (Critical for Taxes)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Google Sans Text"/>
              </a:rPr>
              <a:t>Since you likely hold these shares for the long term, you must avoid accidentally resetting your tax holding period.</a:t>
            </a:r>
            <a:r>
              <a:rPr kumimoji="0" lang="en-US" altLang="en-US" sz="1600" b="0" i="0" u="none" strike="noStrike" cap="none" normalizeH="0" baseline="30000" dirty="0">
                <a:ln>
                  <a:noFill/>
                </a:ln>
                <a:solidFill>
                  <a:schemeClr val="tx1"/>
                </a:solidFill>
                <a:effectLst/>
                <a:latin typeface="Google Sans Text"/>
              </a:rPr>
              <a:t>1</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The Trap:</a:t>
            </a:r>
            <a:r>
              <a:rPr kumimoji="0" lang="en-US" altLang="en-US" sz="1600" b="0" i="0" u="none" strike="noStrike" cap="none" normalizeH="0" baseline="0" dirty="0">
                <a:ln>
                  <a:noFill/>
                </a:ln>
                <a:solidFill>
                  <a:schemeClr val="tx1"/>
                </a:solidFill>
                <a:effectLst/>
                <a:latin typeface="Google Sans Text"/>
              </a:rPr>
              <a:t> If you sell a call that is "unqualified" (usually defined as "deep in the money" or very short-term), the IRS can </a:t>
            </a:r>
            <a:r>
              <a:rPr kumimoji="0" lang="en-US" altLang="en-US" sz="1600" b="1" i="0" u="none" strike="noStrike" cap="none" normalizeH="0" baseline="0" dirty="0">
                <a:ln>
                  <a:noFill/>
                </a:ln>
                <a:solidFill>
                  <a:schemeClr val="tx1"/>
                </a:solidFill>
                <a:effectLst/>
                <a:latin typeface="Google Sans Text"/>
              </a:rPr>
              <a:t>suspend or reset</a:t>
            </a:r>
            <a:r>
              <a:rPr kumimoji="0" lang="en-US" altLang="en-US" sz="1600" b="0" i="0" u="none" strike="noStrike" cap="none" normalizeH="0" baseline="0" dirty="0">
                <a:ln>
                  <a:noFill/>
                </a:ln>
                <a:solidFill>
                  <a:schemeClr val="tx1"/>
                </a:solidFill>
                <a:effectLst/>
                <a:latin typeface="Google Sans Text"/>
              </a:rPr>
              <a:t> your holding period.</a:t>
            </a:r>
            <a:r>
              <a:rPr kumimoji="0" lang="en-US" altLang="en-US" sz="1600" b="0" i="0" u="none" strike="noStrike" cap="none" normalizeH="0" baseline="30000" dirty="0">
                <a:ln>
                  <a:noFill/>
                </a:ln>
                <a:solidFill>
                  <a:schemeClr val="tx1"/>
                </a:solidFill>
                <a:effectLst/>
                <a:latin typeface="Google Sans Text"/>
              </a:rPr>
              <a:t>2</a:t>
            </a:r>
            <a:r>
              <a:rPr kumimoji="0" lang="en-US" altLang="en-US" sz="1600" b="0" i="0" u="none" strike="noStrike" cap="none" normalizeH="0" baseline="0" dirty="0">
                <a:ln>
                  <a:noFill/>
                </a:ln>
                <a:solidFill>
                  <a:schemeClr val="tx1"/>
                </a:solidFill>
                <a:effectLst/>
                <a:latin typeface="Google Sans Text"/>
              </a:rPr>
              <a:t> This could turn a future Long-Term Capital Gain (20% tax) into a Short-Term Capital Gain (37%+ tax).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The Best Practice:</a:t>
            </a:r>
            <a:r>
              <a:rPr kumimoji="0" lang="en-US" altLang="en-US" sz="1600" b="0" i="0" u="none" strike="noStrike" cap="none" normalizeH="0" baseline="0" dirty="0">
                <a:ln>
                  <a:noFill/>
                </a:ln>
                <a:solidFill>
                  <a:schemeClr val="tx1"/>
                </a:solidFill>
                <a:effectLst/>
                <a:latin typeface="Google Sans Text"/>
              </a:rPr>
              <a:t> To ensure your call is "Qualified":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Expiration:</a:t>
            </a:r>
            <a:r>
              <a:rPr kumimoji="0" lang="en-US" altLang="en-US" sz="1600" b="0" i="0" u="none" strike="noStrike" cap="none" normalizeH="0" baseline="0" dirty="0">
                <a:ln>
                  <a:noFill/>
                </a:ln>
                <a:solidFill>
                  <a:schemeClr val="tx1"/>
                </a:solidFill>
                <a:effectLst/>
                <a:latin typeface="Google Sans Text"/>
              </a:rPr>
              <a:t> Must be more than </a:t>
            </a:r>
            <a:r>
              <a:rPr kumimoji="0" lang="en-US" altLang="en-US" sz="1600" b="1" i="0" u="none" strike="noStrike" cap="none" normalizeH="0" baseline="0" dirty="0">
                <a:ln>
                  <a:noFill/>
                </a:ln>
                <a:solidFill>
                  <a:schemeClr val="tx1"/>
                </a:solidFill>
                <a:effectLst/>
                <a:latin typeface="Google Sans Text"/>
              </a:rPr>
              <a:t>30 days</a:t>
            </a:r>
            <a:r>
              <a:rPr kumimoji="0" lang="en-US" altLang="en-US" sz="1600" b="0" i="0" u="none" strike="noStrike" cap="none" normalizeH="0" baseline="0" dirty="0">
                <a:ln>
                  <a:noFill/>
                </a:ln>
                <a:solidFill>
                  <a:schemeClr val="tx1"/>
                </a:solidFill>
                <a:effectLst/>
                <a:latin typeface="Google Sans Text"/>
              </a:rPr>
              <a:t> out.</a:t>
            </a:r>
            <a:r>
              <a:rPr kumimoji="0" lang="en-US" altLang="en-US" sz="1600" b="0" i="0" u="none" strike="noStrike" cap="none" normalizeH="0" baseline="30000" dirty="0">
                <a:ln>
                  <a:noFill/>
                </a:ln>
                <a:solidFill>
                  <a:schemeClr val="tx1"/>
                </a:solidFill>
                <a:effectLst/>
                <a:latin typeface="Google Sans Text"/>
              </a:rPr>
              <a:t>3</a:t>
            </a:r>
            <a:endParaRPr kumimoji="0" lang="en-US" altLang="en-US" sz="16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Strike Price:</a:t>
            </a:r>
            <a:r>
              <a:rPr kumimoji="0" lang="en-US" altLang="en-US" sz="1600" b="0" i="0" u="none" strike="noStrike" cap="none" normalizeH="0" baseline="0" dirty="0">
                <a:ln>
                  <a:noFill/>
                </a:ln>
                <a:solidFill>
                  <a:schemeClr val="tx1"/>
                </a:solidFill>
                <a:effectLst/>
                <a:latin typeface="Google Sans Text"/>
              </a:rPr>
              <a:t> Should generally be </a:t>
            </a:r>
            <a:r>
              <a:rPr kumimoji="0" lang="en-US" altLang="en-US" sz="1600" b="1" i="0" u="none" strike="noStrike" cap="none" normalizeH="0" baseline="0" dirty="0">
                <a:ln>
                  <a:noFill/>
                </a:ln>
                <a:solidFill>
                  <a:schemeClr val="tx1"/>
                </a:solidFill>
                <a:effectLst/>
                <a:latin typeface="Google Sans Text"/>
              </a:rPr>
              <a:t>Out of the Money</a:t>
            </a:r>
            <a:r>
              <a:rPr kumimoji="0" lang="en-US" altLang="en-US" sz="1600" b="0" i="0" u="none" strike="noStrike" cap="none" normalizeH="0" baseline="0" dirty="0">
                <a:ln>
                  <a:noFill/>
                </a:ln>
                <a:solidFill>
                  <a:schemeClr val="tx1"/>
                </a:solidFill>
                <a:effectLst/>
                <a:latin typeface="Google Sans Text"/>
              </a:rPr>
              <a:t> (higher than the current stock price).</a:t>
            </a:r>
            <a:r>
              <a:rPr kumimoji="0" lang="en-US" altLang="en-US" sz="1600" b="0" i="0" u="none" strike="noStrike" cap="none" normalizeH="0" baseline="30000" dirty="0">
                <a:ln>
                  <a:noFill/>
                </a:ln>
                <a:solidFill>
                  <a:schemeClr val="tx1"/>
                </a:solidFill>
                <a:effectLst/>
                <a:latin typeface="Google Sans Text"/>
              </a:rPr>
              <a:t>4</a:t>
            </a:r>
            <a:endParaRPr kumimoji="0" lang="en-US" altLang="en-US" sz="16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1" u="none" strike="noStrike" cap="none" normalizeH="0" baseline="0" dirty="0">
                <a:ln>
                  <a:noFill/>
                </a:ln>
                <a:solidFill>
                  <a:schemeClr val="tx1"/>
                </a:solidFill>
                <a:effectLst/>
                <a:latin typeface="Google Sans Text"/>
              </a:rPr>
              <a:t>Rule of Thumb:</a:t>
            </a:r>
            <a:r>
              <a:rPr kumimoji="0" lang="en-US" altLang="en-US" sz="1600" b="0" i="0" u="none" strike="noStrike" cap="none" normalizeH="0" baseline="0" dirty="0">
                <a:ln>
                  <a:noFill/>
                </a:ln>
                <a:solidFill>
                  <a:schemeClr val="tx1"/>
                </a:solidFill>
                <a:effectLst/>
                <a:latin typeface="Google Sans Text"/>
              </a:rPr>
              <a:t> Never sell a call with a strike price lower than yesterday's closing price unless it is more than one strike lower (and even then, it gets complicated). Stick to selling calls </a:t>
            </a:r>
            <a:r>
              <a:rPr kumimoji="0" lang="en-US" altLang="en-US" sz="1600" b="1" i="0" u="none" strike="noStrike" cap="none" normalizeH="0" baseline="0" dirty="0">
                <a:ln>
                  <a:noFill/>
                </a:ln>
                <a:solidFill>
                  <a:schemeClr val="tx1"/>
                </a:solidFill>
                <a:effectLst/>
                <a:latin typeface="Google Sans Text"/>
              </a:rPr>
              <a:t>above</a:t>
            </a:r>
            <a:r>
              <a:rPr kumimoji="0" lang="en-US" altLang="en-US" sz="1600" b="0" i="0" u="none" strike="noStrike" cap="none" normalizeH="0" baseline="0" dirty="0">
                <a:ln>
                  <a:noFill/>
                </a:ln>
                <a:solidFill>
                  <a:schemeClr val="tx1"/>
                </a:solidFill>
                <a:effectLst/>
                <a:latin typeface="Google Sans Text"/>
              </a:rPr>
              <a:t> the current stock price to be safe.</a:t>
            </a:r>
            <a:r>
              <a:rPr kumimoji="0" lang="en-US" altLang="en-US" sz="1600" b="0" i="0" u="none" strike="noStrike" cap="none" normalizeH="0" baseline="30000" dirty="0">
                <a:ln>
                  <a:noFill/>
                </a:ln>
                <a:solidFill>
                  <a:schemeClr val="tx1"/>
                </a:solidFill>
                <a:effectLst/>
                <a:latin typeface="Google Sans Text"/>
              </a:rPr>
              <a:t>5</a:t>
            </a:r>
            <a:endParaRPr kumimoji="0" lang="en-US" altLang="en-US" sz="1600" b="1" i="0" u="none" strike="noStrike" cap="none" normalizeH="0" baseline="0" dirty="0">
              <a:ln>
                <a:noFill/>
              </a:ln>
              <a:solidFill>
                <a:schemeClr val="tx1"/>
              </a:solidFill>
              <a:effectLst/>
              <a:latin typeface="Google Sans"/>
            </a:endParaRPr>
          </a:p>
        </p:txBody>
      </p:sp>
      <p:sp>
        <p:nvSpPr>
          <p:cNvPr id="11" name="Subtitle 2">
            <a:extLst>
              <a:ext uri="{FF2B5EF4-FFF2-40B4-BE49-F238E27FC236}">
                <a16:creationId xmlns:a16="http://schemas.microsoft.com/office/drawing/2014/main" id="{B53429FC-2E41-96AC-62D7-7A29661EF1D5}"/>
              </a:ext>
            </a:extLst>
          </p:cNvPr>
          <p:cNvSpPr txBox="1">
            <a:spLocks/>
          </p:cNvSpPr>
          <p:nvPr/>
        </p:nvSpPr>
        <p:spPr>
          <a:xfrm>
            <a:off x="1372383" y="171451"/>
            <a:ext cx="9144000" cy="670772"/>
          </a:xfrm>
          <a:prstGeom prst="rect">
            <a:avLst/>
          </a:prstGeom>
          <a:solidFill>
            <a:schemeClr val="accent2">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t>From Gemini – </a:t>
            </a:r>
          </a:p>
          <a:p>
            <a:pPr marL="0" indent="0" algn="ctr">
              <a:buNone/>
            </a:pPr>
            <a:r>
              <a:rPr lang="en-US" sz="1600" b="1" dirty="0"/>
              <a:t>Covered Call – Best Practices for generating income and keeping shares</a:t>
            </a:r>
          </a:p>
        </p:txBody>
      </p:sp>
    </p:spTree>
    <p:extLst>
      <p:ext uri="{BB962C8B-B14F-4D97-AF65-F5344CB8AC3E}">
        <p14:creationId xmlns:p14="http://schemas.microsoft.com/office/powerpoint/2010/main" val="11592250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330F6-1238-4390-F021-1C4714F9002D}"/>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D8C5B8EE-6A4E-779F-EEFA-B522A4A9BA5D}"/>
              </a:ext>
            </a:extLst>
          </p:cNvPr>
          <p:cNvSpPr>
            <a:spLocks noChangeArrowheads="1"/>
          </p:cNvSpPr>
          <p:nvPr/>
        </p:nvSpPr>
        <p:spPr bwMode="auto">
          <a:xfrm>
            <a:off x="504825" y="919152"/>
            <a:ext cx="11563349" cy="5663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Google Sans"/>
              </a:rPr>
              <a:t>3. Watch the "Dividend Trap"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Google Sans Text"/>
              </a:rPr>
              <a:t>This is the most common way long-term holders accidentally lose shares.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The Risk:</a:t>
            </a:r>
            <a:r>
              <a:rPr kumimoji="0" lang="en-US" altLang="en-US" sz="1600" b="0" i="0" u="none" strike="noStrike" cap="none" normalizeH="0" baseline="0" dirty="0">
                <a:ln>
                  <a:noFill/>
                </a:ln>
                <a:solidFill>
                  <a:schemeClr val="tx1"/>
                </a:solidFill>
                <a:effectLst/>
                <a:latin typeface="Google Sans Text"/>
              </a:rPr>
              <a:t> If your option is "In the Money" (the stock price is above your strike price) on the day before the stock goes "Ex-Dividend," you are at high risk of early assignment.</a:t>
            </a:r>
            <a:r>
              <a:rPr kumimoji="0" lang="en-US" altLang="en-US" sz="1600" b="0" i="0" u="none" strike="noStrike" cap="none" normalizeH="0" baseline="30000" dirty="0">
                <a:ln>
                  <a:noFill/>
                </a:ln>
                <a:solidFill>
                  <a:schemeClr val="tx1"/>
                </a:solidFill>
                <a:effectLst/>
                <a:latin typeface="Google Sans Text"/>
              </a:rPr>
              <a:t>6</a:t>
            </a:r>
            <a:r>
              <a:rPr kumimoji="0" lang="en-US" altLang="en-US" sz="1600" b="0" i="0" u="none" strike="noStrike" cap="none" normalizeH="0" baseline="0" dirty="0">
                <a:ln>
                  <a:noFill/>
                </a:ln>
                <a:solidFill>
                  <a:schemeClr val="tx1"/>
                </a:solidFill>
                <a:effectLst/>
                <a:latin typeface="Google Sans Text"/>
              </a:rPr>
              <a:t> The other party will exercise the option early to steal the dividend payment from you.</a:t>
            </a:r>
            <a:r>
              <a:rPr kumimoji="0" lang="en-US" altLang="en-US" sz="1600" b="0" i="0" u="none" strike="noStrike" cap="none" normalizeH="0" baseline="30000" dirty="0">
                <a:ln>
                  <a:noFill/>
                </a:ln>
                <a:solidFill>
                  <a:schemeClr val="tx1"/>
                </a:solidFill>
                <a:effectLst/>
                <a:latin typeface="Google Sans Text"/>
              </a:rPr>
              <a:t>7</a:t>
            </a:r>
            <a:endParaRPr kumimoji="0" lang="en-US" altLang="en-US" sz="1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Best Practice:</a:t>
            </a:r>
            <a:r>
              <a:rPr kumimoji="0" lang="en-US" altLang="en-US" sz="1600" b="0" i="0" u="none" strike="noStrike" cap="none" normalizeH="0" baseline="0" dirty="0">
                <a:ln>
                  <a:noFill/>
                </a:ln>
                <a:solidFill>
                  <a:schemeClr val="tx1"/>
                </a:solidFill>
                <a:effectLst/>
                <a:latin typeface="Google Sans Text"/>
              </a:rPr>
              <a:t> Check the Ex-Dividend date </a:t>
            </a:r>
            <a:r>
              <a:rPr kumimoji="0" lang="en-US" altLang="en-US" sz="1600" b="0" i="1" u="none" strike="noStrike" cap="none" normalizeH="0" baseline="0" dirty="0">
                <a:ln>
                  <a:noFill/>
                </a:ln>
                <a:solidFill>
                  <a:schemeClr val="tx1"/>
                </a:solidFill>
                <a:effectLst/>
                <a:latin typeface="Google Sans Text"/>
              </a:rPr>
              <a:t>before</a:t>
            </a:r>
            <a:r>
              <a:rPr kumimoji="0" lang="en-US" altLang="en-US" sz="1600" b="0" i="0" u="none" strike="noStrike" cap="none" normalizeH="0" baseline="0" dirty="0">
                <a:ln>
                  <a:noFill/>
                </a:ln>
                <a:solidFill>
                  <a:schemeClr val="tx1"/>
                </a:solidFill>
                <a:effectLst/>
                <a:latin typeface="Google Sans Text"/>
              </a:rPr>
              <a:t> you sell. If the expiration date is </a:t>
            </a:r>
            <a:r>
              <a:rPr kumimoji="0" lang="en-US" altLang="en-US" sz="1600" b="0" i="1" u="none" strike="noStrike" cap="none" normalizeH="0" baseline="0" dirty="0">
                <a:ln>
                  <a:noFill/>
                </a:ln>
                <a:solidFill>
                  <a:schemeClr val="tx1"/>
                </a:solidFill>
                <a:effectLst/>
                <a:latin typeface="Google Sans Text"/>
              </a:rPr>
              <a:t>after</a:t>
            </a:r>
            <a:r>
              <a:rPr kumimoji="0" lang="en-US" altLang="en-US" sz="1600" b="0" i="0" u="none" strike="noStrike" cap="none" normalizeH="0" baseline="0" dirty="0">
                <a:ln>
                  <a:noFill/>
                </a:ln>
                <a:solidFill>
                  <a:schemeClr val="tx1"/>
                </a:solidFill>
                <a:effectLst/>
                <a:latin typeface="Google Sans Text"/>
              </a:rPr>
              <a:t> the dividend date, ensure your strike is high enough that the stock won't be near it when the dividend hits.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Google Sans"/>
              </a:rPr>
              <a:t>4. Defensive Management: "Roll Up and Out"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Google Sans Text"/>
              </a:rPr>
              <a:t>If the stock price spikes and threatens your strike price, do not wait until expiration. You must defend your position.</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The Move:</a:t>
            </a:r>
            <a:r>
              <a:rPr kumimoji="0" lang="en-US" altLang="en-US" sz="1600" b="0" i="0" u="none" strike="noStrike" cap="none" normalizeH="0" baseline="0" dirty="0">
                <a:ln>
                  <a:noFill/>
                </a:ln>
                <a:solidFill>
                  <a:schemeClr val="tx1"/>
                </a:solidFill>
                <a:effectLst/>
                <a:latin typeface="Google Sans Text"/>
              </a:rPr>
              <a:t> Perform a </a:t>
            </a:r>
            <a:r>
              <a:rPr kumimoji="0" lang="en-US" altLang="en-US" sz="1600" b="1" i="0" u="none" strike="noStrike" cap="none" normalizeH="0" baseline="0" dirty="0">
                <a:ln>
                  <a:noFill/>
                </a:ln>
                <a:solidFill>
                  <a:schemeClr val="tx1"/>
                </a:solidFill>
                <a:effectLst/>
                <a:latin typeface="Google Sans Text"/>
              </a:rPr>
              <a:t>"Roll Up and Out."</a:t>
            </a:r>
            <a:endParaRPr kumimoji="0" lang="en-US" altLang="en-US" sz="16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Buy</a:t>
            </a:r>
            <a:r>
              <a:rPr kumimoji="0" lang="en-US" altLang="en-US" sz="1600" b="0" i="0" u="none" strike="noStrike" cap="none" normalizeH="0" baseline="0" dirty="0">
                <a:ln>
                  <a:noFill/>
                </a:ln>
                <a:solidFill>
                  <a:schemeClr val="tx1"/>
                </a:solidFill>
                <a:effectLst/>
                <a:latin typeface="Google Sans Text"/>
              </a:rPr>
              <a:t> to close your current threatening call (you will take a cash loss on this specific trade).</a:t>
            </a:r>
            <a:r>
              <a:rPr kumimoji="0" lang="en-US" altLang="en-US" sz="1600" b="0" i="0" u="none" strike="noStrike" cap="none" normalizeH="0" baseline="30000" dirty="0">
                <a:ln>
                  <a:noFill/>
                </a:ln>
                <a:solidFill>
                  <a:schemeClr val="tx1"/>
                </a:solidFill>
                <a:effectLst/>
                <a:latin typeface="Google Sans Text"/>
              </a:rPr>
              <a:t>8</a:t>
            </a:r>
            <a:endParaRPr kumimoji="0" lang="en-US" altLang="en-US" sz="16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Sell</a:t>
            </a:r>
            <a:r>
              <a:rPr kumimoji="0" lang="en-US" altLang="en-US" sz="1600" b="0" i="0" u="none" strike="noStrike" cap="none" normalizeH="0" baseline="0" dirty="0">
                <a:ln>
                  <a:noFill/>
                </a:ln>
                <a:solidFill>
                  <a:schemeClr val="tx1"/>
                </a:solidFill>
                <a:effectLst/>
                <a:latin typeface="Google Sans Text"/>
              </a:rPr>
              <a:t> a </a:t>
            </a:r>
            <a:r>
              <a:rPr kumimoji="0" lang="en-US" altLang="en-US" sz="1600" b="0" i="1" u="none" strike="noStrike" cap="none" normalizeH="0" baseline="0" dirty="0">
                <a:ln>
                  <a:noFill/>
                </a:ln>
                <a:solidFill>
                  <a:schemeClr val="tx1"/>
                </a:solidFill>
                <a:effectLst/>
                <a:latin typeface="Google Sans Text"/>
              </a:rPr>
              <a:t>new</a:t>
            </a:r>
            <a:r>
              <a:rPr kumimoji="0" lang="en-US" altLang="en-US" sz="1600" b="0" i="0" u="none" strike="noStrike" cap="none" normalizeH="0" baseline="0" dirty="0">
                <a:ln>
                  <a:noFill/>
                </a:ln>
                <a:solidFill>
                  <a:schemeClr val="tx1"/>
                </a:solidFill>
                <a:effectLst/>
                <a:latin typeface="Google Sans Text"/>
              </a:rPr>
              <a:t> call with a </a:t>
            </a:r>
            <a:r>
              <a:rPr kumimoji="0" lang="en-US" altLang="en-US" sz="1600" b="1" i="0" u="none" strike="noStrike" cap="none" normalizeH="0" baseline="0" dirty="0">
                <a:ln>
                  <a:noFill/>
                </a:ln>
                <a:solidFill>
                  <a:schemeClr val="tx1"/>
                </a:solidFill>
                <a:effectLst/>
                <a:latin typeface="Google Sans Text"/>
              </a:rPr>
              <a:t>higher strike price</a:t>
            </a:r>
            <a:r>
              <a:rPr kumimoji="0" lang="en-US" altLang="en-US" sz="1600" b="0" i="0" u="none" strike="noStrike" cap="none" normalizeH="0" baseline="0" dirty="0">
                <a:ln>
                  <a:noFill/>
                </a:ln>
                <a:solidFill>
                  <a:schemeClr val="tx1"/>
                </a:solidFill>
                <a:effectLst/>
                <a:latin typeface="Google Sans Text"/>
              </a:rPr>
              <a:t> and a </a:t>
            </a:r>
            <a:r>
              <a:rPr kumimoji="0" lang="en-US" altLang="en-US" sz="1600" b="1" i="0" u="none" strike="noStrike" cap="none" normalizeH="0" baseline="0" dirty="0">
                <a:ln>
                  <a:noFill/>
                </a:ln>
                <a:solidFill>
                  <a:schemeClr val="tx1"/>
                </a:solidFill>
                <a:effectLst/>
                <a:latin typeface="Google Sans Text"/>
              </a:rPr>
              <a:t>later expiration date</a:t>
            </a:r>
            <a:r>
              <a:rPr kumimoji="0" lang="en-US" altLang="en-US" sz="1600" b="0" i="0" u="none" strike="noStrike" cap="none" normalizeH="0" baseline="0" dirty="0">
                <a:ln>
                  <a:noFill/>
                </a:ln>
                <a:solidFill>
                  <a:schemeClr val="tx1"/>
                </a:solidFill>
                <a:effectLst/>
                <a:latin typeface="Google Sans Text"/>
              </a:rPr>
              <a:t>.</a:t>
            </a:r>
            <a:r>
              <a:rPr kumimoji="0" lang="en-US" altLang="en-US" sz="1600" b="0" i="0" u="none" strike="noStrike" cap="none" normalizeH="0" baseline="30000" dirty="0">
                <a:ln>
                  <a:noFill/>
                </a:ln>
                <a:solidFill>
                  <a:schemeClr val="tx1"/>
                </a:solidFill>
                <a:effectLst/>
                <a:latin typeface="Google Sans Text"/>
              </a:rPr>
              <a:t>9</a:t>
            </a:r>
            <a:endParaRPr kumimoji="0" lang="en-US" altLang="en-US" sz="1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The Result:</a:t>
            </a:r>
            <a:r>
              <a:rPr kumimoji="0" lang="en-US" altLang="en-US" sz="1600" b="0" i="0" u="none" strike="noStrike" cap="none" normalizeH="0" baseline="0" dirty="0">
                <a:ln>
                  <a:noFill/>
                </a:ln>
                <a:solidFill>
                  <a:schemeClr val="tx1"/>
                </a:solidFill>
                <a:effectLst/>
                <a:latin typeface="Google Sans Text"/>
              </a:rPr>
              <a:t> The premium from the new (longer) option usually covers the cost of buying back the old one. This buys you more time and, crucially, raises the ceiling so you don't have to sell your shares yet.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Google Sans"/>
              </a:rPr>
              <a:t>5. Early Exit Rule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Google Sans Text"/>
              </a:rPr>
              <a:t>Greed causes assignment. If you have made most of the profit, get out.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The "75% Rule":</a:t>
            </a:r>
            <a:r>
              <a:rPr kumimoji="0" lang="en-US" altLang="en-US" sz="1600" b="0" i="0" u="none" strike="noStrike" cap="none" normalizeH="0" baseline="0" dirty="0">
                <a:ln>
                  <a:noFill/>
                </a:ln>
                <a:solidFill>
                  <a:schemeClr val="tx1"/>
                </a:solidFill>
                <a:effectLst/>
                <a:latin typeface="Google Sans Text"/>
              </a:rPr>
              <a:t> Since you want to keep the shares, buy the option back when you have made </a:t>
            </a:r>
            <a:r>
              <a:rPr kumimoji="0" lang="en-US" altLang="en-US" sz="1600" b="1" i="0" u="none" strike="noStrike" cap="none" normalizeH="0" baseline="0" dirty="0">
                <a:ln>
                  <a:noFill/>
                </a:ln>
                <a:solidFill>
                  <a:schemeClr val="tx1"/>
                </a:solidFill>
                <a:effectLst/>
                <a:latin typeface="Google Sans Text"/>
              </a:rPr>
              <a:t>75% of the profit</a:t>
            </a:r>
            <a:r>
              <a:rPr kumimoji="0" lang="en-US" altLang="en-US" sz="1600" b="0" i="0" u="none" strike="noStrike" cap="none" normalizeH="0" baseline="0" dirty="0">
                <a:ln>
                  <a:noFill/>
                </a:ln>
                <a:solidFill>
                  <a:schemeClr val="tx1"/>
                </a:solidFill>
                <a:effectLst/>
                <a:latin typeface="Google Sans Text"/>
              </a:rPr>
              <a:t> (e.g., you sold it for $1.00, it's now trading at $0.25).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Why:</a:t>
            </a:r>
            <a:r>
              <a:rPr kumimoji="0" lang="en-US" altLang="en-US" sz="1600" b="0" i="0" u="none" strike="noStrike" cap="none" normalizeH="0" baseline="0" dirty="0">
                <a:ln>
                  <a:noFill/>
                </a:ln>
                <a:solidFill>
                  <a:schemeClr val="tx1"/>
                </a:solidFill>
                <a:effectLst/>
                <a:latin typeface="Google Sans Text"/>
              </a:rPr>
              <a:t> The last few pennies of profit aren't worth the risk of a sudden late rally taking your shares away. Close the trade, bank the win, and wait for the next opportunity.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Google Sans"/>
            </a:endParaRPr>
          </a:p>
        </p:txBody>
      </p:sp>
      <p:sp>
        <p:nvSpPr>
          <p:cNvPr id="2" name="Subtitle 2">
            <a:extLst>
              <a:ext uri="{FF2B5EF4-FFF2-40B4-BE49-F238E27FC236}">
                <a16:creationId xmlns:a16="http://schemas.microsoft.com/office/drawing/2014/main" id="{B3F4B04B-75D8-7974-40D2-357DB7D19B73}"/>
              </a:ext>
            </a:extLst>
          </p:cNvPr>
          <p:cNvSpPr txBox="1">
            <a:spLocks/>
          </p:cNvSpPr>
          <p:nvPr/>
        </p:nvSpPr>
        <p:spPr>
          <a:xfrm>
            <a:off x="1372383" y="171451"/>
            <a:ext cx="9144000" cy="670772"/>
          </a:xfrm>
          <a:prstGeom prst="rect">
            <a:avLst/>
          </a:prstGeom>
          <a:solidFill>
            <a:schemeClr val="accent2">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t>From Gemini – </a:t>
            </a:r>
          </a:p>
          <a:p>
            <a:pPr marL="0" indent="0" algn="ctr">
              <a:buNone/>
            </a:pPr>
            <a:r>
              <a:rPr lang="en-US" sz="1600" b="1" dirty="0"/>
              <a:t>Covered Call – Best Practices for generating income and keeping shares</a:t>
            </a:r>
          </a:p>
        </p:txBody>
      </p:sp>
    </p:spTree>
    <p:extLst>
      <p:ext uri="{BB962C8B-B14F-4D97-AF65-F5344CB8AC3E}">
        <p14:creationId xmlns:p14="http://schemas.microsoft.com/office/powerpoint/2010/main" val="20179267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3C718-EF0A-D4C6-06CF-BDE6F288B809}"/>
            </a:ext>
          </a:extLst>
        </p:cNvPr>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2BE39BA2-20E3-5CDE-B612-CA0E4F76D31F}"/>
              </a:ext>
            </a:extLst>
          </p:cNvPr>
          <p:cNvGraphicFramePr>
            <a:graphicFrameLocks noGrp="1"/>
          </p:cNvGraphicFramePr>
          <p:nvPr>
            <p:ph idx="1"/>
            <p:extLst>
              <p:ext uri="{D42A27DB-BD31-4B8C-83A1-F6EECF244321}">
                <p14:modId xmlns:p14="http://schemas.microsoft.com/office/powerpoint/2010/main" val="3491107723"/>
              </p:ext>
            </p:extLst>
          </p:nvPr>
        </p:nvGraphicFramePr>
        <p:xfrm>
          <a:off x="838200" y="1453443"/>
          <a:ext cx="10515600" cy="2103120"/>
        </p:xfrm>
        <a:graphic>
          <a:graphicData uri="http://schemas.openxmlformats.org/drawingml/2006/table">
            <a:tbl>
              <a:tblPr/>
              <a:tblGrid>
                <a:gridCol w="3505200">
                  <a:extLst>
                    <a:ext uri="{9D8B030D-6E8A-4147-A177-3AD203B41FA5}">
                      <a16:colId xmlns:a16="http://schemas.microsoft.com/office/drawing/2014/main" val="539576489"/>
                    </a:ext>
                  </a:extLst>
                </a:gridCol>
                <a:gridCol w="3505200">
                  <a:extLst>
                    <a:ext uri="{9D8B030D-6E8A-4147-A177-3AD203B41FA5}">
                      <a16:colId xmlns:a16="http://schemas.microsoft.com/office/drawing/2014/main" val="987512862"/>
                    </a:ext>
                  </a:extLst>
                </a:gridCol>
                <a:gridCol w="3505200">
                  <a:extLst>
                    <a:ext uri="{9D8B030D-6E8A-4147-A177-3AD203B41FA5}">
                      <a16:colId xmlns:a16="http://schemas.microsoft.com/office/drawing/2014/main" val="1612970449"/>
                    </a:ext>
                  </a:extLst>
                </a:gridCol>
              </a:tblGrid>
              <a:tr h="0">
                <a:tc>
                  <a:txBody>
                    <a:bodyPr/>
                    <a:lstStyle/>
                    <a:p>
                      <a:pPr>
                        <a:buNone/>
                      </a:pPr>
                      <a:r>
                        <a:rPr lang="en-US" b="1">
                          <a:effectLst/>
                          <a:latin typeface="Google Sans Text"/>
                        </a:rPr>
                        <a:t>Feature</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a:effectLst/>
                          <a:latin typeface="Google Sans Text"/>
                        </a:rPr>
                        <a:t>Income Focused (Standard)</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a:effectLst/>
                          <a:latin typeface="Google Sans Text"/>
                        </a:rPr>
                        <a:t>Retention Focused (You)</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19670579"/>
                  </a:ext>
                </a:extLst>
              </a:tr>
              <a:tr h="0">
                <a:tc>
                  <a:txBody>
                    <a:bodyPr/>
                    <a:lstStyle/>
                    <a:p>
                      <a:pPr>
                        <a:buNone/>
                      </a:pPr>
                      <a:r>
                        <a:rPr lang="en-US" b="1" dirty="0">
                          <a:effectLst/>
                          <a:latin typeface="Google Sans Text"/>
                        </a:rPr>
                        <a:t>Delta</a:t>
                      </a:r>
                      <a:endParaRPr lang="en-US" dirty="0">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a:effectLst/>
                          <a:latin typeface="Google Sans Text"/>
                        </a:rPr>
                        <a:t>0.30 (Aggressive)</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a:effectLst/>
                          <a:latin typeface="Google Sans Text"/>
                        </a:rPr>
                        <a:t>0.10 – 0.15 (Conservative)</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58885757"/>
                  </a:ext>
                </a:extLst>
              </a:tr>
              <a:tr h="0">
                <a:tc>
                  <a:txBody>
                    <a:bodyPr/>
                    <a:lstStyle/>
                    <a:p>
                      <a:pPr>
                        <a:buNone/>
                      </a:pPr>
                      <a:r>
                        <a:rPr lang="en-US" b="1">
                          <a:effectLst/>
                          <a:latin typeface="Google Sans Text"/>
                        </a:rPr>
                        <a:t>Expiration</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a:effectLst/>
                          <a:latin typeface="Google Sans Text"/>
                        </a:rPr>
                        <a:t>30-45 Days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a:effectLst/>
                          <a:latin typeface="Google Sans Text"/>
                        </a:rPr>
                        <a:t>30-45 Days (Avoid Weeklies)</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74619937"/>
                  </a:ext>
                </a:extLst>
              </a:tr>
              <a:tr h="0">
                <a:tc>
                  <a:txBody>
                    <a:bodyPr/>
                    <a:lstStyle/>
                    <a:p>
                      <a:pPr>
                        <a:buNone/>
                      </a:pPr>
                      <a:r>
                        <a:rPr lang="en-US" b="1" dirty="0">
                          <a:effectLst/>
                          <a:latin typeface="Google Sans Text"/>
                        </a:rPr>
                        <a:t>Exit</a:t>
                      </a:r>
                      <a:endParaRPr lang="en-US" dirty="0">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dirty="0">
                          <a:effectLst/>
                          <a:latin typeface="Google Sans Text"/>
                        </a:rPr>
                        <a:t>50% Profit</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a:effectLst/>
                          <a:latin typeface="Google Sans Text"/>
                        </a:rPr>
                        <a:t>75% Profit (Close early to eliminate risk)</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07099916"/>
                  </a:ext>
                </a:extLst>
              </a:tr>
              <a:tr h="0">
                <a:tc>
                  <a:txBody>
                    <a:bodyPr/>
                    <a:lstStyle/>
                    <a:p>
                      <a:pPr>
                        <a:buNone/>
                      </a:pPr>
                      <a:r>
                        <a:rPr lang="en-US" b="1">
                          <a:effectLst/>
                          <a:latin typeface="Google Sans Text"/>
                        </a:rPr>
                        <a:t>Mgmt</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a:effectLst/>
                          <a:latin typeface="Google Sans Text"/>
                        </a:rPr>
                        <a:t>Let shares go if ITM</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dirty="0">
                          <a:effectLst/>
                          <a:latin typeface="Google Sans Text"/>
                        </a:rPr>
                        <a:t>Aggressively Roll "Up and Out"</a:t>
                      </a:r>
                      <a:endParaRPr lang="en-US" dirty="0">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24994360"/>
                  </a:ext>
                </a:extLst>
              </a:tr>
            </a:tbl>
          </a:graphicData>
        </a:graphic>
      </p:graphicFrame>
      <p:sp>
        <p:nvSpPr>
          <p:cNvPr id="2" name="Subtitle 2">
            <a:extLst>
              <a:ext uri="{FF2B5EF4-FFF2-40B4-BE49-F238E27FC236}">
                <a16:creationId xmlns:a16="http://schemas.microsoft.com/office/drawing/2014/main" id="{D32D43B2-6825-5604-A861-E2F6AFACBB59}"/>
              </a:ext>
            </a:extLst>
          </p:cNvPr>
          <p:cNvSpPr txBox="1">
            <a:spLocks/>
          </p:cNvSpPr>
          <p:nvPr/>
        </p:nvSpPr>
        <p:spPr>
          <a:xfrm>
            <a:off x="1372383" y="171451"/>
            <a:ext cx="9144000" cy="670772"/>
          </a:xfrm>
          <a:prstGeom prst="rect">
            <a:avLst/>
          </a:prstGeom>
          <a:solidFill>
            <a:schemeClr val="accent2">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t>From Gemini – </a:t>
            </a:r>
          </a:p>
          <a:p>
            <a:pPr marL="0" indent="0" algn="ctr">
              <a:buNone/>
            </a:pPr>
            <a:r>
              <a:rPr lang="en-US" sz="1600" b="1" dirty="0"/>
              <a:t>Covered Call – Best Practices for generating income and keeping shares</a:t>
            </a:r>
          </a:p>
        </p:txBody>
      </p:sp>
    </p:spTree>
    <p:extLst>
      <p:ext uri="{BB962C8B-B14F-4D97-AF65-F5344CB8AC3E}">
        <p14:creationId xmlns:p14="http://schemas.microsoft.com/office/powerpoint/2010/main" val="1453357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2159D-4EA7-DACF-D05D-968A9E0837C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B5264AB-6F2B-7E24-CCAA-381C0135B8D5}"/>
              </a:ext>
            </a:extLst>
          </p:cNvPr>
          <p:cNvSpPr>
            <a:spLocks noGrp="1"/>
          </p:cNvSpPr>
          <p:nvPr>
            <p:ph type="subTitle" idx="1"/>
          </p:nvPr>
        </p:nvSpPr>
        <p:spPr>
          <a:xfrm>
            <a:off x="526472" y="2225964"/>
            <a:ext cx="11009745" cy="1874983"/>
          </a:xfrm>
          <a:solidFill>
            <a:schemeClr val="accent2">
              <a:lumMod val="40000"/>
              <a:lumOff val="60000"/>
            </a:schemeClr>
          </a:solidFill>
          <a:ln w="15875">
            <a:solidFill>
              <a:schemeClr val="tx1"/>
            </a:solidFill>
          </a:ln>
        </p:spPr>
        <p:txBody>
          <a:bodyPr>
            <a:normAutofit/>
          </a:bodyPr>
          <a:lstStyle/>
          <a:p>
            <a:r>
              <a:rPr lang="en-US" sz="4000" b="1" dirty="0"/>
              <a:t>Selling Covered Calls - </a:t>
            </a:r>
          </a:p>
          <a:p>
            <a:r>
              <a:rPr lang="en-US" sz="4000" b="1" dirty="0"/>
              <a:t>Best Practices for generating income and keeping shares</a:t>
            </a:r>
          </a:p>
        </p:txBody>
      </p:sp>
    </p:spTree>
    <p:extLst>
      <p:ext uri="{BB962C8B-B14F-4D97-AF65-F5344CB8AC3E}">
        <p14:creationId xmlns:p14="http://schemas.microsoft.com/office/powerpoint/2010/main" val="42204621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B48EC-0EA2-E771-632B-E943CE067D3F}"/>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F1769578-C2DD-D6C7-4ACB-04A60907F40B}"/>
              </a:ext>
            </a:extLst>
          </p:cNvPr>
          <p:cNvSpPr txBox="1">
            <a:spLocks/>
          </p:cNvSpPr>
          <p:nvPr/>
        </p:nvSpPr>
        <p:spPr>
          <a:xfrm>
            <a:off x="1335438" y="58901"/>
            <a:ext cx="9144000" cy="670772"/>
          </a:xfrm>
          <a:prstGeom prst="rect">
            <a:avLst/>
          </a:prstGeom>
          <a:solidFill>
            <a:schemeClr val="accent2">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t>From ChatGPT – </a:t>
            </a:r>
          </a:p>
          <a:p>
            <a:pPr marL="0" indent="0" algn="ctr">
              <a:buNone/>
            </a:pPr>
            <a:r>
              <a:rPr lang="en-US" sz="1600" b="1" dirty="0"/>
              <a:t>RH – Margin Call scenario</a:t>
            </a:r>
          </a:p>
        </p:txBody>
      </p:sp>
      <p:sp>
        <p:nvSpPr>
          <p:cNvPr id="4" name="Content Placeholder 3">
            <a:extLst>
              <a:ext uri="{FF2B5EF4-FFF2-40B4-BE49-F238E27FC236}">
                <a16:creationId xmlns:a16="http://schemas.microsoft.com/office/drawing/2014/main" id="{8A25BC03-D41D-6CDA-BEA9-8A2A129B5D71}"/>
              </a:ext>
            </a:extLst>
          </p:cNvPr>
          <p:cNvSpPr>
            <a:spLocks noGrp="1"/>
          </p:cNvSpPr>
          <p:nvPr>
            <p:ph idx="1"/>
          </p:nvPr>
        </p:nvSpPr>
        <p:spPr>
          <a:xfrm>
            <a:off x="191655" y="729673"/>
            <a:ext cx="11808690" cy="581891"/>
          </a:xfrm>
          <a:solidFill>
            <a:schemeClr val="bg1">
              <a:lumMod val="85000"/>
            </a:schemeClr>
          </a:solidFill>
          <a:ln w="12700">
            <a:solidFill>
              <a:schemeClr val="tx1"/>
            </a:solidFill>
          </a:ln>
        </p:spPr>
        <p:txBody>
          <a:bodyPr>
            <a:normAutofit lnSpcReduction="10000"/>
          </a:bodyPr>
          <a:lstStyle/>
          <a:p>
            <a:pPr marL="0" indent="0">
              <a:buNone/>
            </a:pPr>
            <a:r>
              <a:rPr lang="en-US" sz="1200" dirty="0"/>
              <a:t>I want to explore margin about my brokerage account. I have margin enabled. The portfolio value in 995,896 and the maintenance req is 273511. I am not using any margin. I can give you the details about the positions in the portfolio. The cash in </a:t>
            </a:r>
            <a:r>
              <a:rPr lang="en-US" sz="1200" dirty="0" err="1"/>
              <a:t>hte</a:t>
            </a:r>
            <a:r>
              <a:rPr lang="en-US" sz="1200" dirty="0"/>
              <a:t> account is 9470 and the options collateral is 37500. Rest of the portfolio is in long stocks. Can you run me through some </a:t>
            </a:r>
            <a:r>
              <a:rPr lang="en-US" sz="1200" dirty="0" err="1"/>
              <a:t>scnearios</a:t>
            </a:r>
            <a:r>
              <a:rPr lang="en-US" sz="1200" dirty="0"/>
              <a:t> where I can run close to getting margin call?</a:t>
            </a:r>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522A7CA1-9F83-C5CC-5399-53049C2DF11C}"/>
                  </a:ext>
                </a:extLst>
              </p:cNvPr>
              <p:cNvSpPr txBox="1">
                <a:spLocks/>
              </p:cNvSpPr>
              <p:nvPr/>
            </p:nvSpPr>
            <p:spPr>
              <a:xfrm>
                <a:off x="191655" y="1330036"/>
                <a:ext cx="4297218" cy="4396509"/>
              </a:xfrm>
              <a:prstGeom prst="rect">
                <a:avLst/>
              </a:prstGeom>
              <a:solidFill>
                <a:schemeClr val="accent3">
                  <a:lumMod val="20000"/>
                  <a:lumOff val="80000"/>
                </a:schemeClr>
              </a:solidFill>
              <a:ln w="19050">
                <a:solidFill>
                  <a:schemeClr val="accent2">
                    <a:lumMod val="60000"/>
                    <a:lumOff val="40000"/>
                  </a:schemeClr>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100" b="1" dirty="0"/>
                  <a:t>Account value (market value):</a:t>
                </a:r>
                <a:r>
                  <a:rPr lang="en-US" sz="1100" dirty="0"/>
                  <a:t> $995,896</a:t>
                </a:r>
              </a:p>
              <a:p>
                <a:pPr marL="0" indent="0">
                  <a:buNone/>
                </a:pPr>
                <a:r>
                  <a:rPr lang="en-US" sz="1100" b="1" dirty="0"/>
                  <a:t>Maintenance requirement:</a:t>
                </a:r>
                <a:r>
                  <a:rPr lang="en-US" sz="1100" dirty="0"/>
                  <a:t> $273,511</a:t>
                </a:r>
              </a:p>
              <a:p>
                <a:pPr marL="0" indent="0">
                  <a:buNone/>
                </a:pPr>
                <a:r>
                  <a:rPr lang="en-US" sz="1100" b="1" dirty="0"/>
                  <a:t>Cash:</a:t>
                </a:r>
                <a:r>
                  <a:rPr lang="en-US" sz="1100" dirty="0"/>
                  <a:t> $9,470</a:t>
                </a:r>
              </a:p>
              <a:p>
                <a:pPr marL="0" indent="0">
                  <a:buNone/>
                </a:pPr>
                <a:r>
                  <a:rPr lang="en-US" sz="1100" b="1" dirty="0"/>
                  <a:t>Options collateral:</a:t>
                </a:r>
                <a:r>
                  <a:rPr lang="en-US" sz="1100" dirty="0"/>
                  <a:t> $37,500</a:t>
                </a:r>
              </a:p>
              <a:p>
                <a:pPr marL="0" indent="0">
                  <a:buNone/>
                </a:pPr>
                <a:r>
                  <a:rPr lang="en-US" sz="1100" b="1" dirty="0"/>
                  <a:t>Margin used:</a:t>
                </a:r>
                <a:r>
                  <a:rPr lang="en-US" sz="1100" dirty="0"/>
                  <a:t> $0</a:t>
                </a:r>
              </a:p>
              <a:p>
                <a:pPr marL="0" indent="0">
                  <a:buNone/>
                </a:pPr>
                <a:r>
                  <a:rPr lang="en-US" sz="1100" b="1" dirty="0"/>
                  <a:t>Long stock positions:</a:t>
                </a:r>
                <a:r>
                  <a:rPr lang="en-US" sz="1100" dirty="0"/>
                  <a:t> Yes, mostly stock</a:t>
                </a:r>
              </a:p>
              <a:p>
                <a:pPr marL="0" indent="0">
                  <a:buNone/>
                </a:pPr>
                <a:r>
                  <a:rPr lang="en-US" sz="1100" b="1" dirty="0"/>
                  <a:t>Excess liquidity = Account value – Maintenance requirement</a:t>
                </a:r>
                <a:endParaRPr lang="en-US" sz="1100" dirty="0"/>
              </a:p>
              <a:p>
                <a:pPr marL="0" indent="0">
                  <a:buNone/>
                </a:pPr>
                <a:r>
                  <a:rPr lang="en-US" sz="1100" b="1" dirty="0"/>
                  <a:t>✔ Excess Liquidity = 995,896 – 273,511 = 722,385 (</a:t>
                </a:r>
                <a:r>
                  <a:rPr lang="en-US" sz="1100" b="1" u="sng" dirty="0"/>
                  <a:t>RH calls this Buffer</a:t>
                </a:r>
                <a:r>
                  <a:rPr lang="en-US" sz="1100" b="1" dirty="0"/>
                  <a:t>)</a:t>
                </a:r>
              </a:p>
              <a:p>
                <a:pPr marL="0" indent="0">
                  <a:buNone/>
                </a:pPr>
                <a:r>
                  <a:rPr lang="en-US" sz="1100" dirty="0"/>
                  <a:t>This is </a:t>
                </a:r>
                <a:r>
                  <a:rPr lang="en-US" sz="1100" i="1" dirty="0"/>
                  <a:t>very</a:t>
                </a:r>
                <a:r>
                  <a:rPr lang="en-US" sz="1100" dirty="0"/>
                  <a:t> healthy.</a:t>
                </a:r>
                <a:br>
                  <a:rPr lang="en-US" sz="1100" dirty="0"/>
                </a:br>
                <a:r>
                  <a:rPr lang="en-US" sz="1100" dirty="0"/>
                  <a:t>This means your portfolio can fall by </a:t>
                </a:r>
                <a:r>
                  <a:rPr lang="en-US" sz="1100" b="1" dirty="0"/>
                  <a:t>$722,385</a:t>
                </a:r>
                <a:r>
                  <a:rPr lang="en-US" sz="1100" dirty="0"/>
                  <a:t> before you hit your maintenance level.</a:t>
                </a:r>
              </a:p>
              <a:p>
                <a:pPr marL="0" indent="0">
                  <a:buNone/>
                </a:pPr>
                <a:r>
                  <a:rPr lang="en-US" sz="1100" dirty="0"/>
                  <a:t>Your account would face a margin call only if your portfolio value dropped to </a:t>
                </a:r>
                <a:r>
                  <a:rPr lang="en-US" sz="1100" b="1" dirty="0"/>
                  <a:t>$273,511</a:t>
                </a:r>
                <a:r>
                  <a:rPr lang="en-US" sz="1100" dirty="0"/>
                  <a:t>.</a:t>
                </a:r>
              </a:p>
              <a:p>
                <a:pPr marL="0" indent="0">
                  <a:buNone/>
                </a:pPr>
                <a:r>
                  <a:rPr lang="en-US" sz="1100" dirty="0"/>
                  <a:t>Required drop</a:t>
                </a:r>
                <a14:m>
                  <m:oMath xmlns:m="http://schemas.openxmlformats.org/officeDocument/2006/math">
                    <m:r>
                      <a:rPr lang="en-US" sz="1100">
                        <a:latin typeface="Cambria Math" panose="02040503050406030204" pitchFamily="18" charset="0"/>
                      </a:rPr>
                      <m:t>=</m:t>
                    </m:r>
                    <m:f>
                      <m:fPr>
                        <m:ctrlPr>
                          <a:rPr lang="ar-AE" sz="1100">
                            <a:latin typeface="Cambria Math" panose="02040503050406030204" pitchFamily="18" charset="0"/>
                          </a:rPr>
                        </m:ctrlPr>
                      </m:fPr>
                      <m:num>
                        <m:r>
                          <a:rPr lang="ar-AE" sz="1100">
                            <a:latin typeface="Cambria Math" panose="02040503050406030204" pitchFamily="18" charset="0"/>
                          </a:rPr>
                          <m:t>722,385</m:t>
                        </m:r>
                      </m:num>
                      <m:den>
                        <m:r>
                          <a:rPr lang="ar-AE" sz="1100">
                            <a:latin typeface="Cambria Math" panose="02040503050406030204" pitchFamily="18" charset="0"/>
                          </a:rPr>
                          <m:t>995,896</m:t>
                        </m:r>
                      </m:den>
                    </m:f>
                    <m:r>
                      <a:rPr lang="ar-AE" sz="1100">
                        <a:latin typeface="Cambria Math" panose="02040503050406030204" pitchFamily="18" charset="0"/>
                      </a:rPr>
                      <m:t>≈72.5%</m:t>
                    </m:r>
                  </m:oMath>
                </a14:m>
                <a:endParaRPr lang="ar-AE" sz="600" b="0" dirty="0"/>
              </a:p>
              <a:p>
                <a:pPr marL="0" indent="0">
                  <a:buNone/>
                </a:pPr>
                <a:r>
                  <a:rPr lang="ar-AE" sz="1100" b="1" dirty="0"/>
                  <a:t>✔ </a:t>
                </a:r>
                <a:r>
                  <a:rPr lang="en-US" sz="1100" b="1" dirty="0"/>
                  <a:t>Your entire portfolio would need to fall 72.5% before you get a margin call.</a:t>
                </a:r>
              </a:p>
              <a:p>
                <a:pPr marL="0" indent="0">
                  <a:buNone/>
                </a:pPr>
                <a:r>
                  <a:rPr lang="en-US" sz="1100" dirty="0"/>
                  <a:t>That’s extremely safe under normal conditions.</a:t>
                </a:r>
              </a:p>
              <a:p>
                <a:pPr marL="0" indent="0">
                  <a:buNone/>
                </a:pPr>
                <a:r>
                  <a:rPr lang="en-US" sz="1100" dirty="0"/>
                  <a:t>A margin call occurs when:</a:t>
                </a:r>
              </a:p>
              <a:p>
                <a:pPr marL="0" indent="0">
                  <a:buNone/>
                </a:pPr>
                <a:r>
                  <a:rPr lang="en-US" sz="1100" b="1" dirty="0"/>
                  <a:t>Account value &lt; Maintenance requirement</a:t>
                </a:r>
              </a:p>
              <a:p>
                <a:pPr marL="0" indent="0">
                  <a:buNone/>
                </a:pPr>
                <a:r>
                  <a:rPr lang="en-US" sz="1100" dirty="0"/>
                  <a:t>Because you have </a:t>
                </a:r>
                <a:r>
                  <a:rPr lang="en-US" sz="1100" b="1" dirty="0"/>
                  <a:t>no borrowed money</a:t>
                </a:r>
                <a:r>
                  <a:rPr lang="en-US" sz="1100" dirty="0"/>
                  <a:t>, the only way to reach this point is by a very large market crash across your stocks.</a:t>
                </a:r>
              </a:p>
              <a:p>
                <a:endParaRPr lang="en-US" sz="1200" dirty="0"/>
              </a:p>
            </p:txBody>
          </p:sp>
        </mc:Choice>
        <mc:Fallback xmlns="">
          <p:sp>
            <p:nvSpPr>
              <p:cNvPr id="5" name="Content Placeholder 3">
                <a:extLst>
                  <a:ext uri="{FF2B5EF4-FFF2-40B4-BE49-F238E27FC236}">
                    <a16:creationId xmlns:a16="http://schemas.microsoft.com/office/drawing/2014/main" id="{522A7CA1-9F83-C5CC-5399-53049C2DF11C}"/>
                  </a:ext>
                </a:extLst>
              </p:cNvPr>
              <p:cNvSpPr txBox="1">
                <a:spLocks noRot="1" noChangeAspect="1" noMove="1" noResize="1" noEditPoints="1" noAdjustHandles="1" noChangeArrowheads="1" noChangeShapeType="1" noTextEdit="1"/>
              </p:cNvSpPr>
              <p:nvPr/>
            </p:nvSpPr>
            <p:spPr>
              <a:xfrm>
                <a:off x="191655" y="1330036"/>
                <a:ext cx="4297218" cy="4396509"/>
              </a:xfrm>
              <a:prstGeom prst="rect">
                <a:avLst/>
              </a:prstGeom>
              <a:blipFill>
                <a:blip r:embed="rId2"/>
                <a:stretch>
                  <a:fillRect t="-552"/>
                </a:stretch>
              </a:blipFill>
              <a:ln w="19050">
                <a:solidFill>
                  <a:schemeClr val="accent2">
                    <a:lumMod val="60000"/>
                    <a:lumOff val="40000"/>
                  </a:schemeClr>
                </a:solidFill>
              </a:ln>
            </p:spPr>
            <p:txBody>
              <a:bodyPr/>
              <a:lstStyle/>
              <a:p>
                <a:r>
                  <a:rPr lang="en-US">
                    <a:noFill/>
                  </a:rPr>
                  <a:t> </a:t>
                </a:r>
              </a:p>
            </p:txBody>
          </p:sp>
        </mc:Fallback>
      </mc:AlternateContent>
    </p:spTree>
    <p:extLst>
      <p:ext uri="{BB962C8B-B14F-4D97-AF65-F5344CB8AC3E}">
        <p14:creationId xmlns:p14="http://schemas.microsoft.com/office/powerpoint/2010/main" val="26105148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67A16-B4D0-8636-1120-7AC55A93826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2606C3F-53B6-A7E9-AF77-5D67B0882B69}"/>
              </a:ext>
            </a:extLst>
          </p:cNvPr>
          <p:cNvSpPr>
            <a:spLocks noGrp="1"/>
          </p:cNvSpPr>
          <p:nvPr>
            <p:ph type="subTitle" idx="1"/>
          </p:nvPr>
        </p:nvSpPr>
        <p:spPr>
          <a:xfrm>
            <a:off x="526472" y="2225964"/>
            <a:ext cx="11009745" cy="1874983"/>
          </a:xfrm>
          <a:solidFill>
            <a:schemeClr val="accent2">
              <a:lumMod val="40000"/>
              <a:lumOff val="60000"/>
            </a:schemeClr>
          </a:solidFill>
          <a:ln w="15875">
            <a:solidFill>
              <a:schemeClr val="tx1"/>
            </a:solidFill>
          </a:ln>
        </p:spPr>
        <p:txBody>
          <a:bodyPr>
            <a:normAutofit/>
          </a:bodyPr>
          <a:lstStyle/>
          <a:p>
            <a:r>
              <a:rPr lang="en-US" sz="4000" b="1" dirty="0"/>
              <a:t>Synthetic Long Stock</a:t>
            </a:r>
          </a:p>
        </p:txBody>
      </p:sp>
    </p:spTree>
    <p:extLst>
      <p:ext uri="{BB962C8B-B14F-4D97-AF65-F5344CB8AC3E}">
        <p14:creationId xmlns:p14="http://schemas.microsoft.com/office/powerpoint/2010/main" val="18130377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B68FB-7AEA-C302-2798-707194137BBF}"/>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B55AE42B-FA9D-A8CE-F450-848DF4DBBC71}"/>
              </a:ext>
            </a:extLst>
          </p:cNvPr>
          <p:cNvSpPr txBox="1">
            <a:spLocks/>
          </p:cNvSpPr>
          <p:nvPr/>
        </p:nvSpPr>
        <p:spPr>
          <a:xfrm>
            <a:off x="118872" y="58901"/>
            <a:ext cx="11740896" cy="670772"/>
          </a:xfrm>
          <a:prstGeom prst="rect">
            <a:avLst/>
          </a:prstGeom>
          <a:solidFill>
            <a:schemeClr val="accent2">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t>Synthetic Long Stock - 1</a:t>
            </a:r>
          </a:p>
          <a:p>
            <a:pPr marL="0" indent="0" algn="ctr">
              <a:buNone/>
            </a:pPr>
            <a:r>
              <a:rPr lang="en-US" sz="1600" b="1" dirty="0"/>
              <a:t>When you think stock has bottomed or near the bottom and you are bullish for the stock price at around expiry</a:t>
            </a:r>
          </a:p>
        </p:txBody>
      </p:sp>
      <p:sp>
        <p:nvSpPr>
          <p:cNvPr id="5" name="Content Placeholder 3">
            <a:extLst>
              <a:ext uri="{FF2B5EF4-FFF2-40B4-BE49-F238E27FC236}">
                <a16:creationId xmlns:a16="http://schemas.microsoft.com/office/drawing/2014/main" id="{15FCAE25-AEB6-A293-AC1A-DCA2CF20F91B}"/>
              </a:ext>
            </a:extLst>
          </p:cNvPr>
          <p:cNvSpPr txBox="1">
            <a:spLocks/>
          </p:cNvSpPr>
          <p:nvPr/>
        </p:nvSpPr>
        <p:spPr>
          <a:xfrm>
            <a:off x="5495544" y="729673"/>
            <a:ext cx="6364224" cy="6040147"/>
          </a:xfrm>
          <a:prstGeom prst="rect">
            <a:avLst/>
          </a:prstGeom>
          <a:noFill/>
          <a:ln w="12700">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t>Here is a message that I put on </a:t>
            </a:r>
            <a:r>
              <a:rPr lang="en-US" sz="1800" b="1" dirty="0" err="1"/>
              <a:t>Whatsapp</a:t>
            </a:r>
            <a:r>
              <a:rPr lang="en-US" sz="1800" b="1" dirty="0"/>
              <a:t> to understand Synthetic call. Rich Maresco put that idea initially. This post is from 12/5/2025 – The day after SOFI issued 1.5bn bonds and went down around 7.6%. The stock was trading around 27.50. I had thought about doing synthetic stock on SOFI but did not pull the trigger. The BP on TT was around $1300 per put/call pair and since the strike @30 was a net credit, it did not take any cash from the account to do it…Maybe I should do it still..</a:t>
            </a:r>
          </a:p>
          <a:p>
            <a:pPr marL="0" indent="0">
              <a:buNone/>
            </a:pPr>
            <a:r>
              <a:rPr lang="en-US" sz="2000" dirty="0"/>
              <a:t>@~Rich Maresco and other experts…looking at options chain on SOFI to understand synthetic stock. Assuming that I am bullish on SOFI</a:t>
            </a:r>
          </a:p>
          <a:p>
            <a:r>
              <a:rPr lang="en-US" sz="2000" dirty="0"/>
              <a:t>1/15/2027 chain - 	</a:t>
            </a:r>
          </a:p>
          <a:p>
            <a:r>
              <a:rPr lang="en-US" sz="2000" dirty="0"/>
              <a:t>Strike 30		</a:t>
            </a:r>
          </a:p>
          <a:p>
            <a:pPr lvl="1"/>
            <a:r>
              <a:rPr lang="en-US" sz="1600" dirty="0"/>
              <a:t>Puts can be sold for 8.60, delta = -.42, calls can be bought for 7.75, delta = .61</a:t>
            </a:r>
          </a:p>
          <a:p>
            <a:pPr lvl="1"/>
            <a:r>
              <a:rPr lang="en-US" sz="1600" dirty="0"/>
              <a:t>So, a net credit of .85		</a:t>
            </a:r>
          </a:p>
          <a:p>
            <a:pPr lvl="1"/>
            <a:r>
              <a:rPr lang="en-US" sz="1600" dirty="0"/>
              <a:t>Breakeven = 30.85		</a:t>
            </a:r>
          </a:p>
          <a:p>
            <a:pPr lvl="1"/>
            <a:r>
              <a:rPr lang="en-US" sz="1600" dirty="0"/>
              <a:t>Stock moves up - Unlimited over 30 (call strike)		</a:t>
            </a:r>
          </a:p>
          <a:p>
            <a:pPr lvl="1"/>
            <a:r>
              <a:rPr lang="en-US" sz="1600" dirty="0"/>
              <a:t>Stock moves down - Both short puts and long calls lose money. Can be put shares, but the BE for the put buyer is 21.40. Assume that I don't get put the shares, the downside is that short puts go up and need to buy back at a higher price later, and sell long calls at a lower price		</a:t>
            </a:r>
          </a:p>
          <a:p>
            <a:pPr lvl="1"/>
            <a:r>
              <a:rPr lang="en-US" sz="1600" dirty="0"/>
              <a:t>Stock sideways - Short puts make money (theta decay), long calls lose value(theta decay). Typical case keeps .89			</a:t>
            </a:r>
          </a:p>
          <a:p>
            <a:r>
              <a:rPr lang="en-US" sz="2000" dirty="0"/>
              <a:t>Strike 27		</a:t>
            </a:r>
          </a:p>
          <a:p>
            <a:pPr lvl="1"/>
            <a:r>
              <a:rPr lang="en-US" sz="1600" dirty="0"/>
              <a:t>Puts can be sold for 6.90, delta = -.35, calls can be bought for 8.90, delta = .67		</a:t>
            </a:r>
          </a:p>
          <a:p>
            <a:pPr lvl="1"/>
            <a:r>
              <a:rPr lang="en-US" sz="1600" dirty="0"/>
              <a:t>So, a net debit of 2.00		</a:t>
            </a:r>
          </a:p>
          <a:p>
            <a:pPr lvl="1"/>
            <a:r>
              <a:rPr lang="en-US" sz="1600" dirty="0"/>
              <a:t>Breakeven = 29		</a:t>
            </a:r>
          </a:p>
          <a:p>
            <a:pPr lvl="1"/>
            <a:r>
              <a:rPr lang="en-US" sz="1600" dirty="0"/>
              <a:t>Stock moves up - Unlimited over 29		</a:t>
            </a:r>
          </a:p>
          <a:p>
            <a:pPr lvl="1"/>
            <a:r>
              <a:rPr lang="en-US" sz="1600" dirty="0"/>
              <a:t>Stock moves down - Both short puts and long calls lose value (combined delta = 1, so lose just like shares). Since the BE on put is 20.10, little chance of getting put shares. 		</a:t>
            </a:r>
          </a:p>
          <a:p>
            <a:pPr lvl="1"/>
            <a:r>
              <a:rPr lang="en-US" sz="1600" dirty="0"/>
              <a:t>Stock sideways - Short call makes money (theta decay), long calls lose value(theta decay). Both expire worthless, Max loss 2.00</a:t>
            </a:r>
          </a:p>
          <a:p>
            <a:r>
              <a:rPr lang="en-US" sz="1800" dirty="0"/>
              <a:t>If the above seems correct in the ballpark, then the question is when do you take the plunge? When you think that stock has bottomed, do you open both the short put and long call at the same time, do you add up the delta to make sure that you are ~1...anything else. Thanks a bunch for the help </a:t>
            </a:r>
            <a:r>
              <a:rPr lang="en-US" sz="1100" dirty="0"/>
              <a:t> </a:t>
            </a:r>
            <a:endParaRPr lang="en-US" sz="1200" dirty="0"/>
          </a:p>
        </p:txBody>
      </p:sp>
      <p:sp>
        <p:nvSpPr>
          <p:cNvPr id="7" name="Content Placeholder 3">
            <a:extLst>
              <a:ext uri="{FF2B5EF4-FFF2-40B4-BE49-F238E27FC236}">
                <a16:creationId xmlns:a16="http://schemas.microsoft.com/office/drawing/2014/main" id="{ADE85A42-1BDB-D640-E9A6-39EAA2D2A114}"/>
              </a:ext>
            </a:extLst>
          </p:cNvPr>
          <p:cNvSpPr txBox="1">
            <a:spLocks/>
          </p:cNvSpPr>
          <p:nvPr/>
        </p:nvSpPr>
        <p:spPr>
          <a:xfrm>
            <a:off x="118872" y="729672"/>
            <a:ext cx="5376672" cy="3354890"/>
          </a:xfrm>
          <a:prstGeom prst="rect">
            <a:avLst/>
          </a:prstGeom>
          <a:noFill/>
          <a:ln w="12700">
            <a:solidFill>
              <a:schemeClr val="tx1"/>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t>Sell Long dated Put, </a:t>
            </a:r>
            <a:r>
              <a:rPr lang="en-US" sz="1400" b="1" dirty="0"/>
              <a:t>Collect Premium</a:t>
            </a:r>
          </a:p>
          <a:p>
            <a:r>
              <a:rPr lang="en-US" sz="1600" b="1" dirty="0"/>
              <a:t>Buy Long dated Calls, Use the premium to pay for calls</a:t>
            </a:r>
            <a:endParaRPr lang="en-US" sz="1400" b="1" dirty="0"/>
          </a:p>
          <a:p>
            <a:pPr lvl="1"/>
            <a:r>
              <a:rPr lang="en-US" sz="1600" b="1" dirty="0"/>
              <a:t>If the premium collected is more than the cost to buy calls, then this can be a net credit trade</a:t>
            </a:r>
          </a:p>
          <a:p>
            <a:pPr lvl="1"/>
            <a:r>
              <a:rPr lang="en-US" sz="1600" b="1" dirty="0"/>
              <a:t>If the premium collected is less, then it is a smallish debit trade.</a:t>
            </a:r>
          </a:p>
          <a:p>
            <a:r>
              <a:rPr lang="en-US" sz="1600" b="1" u="sng" dirty="0"/>
              <a:t>Both the Puts and Calls are for same Expiry and Same Strike</a:t>
            </a:r>
            <a:r>
              <a:rPr lang="en-US" sz="1600" b="1" dirty="0"/>
              <a:t>. The example on the right text box. The puts and calls can be slightly ITM or OTM depending upon the premiums that you want to collect/pay (net credit/debit). Both ways should be okay and have pros and cons</a:t>
            </a:r>
          </a:p>
          <a:p>
            <a:r>
              <a:rPr lang="en-US" sz="1600" b="1" dirty="0"/>
              <a:t>The collective deltas on Puts and Calls should be around 1 (they are same expiry/strike). That makes the total movement of the strategy around 1 (close to stock price movement). </a:t>
            </a:r>
          </a:p>
          <a:p>
            <a:r>
              <a:rPr lang="en-US" sz="1600" b="1" dirty="0"/>
              <a:t>Rich then goes a step further and says that once you have the LEAP calls, you can sell short dated calls against those, like PMCC?</a:t>
            </a:r>
          </a:p>
        </p:txBody>
      </p:sp>
      <p:cxnSp>
        <p:nvCxnSpPr>
          <p:cNvPr id="9" name="Straight Connector 8">
            <a:extLst>
              <a:ext uri="{FF2B5EF4-FFF2-40B4-BE49-F238E27FC236}">
                <a16:creationId xmlns:a16="http://schemas.microsoft.com/office/drawing/2014/main" id="{9DDCDFD9-0EE1-F011-A13A-74694BAF4D65}"/>
              </a:ext>
            </a:extLst>
          </p:cNvPr>
          <p:cNvCxnSpPr>
            <a:cxnSpLocks/>
          </p:cNvCxnSpPr>
          <p:nvPr/>
        </p:nvCxnSpPr>
        <p:spPr>
          <a:xfrm flipH="1">
            <a:off x="558051" y="5169713"/>
            <a:ext cx="4196541" cy="4458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9CAECBD-373F-824B-605E-F5CC5F58B540}"/>
              </a:ext>
            </a:extLst>
          </p:cNvPr>
          <p:cNvSpPr txBox="1"/>
          <p:nvPr/>
        </p:nvSpPr>
        <p:spPr>
          <a:xfrm>
            <a:off x="2656321" y="4188008"/>
            <a:ext cx="863398" cy="523220"/>
          </a:xfrm>
          <a:prstGeom prst="rect">
            <a:avLst/>
          </a:prstGeom>
          <a:noFill/>
        </p:spPr>
        <p:txBody>
          <a:bodyPr wrap="square" rtlCol="0">
            <a:spAutoFit/>
          </a:bodyPr>
          <a:lstStyle/>
          <a:p>
            <a:r>
              <a:rPr lang="en-US" sz="1400" dirty="0"/>
              <a:t>SOFI @27.50</a:t>
            </a:r>
          </a:p>
        </p:txBody>
      </p:sp>
      <p:sp>
        <p:nvSpPr>
          <p:cNvPr id="13" name="TextBox 12">
            <a:extLst>
              <a:ext uri="{FF2B5EF4-FFF2-40B4-BE49-F238E27FC236}">
                <a16:creationId xmlns:a16="http://schemas.microsoft.com/office/drawing/2014/main" id="{69BD7186-6C9C-7CC1-E02F-10F6ACF5D1D8}"/>
              </a:ext>
            </a:extLst>
          </p:cNvPr>
          <p:cNvSpPr txBox="1"/>
          <p:nvPr/>
        </p:nvSpPr>
        <p:spPr>
          <a:xfrm>
            <a:off x="2086462" y="5290137"/>
            <a:ext cx="1978066" cy="461665"/>
          </a:xfrm>
          <a:prstGeom prst="rect">
            <a:avLst/>
          </a:prstGeom>
          <a:noFill/>
        </p:spPr>
        <p:txBody>
          <a:bodyPr wrap="square" rtlCol="0">
            <a:spAutoFit/>
          </a:bodyPr>
          <a:lstStyle/>
          <a:p>
            <a:pPr algn="ctr"/>
            <a:r>
              <a:rPr lang="en-US" sz="1200" b="1" dirty="0">
                <a:solidFill>
                  <a:schemeClr val="accent5">
                    <a:lumMod val="60000"/>
                    <a:lumOff val="40000"/>
                  </a:schemeClr>
                </a:solidFill>
              </a:rPr>
              <a:t>Strike @30 </a:t>
            </a:r>
          </a:p>
          <a:p>
            <a:r>
              <a:rPr lang="en-US" sz="1200" b="1" dirty="0">
                <a:solidFill>
                  <a:srgbClr val="FF0000"/>
                </a:solidFill>
              </a:rPr>
              <a:t>Sell Puts </a:t>
            </a:r>
            <a:r>
              <a:rPr lang="en-US" sz="1200" b="1" dirty="0"/>
              <a:t>and</a:t>
            </a:r>
            <a:r>
              <a:rPr lang="en-US" sz="1200" b="1" dirty="0">
                <a:solidFill>
                  <a:srgbClr val="FF0000"/>
                </a:solidFill>
              </a:rPr>
              <a:t> </a:t>
            </a:r>
            <a:r>
              <a:rPr lang="en-US" sz="1200" b="1" dirty="0">
                <a:solidFill>
                  <a:srgbClr val="00CC00"/>
                </a:solidFill>
              </a:rPr>
              <a:t>Buy Calls</a:t>
            </a:r>
            <a:endParaRPr lang="en-US" sz="1200" b="1" dirty="0">
              <a:solidFill>
                <a:srgbClr val="FF0000"/>
              </a:solidFill>
            </a:endParaRPr>
          </a:p>
        </p:txBody>
      </p:sp>
      <p:cxnSp>
        <p:nvCxnSpPr>
          <p:cNvPr id="15" name="Straight Arrow Connector 14">
            <a:extLst>
              <a:ext uri="{FF2B5EF4-FFF2-40B4-BE49-F238E27FC236}">
                <a16:creationId xmlns:a16="http://schemas.microsoft.com/office/drawing/2014/main" id="{091E5247-919B-E557-2E6A-E9E78ADAF158}"/>
              </a:ext>
            </a:extLst>
          </p:cNvPr>
          <p:cNvCxnSpPr>
            <a:cxnSpLocks/>
          </p:cNvCxnSpPr>
          <p:nvPr/>
        </p:nvCxnSpPr>
        <p:spPr>
          <a:xfrm>
            <a:off x="2833919" y="4735256"/>
            <a:ext cx="192745" cy="4279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6" name="Ink 15">
                <a:extLst>
                  <a:ext uri="{FF2B5EF4-FFF2-40B4-BE49-F238E27FC236}">
                    <a16:creationId xmlns:a16="http://schemas.microsoft.com/office/drawing/2014/main" id="{554E60DA-D332-030B-8C84-10F855D2191F}"/>
                  </a:ext>
                </a:extLst>
              </p14:cNvPr>
              <p14:cNvContentPartPr/>
              <p14:nvPr/>
            </p14:nvContentPartPr>
            <p14:xfrm>
              <a:off x="676781" y="4918536"/>
              <a:ext cx="2348280" cy="476640"/>
            </p14:xfrm>
          </p:contentPart>
        </mc:Choice>
        <mc:Fallback xmlns="">
          <p:pic>
            <p:nvPicPr>
              <p:cNvPr id="16" name="Ink 15">
                <a:extLst>
                  <a:ext uri="{FF2B5EF4-FFF2-40B4-BE49-F238E27FC236}">
                    <a16:creationId xmlns:a16="http://schemas.microsoft.com/office/drawing/2014/main" id="{554E60DA-D332-030B-8C84-10F855D2191F}"/>
                  </a:ext>
                </a:extLst>
              </p:cNvPr>
              <p:cNvPicPr/>
              <p:nvPr/>
            </p:nvPicPr>
            <p:blipFill>
              <a:blip r:embed="rId3"/>
              <a:stretch>
                <a:fillRect/>
              </a:stretch>
            </p:blipFill>
            <p:spPr>
              <a:xfrm>
                <a:off x="670661" y="4912416"/>
                <a:ext cx="2360520" cy="488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7E5AEF67-9CB1-4856-7BB3-E7728E863317}"/>
                  </a:ext>
                </a:extLst>
              </p14:cNvPr>
              <p14:cNvContentPartPr/>
              <p14:nvPr/>
            </p14:nvContentPartPr>
            <p14:xfrm>
              <a:off x="3209544" y="5257296"/>
              <a:ext cx="360" cy="360"/>
            </p14:xfrm>
          </p:contentPart>
        </mc:Choice>
        <mc:Fallback xmlns="">
          <p:pic>
            <p:nvPicPr>
              <p:cNvPr id="17" name="Ink 16">
                <a:extLst>
                  <a:ext uri="{FF2B5EF4-FFF2-40B4-BE49-F238E27FC236}">
                    <a16:creationId xmlns:a16="http://schemas.microsoft.com/office/drawing/2014/main" id="{7E5AEF67-9CB1-4856-7BB3-E7728E863317}"/>
                  </a:ext>
                </a:extLst>
              </p:cNvPr>
              <p:cNvPicPr/>
              <p:nvPr/>
            </p:nvPicPr>
            <p:blipFill>
              <a:blip r:embed="rId5"/>
              <a:stretch>
                <a:fillRect/>
              </a:stretch>
            </p:blipFill>
            <p:spPr>
              <a:xfrm>
                <a:off x="3203424" y="52511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7D2F1FF5-A981-23BC-57FA-477E389E72EF}"/>
                  </a:ext>
                </a:extLst>
              </p14:cNvPr>
              <p14:cNvContentPartPr/>
              <p14:nvPr/>
            </p14:nvContentPartPr>
            <p14:xfrm>
              <a:off x="3346704" y="5257296"/>
              <a:ext cx="360" cy="360"/>
            </p14:xfrm>
          </p:contentPart>
        </mc:Choice>
        <mc:Fallback xmlns="">
          <p:pic>
            <p:nvPicPr>
              <p:cNvPr id="19" name="Ink 18">
                <a:extLst>
                  <a:ext uri="{FF2B5EF4-FFF2-40B4-BE49-F238E27FC236}">
                    <a16:creationId xmlns:a16="http://schemas.microsoft.com/office/drawing/2014/main" id="{7D2F1FF5-A981-23BC-57FA-477E389E72EF}"/>
                  </a:ext>
                </a:extLst>
              </p:cNvPr>
              <p:cNvPicPr/>
              <p:nvPr/>
            </p:nvPicPr>
            <p:blipFill>
              <a:blip r:embed="rId5"/>
              <a:stretch>
                <a:fillRect/>
              </a:stretch>
            </p:blipFill>
            <p:spPr>
              <a:xfrm>
                <a:off x="3340584" y="52511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289C53CA-9874-7A77-A760-CFC73256CB54}"/>
                  </a:ext>
                </a:extLst>
              </p14:cNvPr>
              <p14:cNvContentPartPr/>
              <p14:nvPr/>
            </p14:nvContentPartPr>
            <p14:xfrm>
              <a:off x="3483864" y="5239656"/>
              <a:ext cx="360" cy="360"/>
            </p14:xfrm>
          </p:contentPart>
        </mc:Choice>
        <mc:Fallback xmlns="">
          <p:pic>
            <p:nvPicPr>
              <p:cNvPr id="21" name="Ink 20">
                <a:extLst>
                  <a:ext uri="{FF2B5EF4-FFF2-40B4-BE49-F238E27FC236}">
                    <a16:creationId xmlns:a16="http://schemas.microsoft.com/office/drawing/2014/main" id="{289C53CA-9874-7A77-A760-CFC73256CB54}"/>
                  </a:ext>
                </a:extLst>
              </p:cNvPr>
              <p:cNvPicPr/>
              <p:nvPr/>
            </p:nvPicPr>
            <p:blipFill>
              <a:blip r:embed="rId5"/>
              <a:stretch>
                <a:fillRect/>
              </a:stretch>
            </p:blipFill>
            <p:spPr>
              <a:xfrm>
                <a:off x="3477744" y="52335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E695503B-6815-F90B-5E87-984D85BB8AD1}"/>
                  </a:ext>
                </a:extLst>
              </p14:cNvPr>
              <p14:cNvContentPartPr/>
              <p14:nvPr/>
            </p14:nvContentPartPr>
            <p14:xfrm>
              <a:off x="3172824" y="5211936"/>
              <a:ext cx="360" cy="360"/>
            </p14:xfrm>
          </p:contentPart>
        </mc:Choice>
        <mc:Fallback xmlns="">
          <p:pic>
            <p:nvPicPr>
              <p:cNvPr id="23" name="Ink 22">
                <a:extLst>
                  <a:ext uri="{FF2B5EF4-FFF2-40B4-BE49-F238E27FC236}">
                    <a16:creationId xmlns:a16="http://schemas.microsoft.com/office/drawing/2014/main" id="{E695503B-6815-F90B-5E87-984D85BB8AD1}"/>
                  </a:ext>
                </a:extLst>
              </p:cNvPr>
              <p:cNvPicPr/>
              <p:nvPr/>
            </p:nvPicPr>
            <p:blipFill>
              <a:blip r:embed="rId5"/>
              <a:stretch>
                <a:fillRect/>
              </a:stretch>
            </p:blipFill>
            <p:spPr>
              <a:xfrm>
                <a:off x="3166704" y="52058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5" name="Ink 24">
                <a:extLst>
                  <a:ext uri="{FF2B5EF4-FFF2-40B4-BE49-F238E27FC236}">
                    <a16:creationId xmlns:a16="http://schemas.microsoft.com/office/drawing/2014/main" id="{FE9B1DC3-7C4C-B27D-2709-1BC4C165125E}"/>
                  </a:ext>
                </a:extLst>
              </p14:cNvPr>
              <p14:cNvContentPartPr/>
              <p14:nvPr/>
            </p14:nvContentPartPr>
            <p14:xfrm>
              <a:off x="3502224" y="5102136"/>
              <a:ext cx="360" cy="360"/>
            </p14:xfrm>
          </p:contentPart>
        </mc:Choice>
        <mc:Fallback xmlns="">
          <p:pic>
            <p:nvPicPr>
              <p:cNvPr id="25" name="Ink 24">
                <a:extLst>
                  <a:ext uri="{FF2B5EF4-FFF2-40B4-BE49-F238E27FC236}">
                    <a16:creationId xmlns:a16="http://schemas.microsoft.com/office/drawing/2014/main" id="{FE9B1DC3-7C4C-B27D-2709-1BC4C165125E}"/>
                  </a:ext>
                </a:extLst>
              </p:cNvPr>
              <p:cNvPicPr/>
              <p:nvPr/>
            </p:nvPicPr>
            <p:blipFill>
              <a:blip r:embed="rId5"/>
              <a:stretch>
                <a:fillRect/>
              </a:stretch>
            </p:blipFill>
            <p:spPr>
              <a:xfrm>
                <a:off x="3496104" y="50960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6" name="Ink 25">
                <a:extLst>
                  <a:ext uri="{FF2B5EF4-FFF2-40B4-BE49-F238E27FC236}">
                    <a16:creationId xmlns:a16="http://schemas.microsoft.com/office/drawing/2014/main" id="{A9492251-161E-B032-784A-421265C339F6}"/>
                  </a:ext>
                </a:extLst>
              </p14:cNvPr>
              <p14:cNvContentPartPr/>
              <p14:nvPr/>
            </p14:nvContentPartPr>
            <p14:xfrm>
              <a:off x="3712104" y="5020056"/>
              <a:ext cx="360" cy="360"/>
            </p14:xfrm>
          </p:contentPart>
        </mc:Choice>
        <mc:Fallback xmlns="">
          <p:pic>
            <p:nvPicPr>
              <p:cNvPr id="26" name="Ink 25">
                <a:extLst>
                  <a:ext uri="{FF2B5EF4-FFF2-40B4-BE49-F238E27FC236}">
                    <a16:creationId xmlns:a16="http://schemas.microsoft.com/office/drawing/2014/main" id="{A9492251-161E-B032-784A-421265C339F6}"/>
                  </a:ext>
                </a:extLst>
              </p:cNvPr>
              <p:cNvPicPr/>
              <p:nvPr/>
            </p:nvPicPr>
            <p:blipFill>
              <a:blip r:embed="rId5"/>
              <a:stretch>
                <a:fillRect/>
              </a:stretch>
            </p:blipFill>
            <p:spPr>
              <a:xfrm>
                <a:off x="3705984" y="5013936"/>
                <a:ext cx="12600" cy="12600"/>
              </a:xfrm>
              <a:prstGeom prst="rect">
                <a:avLst/>
              </a:prstGeom>
            </p:spPr>
          </p:pic>
        </mc:Fallback>
      </mc:AlternateContent>
      <p:grpSp>
        <p:nvGrpSpPr>
          <p:cNvPr id="29" name="Group 28">
            <a:extLst>
              <a:ext uri="{FF2B5EF4-FFF2-40B4-BE49-F238E27FC236}">
                <a16:creationId xmlns:a16="http://schemas.microsoft.com/office/drawing/2014/main" id="{6F6B4612-5D3A-3243-E2C8-7B12AF3235A5}"/>
              </a:ext>
            </a:extLst>
          </p:cNvPr>
          <p:cNvGrpSpPr/>
          <p:nvPr/>
        </p:nvGrpSpPr>
        <p:grpSpPr>
          <a:xfrm>
            <a:off x="3117744" y="5147856"/>
            <a:ext cx="201600" cy="9360"/>
            <a:chOff x="3117744" y="5147856"/>
            <a:chExt cx="201600" cy="9360"/>
          </a:xfrm>
        </p:grpSpPr>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85BAB948-203E-30B0-198E-8CB6028703BD}"/>
                    </a:ext>
                  </a:extLst>
                </p14:cNvPr>
                <p14:cNvContentPartPr/>
                <p14:nvPr/>
              </p14:nvContentPartPr>
              <p14:xfrm>
                <a:off x="3318984" y="5156856"/>
                <a:ext cx="360" cy="360"/>
              </p14:xfrm>
            </p:contentPart>
          </mc:Choice>
          <mc:Fallback xmlns="">
            <p:pic>
              <p:nvPicPr>
                <p:cNvPr id="24" name="Ink 23">
                  <a:extLst>
                    <a:ext uri="{FF2B5EF4-FFF2-40B4-BE49-F238E27FC236}">
                      <a16:creationId xmlns:a16="http://schemas.microsoft.com/office/drawing/2014/main" id="{85BAB948-203E-30B0-198E-8CB6028703BD}"/>
                    </a:ext>
                  </a:extLst>
                </p:cNvPr>
                <p:cNvPicPr/>
                <p:nvPr/>
              </p:nvPicPr>
              <p:blipFill>
                <a:blip r:embed="rId5"/>
                <a:stretch>
                  <a:fillRect/>
                </a:stretch>
              </p:blipFill>
              <p:spPr>
                <a:xfrm>
                  <a:off x="3312864" y="51507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8" name="Ink 27">
                  <a:extLst>
                    <a:ext uri="{FF2B5EF4-FFF2-40B4-BE49-F238E27FC236}">
                      <a16:creationId xmlns:a16="http://schemas.microsoft.com/office/drawing/2014/main" id="{909CD2A1-0239-1F28-8A31-3FB3FCA2F684}"/>
                    </a:ext>
                  </a:extLst>
                </p14:cNvPr>
                <p14:cNvContentPartPr/>
                <p14:nvPr/>
              </p14:nvContentPartPr>
              <p14:xfrm>
                <a:off x="3117744" y="5147856"/>
                <a:ext cx="1800" cy="360"/>
              </p14:xfrm>
            </p:contentPart>
          </mc:Choice>
          <mc:Fallback xmlns="">
            <p:pic>
              <p:nvPicPr>
                <p:cNvPr id="28" name="Ink 27">
                  <a:extLst>
                    <a:ext uri="{FF2B5EF4-FFF2-40B4-BE49-F238E27FC236}">
                      <a16:creationId xmlns:a16="http://schemas.microsoft.com/office/drawing/2014/main" id="{909CD2A1-0239-1F28-8A31-3FB3FCA2F684}"/>
                    </a:ext>
                  </a:extLst>
                </p:cNvPr>
                <p:cNvPicPr/>
                <p:nvPr/>
              </p:nvPicPr>
              <p:blipFill>
                <a:blip r:embed="rId5"/>
                <a:stretch>
                  <a:fillRect/>
                </a:stretch>
              </p:blipFill>
              <p:spPr>
                <a:xfrm>
                  <a:off x="3111624" y="5141736"/>
                  <a:ext cx="1404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30" name="Ink 29">
                <a:extLst>
                  <a:ext uri="{FF2B5EF4-FFF2-40B4-BE49-F238E27FC236}">
                    <a16:creationId xmlns:a16="http://schemas.microsoft.com/office/drawing/2014/main" id="{632DB34A-0949-A3C5-52A0-CD0D8398BF49}"/>
                  </a:ext>
                </a:extLst>
              </p14:cNvPr>
              <p14:cNvContentPartPr/>
              <p14:nvPr/>
            </p14:nvContentPartPr>
            <p14:xfrm>
              <a:off x="3236544" y="5010696"/>
              <a:ext cx="360" cy="360"/>
            </p14:xfrm>
          </p:contentPart>
        </mc:Choice>
        <mc:Fallback xmlns="">
          <p:pic>
            <p:nvPicPr>
              <p:cNvPr id="30" name="Ink 29">
                <a:extLst>
                  <a:ext uri="{FF2B5EF4-FFF2-40B4-BE49-F238E27FC236}">
                    <a16:creationId xmlns:a16="http://schemas.microsoft.com/office/drawing/2014/main" id="{632DB34A-0949-A3C5-52A0-CD0D8398BF49}"/>
                  </a:ext>
                </a:extLst>
              </p:cNvPr>
              <p:cNvPicPr/>
              <p:nvPr/>
            </p:nvPicPr>
            <p:blipFill>
              <a:blip r:embed="rId5"/>
              <a:stretch>
                <a:fillRect/>
              </a:stretch>
            </p:blipFill>
            <p:spPr>
              <a:xfrm>
                <a:off x="3230424" y="50045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Ink 30">
                <a:extLst>
                  <a:ext uri="{FF2B5EF4-FFF2-40B4-BE49-F238E27FC236}">
                    <a16:creationId xmlns:a16="http://schemas.microsoft.com/office/drawing/2014/main" id="{E4C3E9A5-6A34-EBE2-2F0C-2199932C0FFA}"/>
                  </a:ext>
                </a:extLst>
              </p14:cNvPr>
              <p14:cNvContentPartPr/>
              <p14:nvPr/>
            </p14:nvContentPartPr>
            <p14:xfrm>
              <a:off x="3401424" y="4946616"/>
              <a:ext cx="360" cy="360"/>
            </p14:xfrm>
          </p:contentPart>
        </mc:Choice>
        <mc:Fallback xmlns="">
          <p:pic>
            <p:nvPicPr>
              <p:cNvPr id="31" name="Ink 30">
                <a:extLst>
                  <a:ext uri="{FF2B5EF4-FFF2-40B4-BE49-F238E27FC236}">
                    <a16:creationId xmlns:a16="http://schemas.microsoft.com/office/drawing/2014/main" id="{E4C3E9A5-6A34-EBE2-2F0C-2199932C0FFA}"/>
                  </a:ext>
                </a:extLst>
              </p:cNvPr>
              <p:cNvPicPr/>
              <p:nvPr/>
            </p:nvPicPr>
            <p:blipFill>
              <a:blip r:embed="rId5"/>
              <a:stretch>
                <a:fillRect/>
              </a:stretch>
            </p:blipFill>
            <p:spPr>
              <a:xfrm>
                <a:off x="3395304" y="49404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2" name="Ink 31">
                <a:extLst>
                  <a:ext uri="{FF2B5EF4-FFF2-40B4-BE49-F238E27FC236}">
                    <a16:creationId xmlns:a16="http://schemas.microsoft.com/office/drawing/2014/main" id="{C4ABF7F5-7296-8E1B-8BED-4309DAD65D4A}"/>
                  </a:ext>
                </a:extLst>
              </p14:cNvPr>
              <p14:cNvContentPartPr/>
              <p14:nvPr/>
            </p14:nvContentPartPr>
            <p14:xfrm>
              <a:off x="3529584" y="4818456"/>
              <a:ext cx="360" cy="360"/>
            </p14:xfrm>
          </p:contentPart>
        </mc:Choice>
        <mc:Fallback xmlns="">
          <p:pic>
            <p:nvPicPr>
              <p:cNvPr id="32" name="Ink 31">
                <a:extLst>
                  <a:ext uri="{FF2B5EF4-FFF2-40B4-BE49-F238E27FC236}">
                    <a16:creationId xmlns:a16="http://schemas.microsoft.com/office/drawing/2014/main" id="{C4ABF7F5-7296-8E1B-8BED-4309DAD65D4A}"/>
                  </a:ext>
                </a:extLst>
              </p:cNvPr>
              <p:cNvPicPr/>
              <p:nvPr/>
            </p:nvPicPr>
            <p:blipFill>
              <a:blip r:embed="rId5"/>
              <a:stretch>
                <a:fillRect/>
              </a:stretch>
            </p:blipFill>
            <p:spPr>
              <a:xfrm>
                <a:off x="3523464" y="48123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3" name="Ink 32">
                <a:extLst>
                  <a:ext uri="{FF2B5EF4-FFF2-40B4-BE49-F238E27FC236}">
                    <a16:creationId xmlns:a16="http://schemas.microsoft.com/office/drawing/2014/main" id="{5E5007CF-5058-0DA8-C659-0E58913D4257}"/>
                  </a:ext>
                </a:extLst>
              </p14:cNvPr>
              <p14:cNvContentPartPr/>
              <p14:nvPr/>
            </p14:nvContentPartPr>
            <p14:xfrm>
              <a:off x="3767184" y="4653936"/>
              <a:ext cx="360" cy="360"/>
            </p14:xfrm>
          </p:contentPart>
        </mc:Choice>
        <mc:Fallback xmlns="">
          <p:pic>
            <p:nvPicPr>
              <p:cNvPr id="33" name="Ink 32">
                <a:extLst>
                  <a:ext uri="{FF2B5EF4-FFF2-40B4-BE49-F238E27FC236}">
                    <a16:creationId xmlns:a16="http://schemas.microsoft.com/office/drawing/2014/main" id="{5E5007CF-5058-0DA8-C659-0E58913D4257}"/>
                  </a:ext>
                </a:extLst>
              </p:cNvPr>
              <p:cNvPicPr/>
              <p:nvPr/>
            </p:nvPicPr>
            <p:blipFill>
              <a:blip r:embed="rId5"/>
              <a:stretch>
                <a:fillRect/>
              </a:stretch>
            </p:blipFill>
            <p:spPr>
              <a:xfrm>
                <a:off x="3761064" y="46478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4" name="Ink 33">
                <a:extLst>
                  <a:ext uri="{FF2B5EF4-FFF2-40B4-BE49-F238E27FC236}">
                    <a16:creationId xmlns:a16="http://schemas.microsoft.com/office/drawing/2014/main" id="{2C4AE054-3632-7DA6-5E4E-D8A852A0B0AF}"/>
                  </a:ext>
                </a:extLst>
              </p14:cNvPr>
              <p14:cNvContentPartPr/>
              <p14:nvPr/>
            </p14:nvContentPartPr>
            <p14:xfrm>
              <a:off x="3849624" y="4571856"/>
              <a:ext cx="360" cy="360"/>
            </p14:xfrm>
          </p:contentPart>
        </mc:Choice>
        <mc:Fallback xmlns="">
          <p:pic>
            <p:nvPicPr>
              <p:cNvPr id="34" name="Ink 33">
                <a:extLst>
                  <a:ext uri="{FF2B5EF4-FFF2-40B4-BE49-F238E27FC236}">
                    <a16:creationId xmlns:a16="http://schemas.microsoft.com/office/drawing/2014/main" id="{2C4AE054-3632-7DA6-5E4E-D8A852A0B0AF}"/>
                  </a:ext>
                </a:extLst>
              </p:cNvPr>
              <p:cNvPicPr/>
              <p:nvPr/>
            </p:nvPicPr>
            <p:blipFill>
              <a:blip r:embed="rId5"/>
              <a:stretch>
                <a:fillRect/>
              </a:stretch>
            </p:blipFill>
            <p:spPr>
              <a:xfrm>
                <a:off x="3843504" y="45657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5" name="Ink 34">
                <a:extLst>
                  <a:ext uri="{FF2B5EF4-FFF2-40B4-BE49-F238E27FC236}">
                    <a16:creationId xmlns:a16="http://schemas.microsoft.com/office/drawing/2014/main" id="{57466490-54B8-2F44-B373-A7B63E8D184F}"/>
                  </a:ext>
                </a:extLst>
              </p14:cNvPr>
              <p14:cNvContentPartPr/>
              <p14:nvPr/>
            </p14:nvContentPartPr>
            <p14:xfrm>
              <a:off x="3858624" y="4973976"/>
              <a:ext cx="360" cy="360"/>
            </p14:xfrm>
          </p:contentPart>
        </mc:Choice>
        <mc:Fallback xmlns="">
          <p:pic>
            <p:nvPicPr>
              <p:cNvPr id="35" name="Ink 34">
                <a:extLst>
                  <a:ext uri="{FF2B5EF4-FFF2-40B4-BE49-F238E27FC236}">
                    <a16:creationId xmlns:a16="http://schemas.microsoft.com/office/drawing/2014/main" id="{57466490-54B8-2F44-B373-A7B63E8D184F}"/>
                  </a:ext>
                </a:extLst>
              </p:cNvPr>
              <p:cNvPicPr/>
              <p:nvPr/>
            </p:nvPicPr>
            <p:blipFill>
              <a:blip r:embed="rId5"/>
              <a:stretch>
                <a:fillRect/>
              </a:stretch>
            </p:blipFill>
            <p:spPr>
              <a:xfrm>
                <a:off x="3852504" y="49678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6" name="Ink 35">
                <a:extLst>
                  <a:ext uri="{FF2B5EF4-FFF2-40B4-BE49-F238E27FC236}">
                    <a16:creationId xmlns:a16="http://schemas.microsoft.com/office/drawing/2014/main" id="{38F1B7F2-FFB7-AB96-853C-2F7CE2F4E47D}"/>
                  </a:ext>
                </a:extLst>
              </p14:cNvPr>
              <p14:cNvContentPartPr/>
              <p14:nvPr/>
            </p14:nvContentPartPr>
            <p14:xfrm>
              <a:off x="4105584" y="4864536"/>
              <a:ext cx="360" cy="360"/>
            </p14:xfrm>
          </p:contentPart>
        </mc:Choice>
        <mc:Fallback xmlns="">
          <p:pic>
            <p:nvPicPr>
              <p:cNvPr id="36" name="Ink 35">
                <a:extLst>
                  <a:ext uri="{FF2B5EF4-FFF2-40B4-BE49-F238E27FC236}">
                    <a16:creationId xmlns:a16="http://schemas.microsoft.com/office/drawing/2014/main" id="{38F1B7F2-FFB7-AB96-853C-2F7CE2F4E47D}"/>
                  </a:ext>
                </a:extLst>
              </p:cNvPr>
              <p:cNvPicPr/>
              <p:nvPr/>
            </p:nvPicPr>
            <p:blipFill>
              <a:blip r:embed="rId5"/>
              <a:stretch>
                <a:fillRect/>
              </a:stretch>
            </p:blipFill>
            <p:spPr>
              <a:xfrm>
                <a:off x="4099464" y="48584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7" name="Ink 36">
                <a:extLst>
                  <a:ext uri="{FF2B5EF4-FFF2-40B4-BE49-F238E27FC236}">
                    <a16:creationId xmlns:a16="http://schemas.microsoft.com/office/drawing/2014/main" id="{E7BE3AAD-19F2-C93F-052A-609DC563D02C}"/>
                  </a:ext>
                </a:extLst>
              </p14:cNvPr>
              <p14:cNvContentPartPr/>
              <p14:nvPr/>
            </p14:nvContentPartPr>
            <p14:xfrm>
              <a:off x="3630024" y="5230296"/>
              <a:ext cx="360" cy="360"/>
            </p14:xfrm>
          </p:contentPart>
        </mc:Choice>
        <mc:Fallback xmlns="">
          <p:pic>
            <p:nvPicPr>
              <p:cNvPr id="37" name="Ink 36">
                <a:extLst>
                  <a:ext uri="{FF2B5EF4-FFF2-40B4-BE49-F238E27FC236}">
                    <a16:creationId xmlns:a16="http://schemas.microsoft.com/office/drawing/2014/main" id="{E7BE3AAD-19F2-C93F-052A-609DC563D02C}"/>
                  </a:ext>
                </a:extLst>
              </p:cNvPr>
              <p:cNvPicPr/>
              <p:nvPr/>
            </p:nvPicPr>
            <p:blipFill>
              <a:blip r:embed="rId5"/>
              <a:stretch>
                <a:fillRect/>
              </a:stretch>
            </p:blipFill>
            <p:spPr>
              <a:xfrm>
                <a:off x="3623904" y="52241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8" name="Ink 37">
                <a:extLst>
                  <a:ext uri="{FF2B5EF4-FFF2-40B4-BE49-F238E27FC236}">
                    <a16:creationId xmlns:a16="http://schemas.microsoft.com/office/drawing/2014/main" id="{CC0DF070-6581-4310-CB96-209D72FEE283}"/>
                  </a:ext>
                </a:extLst>
              </p14:cNvPr>
              <p14:cNvContentPartPr/>
              <p14:nvPr/>
            </p14:nvContentPartPr>
            <p14:xfrm>
              <a:off x="3876624" y="5211936"/>
              <a:ext cx="360" cy="360"/>
            </p14:xfrm>
          </p:contentPart>
        </mc:Choice>
        <mc:Fallback xmlns="">
          <p:pic>
            <p:nvPicPr>
              <p:cNvPr id="38" name="Ink 37">
                <a:extLst>
                  <a:ext uri="{FF2B5EF4-FFF2-40B4-BE49-F238E27FC236}">
                    <a16:creationId xmlns:a16="http://schemas.microsoft.com/office/drawing/2014/main" id="{CC0DF070-6581-4310-CB96-209D72FEE283}"/>
                  </a:ext>
                </a:extLst>
              </p:cNvPr>
              <p:cNvPicPr/>
              <p:nvPr/>
            </p:nvPicPr>
            <p:blipFill>
              <a:blip r:embed="rId5"/>
              <a:stretch>
                <a:fillRect/>
              </a:stretch>
            </p:blipFill>
            <p:spPr>
              <a:xfrm>
                <a:off x="3870504" y="52058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9" name="Ink 38">
                <a:extLst>
                  <a:ext uri="{FF2B5EF4-FFF2-40B4-BE49-F238E27FC236}">
                    <a16:creationId xmlns:a16="http://schemas.microsoft.com/office/drawing/2014/main" id="{DBC35DBC-7A90-9DEE-0C69-03B87C548137}"/>
                  </a:ext>
                </a:extLst>
              </p14:cNvPr>
              <p14:cNvContentPartPr/>
              <p14:nvPr/>
            </p14:nvContentPartPr>
            <p14:xfrm>
              <a:off x="4068864" y="5175216"/>
              <a:ext cx="360" cy="360"/>
            </p14:xfrm>
          </p:contentPart>
        </mc:Choice>
        <mc:Fallback xmlns="">
          <p:pic>
            <p:nvPicPr>
              <p:cNvPr id="39" name="Ink 38">
                <a:extLst>
                  <a:ext uri="{FF2B5EF4-FFF2-40B4-BE49-F238E27FC236}">
                    <a16:creationId xmlns:a16="http://schemas.microsoft.com/office/drawing/2014/main" id="{DBC35DBC-7A90-9DEE-0C69-03B87C548137}"/>
                  </a:ext>
                </a:extLst>
              </p:cNvPr>
              <p:cNvPicPr/>
              <p:nvPr/>
            </p:nvPicPr>
            <p:blipFill>
              <a:blip r:embed="rId5"/>
              <a:stretch>
                <a:fillRect/>
              </a:stretch>
            </p:blipFill>
            <p:spPr>
              <a:xfrm>
                <a:off x="4062744" y="5169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0" name="Ink 39">
                <a:extLst>
                  <a:ext uri="{FF2B5EF4-FFF2-40B4-BE49-F238E27FC236}">
                    <a16:creationId xmlns:a16="http://schemas.microsoft.com/office/drawing/2014/main" id="{83C9EDE7-411F-4846-ABF9-3708F3749A5E}"/>
                  </a:ext>
                </a:extLst>
              </p14:cNvPr>
              <p14:cNvContentPartPr/>
              <p14:nvPr/>
            </p14:nvContentPartPr>
            <p14:xfrm>
              <a:off x="4324824" y="5084136"/>
              <a:ext cx="360" cy="360"/>
            </p14:xfrm>
          </p:contentPart>
        </mc:Choice>
        <mc:Fallback xmlns="">
          <p:pic>
            <p:nvPicPr>
              <p:cNvPr id="40" name="Ink 39">
                <a:extLst>
                  <a:ext uri="{FF2B5EF4-FFF2-40B4-BE49-F238E27FC236}">
                    <a16:creationId xmlns:a16="http://schemas.microsoft.com/office/drawing/2014/main" id="{83C9EDE7-411F-4846-ABF9-3708F3749A5E}"/>
                  </a:ext>
                </a:extLst>
              </p:cNvPr>
              <p:cNvPicPr/>
              <p:nvPr/>
            </p:nvPicPr>
            <p:blipFill>
              <a:blip r:embed="rId5"/>
              <a:stretch>
                <a:fillRect/>
              </a:stretch>
            </p:blipFill>
            <p:spPr>
              <a:xfrm>
                <a:off x="4318704" y="50780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1" name="Ink 40">
                <a:extLst>
                  <a:ext uri="{FF2B5EF4-FFF2-40B4-BE49-F238E27FC236}">
                    <a16:creationId xmlns:a16="http://schemas.microsoft.com/office/drawing/2014/main" id="{293B90CB-1A72-E694-DBF9-B9D8F0A78C1C}"/>
                  </a:ext>
                </a:extLst>
              </p14:cNvPr>
              <p14:cNvContentPartPr/>
              <p14:nvPr/>
            </p14:nvContentPartPr>
            <p14:xfrm>
              <a:off x="4489344" y="5010696"/>
              <a:ext cx="360" cy="360"/>
            </p14:xfrm>
          </p:contentPart>
        </mc:Choice>
        <mc:Fallback xmlns="">
          <p:pic>
            <p:nvPicPr>
              <p:cNvPr id="41" name="Ink 40">
                <a:extLst>
                  <a:ext uri="{FF2B5EF4-FFF2-40B4-BE49-F238E27FC236}">
                    <a16:creationId xmlns:a16="http://schemas.microsoft.com/office/drawing/2014/main" id="{293B90CB-1A72-E694-DBF9-B9D8F0A78C1C}"/>
                  </a:ext>
                </a:extLst>
              </p:cNvPr>
              <p:cNvPicPr/>
              <p:nvPr/>
            </p:nvPicPr>
            <p:blipFill>
              <a:blip r:embed="rId5"/>
              <a:stretch>
                <a:fillRect/>
              </a:stretch>
            </p:blipFill>
            <p:spPr>
              <a:xfrm>
                <a:off x="4483224" y="5004576"/>
                <a:ext cx="12600" cy="12600"/>
              </a:xfrm>
              <a:prstGeom prst="rect">
                <a:avLst/>
              </a:prstGeom>
            </p:spPr>
          </p:pic>
        </mc:Fallback>
      </mc:AlternateContent>
      <p:cxnSp>
        <p:nvCxnSpPr>
          <p:cNvPr id="43" name="Straight Connector 42">
            <a:extLst>
              <a:ext uri="{FF2B5EF4-FFF2-40B4-BE49-F238E27FC236}">
                <a16:creationId xmlns:a16="http://schemas.microsoft.com/office/drawing/2014/main" id="{B38E3D53-F5C1-0711-1E78-30C736F25881}"/>
              </a:ext>
            </a:extLst>
          </p:cNvPr>
          <p:cNvCxnSpPr>
            <a:cxnSpLocks/>
          </p:cNvCxnSpPr>
          <p:nvPr/>
        </p:nvCxnSpPr>
        <p:spPr>
          <a:xfrm>
            <a:off x="4736592" y="4306824"/>
            <a:ext cx="15719" cy="2128537"/>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FB020234-4253-85C0-7B7E-6D3AE2C75443}"/>
              </a:ext>
            </a:extLst>
          </p:cNvPr>
          <p:cNvCxnSpPr>
            <a:cxnSpLocks/>
          </p:cNvCxnSpPr>
          <p:nvPr/>
        </p:nvCxnSpPr>
        <p:spPr>
          <a:xfrm flipH="1" flipV="1">
            <a:off x="4745737" y="6252481"/>
            <a:ext cx="246888"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81BD99ED-7EA5-5743-CD38-11B0F19FEFF6}"/>
              </a:ext>
            </a:extLst>
          </p:cNvPr>
          <p:cNvSpPr txBox="1"/>
          <p:nvPr/>
        </p:nvSpPr>
        <p:spPr>
          <a:xfrm>
            <a:off x="4534314" y="6403466"/>
            <a:ext cx="863398" cy="261610"/>
          </a:xfrm>
          <a:prstGeom prst="rect">
            <a:avLst/>
          </a:prstGeom>
          <a:noFill/>
        </p:spPr>
        <p:txBody>
          <a:bodyPr wrap="square" rtlCol="0">
            <a:spAutoFit/>
          </a:bodyPr>
          <a:lstStyle/>
          <a:p>
            <a:r>
              <a:rPr lang="en-US" sz="1100" b="1" dirty="0"/>
              <a:t>1/15/2027</a:t>
            </a:r>
          </a:p>
        </p:txBody>
      </p:sp>
      <p:cxnSp>
        <p:nvCxnSpPr>
          <p:cNvPr id="49" name="Straight Connector 48">
            <a:extLst>
              <a:ext uri="{FF2B5EF4-FFF2-40B4-BE49-F238E27FC236}">
                <a16:creationId xmlns:a16="http://schemas.microsoft.com/office/drawing/2014/main" id="{EAC3F140-A701-A18E-17EB-71ED660BA3E5}"/>
              </a:ext>
            </a:extLst>
          </p:cNvPr>
          <p:cNvCxnSpPr>
            <a:cxnSpLocks/>
          </p:cNvCxnSpPr>
          <p:nvPr/>
        </p:nvCxnSpPr>
        <p:spPr>
          <a:xfrm>
            <a:off x="3026664" y="4300222"/>
            <a:ext cx="0" cy="1804707"/>
          </a:xfrm>
          <a:prstGeom prst="line">
            <a:avLst/>
          </a:prstGeom>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79E97998-6F8A-9899-768D-3CB6E7AC27EF}"/>
              </a:ext>
            </a:extLst>
          </p:cNvPr>
          <p:cNvSpPr txBox="1"/>
          <p:nvPr/>
        </p:nvSpPr>
        <p:spPr>
          <a:xfrm>
            <a:off x="2709723" y="6042175"/>
            <a:ext cx="863398" cy="261610"/>
          </a:xfrm>
          <a:prstGeom prst="rect">
            <a:avLst/>
          </a:prstGeom>
          <a:noFill/>
        </p:spPr>
        <p:txBody>
          <a:bodyPr wrap="square" rtlCol="0">
            <a:spAutoFit/>
          </a:bodyPr>
          <a:lstStyle/>
          <a:p>
            <a:r>
              <a:rPr lang="en-US" sz="1100" b="1" dirty="0"/>
              <a:t>12/5/2025</a:t>
            </a:r>
          </a:p>
        </p:txBody>
      </p:sp>
      <p:cxnSp>
        <p:nvCxnSpPr>
          <p:cNvPr id="51" name="Straight Arrow Connector 50">
            <a:extLst>
              <a:ext uri="{FF2B5EF4-FFF2-40B4-BE49-F238E27FC236}">
                <a16:creationId xmlns:a16="http://schemas.microsoft.com/office/drawing/2014/main" id="{45E3D3CE-C128-2AC1-7843-EAB80AC6F413}"/>
              </a:ext>
            </a:extLst>
          </p:cNvPr>
          <p:cNvCxnSpPr>
            <a:cxnSpLocks/>
          </p:cNvCxnSpPr>
          <p:nvPr/>
        </p:nvCxnSpPr>
        <p:spPr>
          <a:xfrm flipH="1" flipV="1">
            <a:off x="3053005" y="5922049"/>
            <a:ext cx="246888"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5">
            <p14:nvContentPartPr>
              <p14:cNvPr id="52" name="Ink 51">
                <a:extLst>
                  <a:ext uri="{FF2B5EF4-FFF2-40B4-BE49-F238E27FC236}">
                    <a16:creationId xmlns:a16="http://schemas.microsoft.com/office/drawing/2014/main" id="{4011696C-97EB-41ED-A9F4-FE1156CB2441}"/>
                  </a:ext>
                </a:extLst>
              </p14:cNvPr>
              <p14:cNvContentPartPr/>
              <p14:nvPr/>
            </p14:nvContentPartPr>
            <p14:xfrm>
              <a:off x="4224384" y="5138856"/>
              <a:ext cx="360" cy="360"/>
            </p14:xfrm>
          </p:contentPart>
        </mc:Choice>
        <mc:Fallback xmlns="">
          <p:pic>
            <p:nvPicPr>
              <p:cNvPr id="52" name="Ink 51">
                <a:extLst>
                  <a:ext uri="{FF2B5EF4-FFF2-40B4-BE49-F238E27FC236}">
                    <a16:creationId xmlns:a16="http://schemas.microsoft.com/office/drawing/2014/main" id="{4011696C-97EB-41ED-A9F4-FE1156CB2441}"/>
                  </a:ext>
                </a:extLst>
              </p:cNvPr>
              <p:cNvPicPr/>
              <p:nvPr/>
            </p:nvPicPr>
            <p:blipFill>
              <a:blip r:embed="rId5"/>
              <a:stretch>
                <a:fillRect/>
              </a:stretch>
            </p:blipFill>
            <p:spPr>
              <a:xfrm>
                <a:off x="4218264" y="51327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3" name="Ink 52">
                <a:extLst>
                  <a:ext uri="{FF2B5EF4-FFF2-40B4-BE49-F238E27FC236}">
                    <a16:creationId xmlns:a16="http://schemas.microsoft.com/office/drawing/2014/main" id="{964410FC-F7DD-3F62-813B-D9E46569846C}"/>
                  </a:ext>
                </a:extLst>
              </p14:cNvPr>
              <p14:cNvContentPartPr/>
              <p14:nvPr/>
            </p14:nvContentPartPr>
            <p14:xfrm>
              <a:off x="4562784" y="4973976"/>
              <a:ext cx="360" cy="360"/>
            </p14:xfrm>
          </p:contentPart>
        </mc:Choice>
        <mc:Fallback xmlns="">
          <p:pic>
            <p:nvPicPr>
              <p:cNvPr id="53" name="Ink 52">
                <a:extLst>
                  <a:ext uri="{FF2B5EF4-FFF2-40B4-BE49-F238E27FC236}">
                    <a16:creationId xmlns:a16="http://schemas.microsoft.com/office/drawing/2014/main" id="{964410FC-F7DD-3F62-813B-D9E46569846C}"/>
                  </a:ext>
                </a:extLst>
              </p:cNvPr>
              <p:cNvPicPr/>
              <p:nvPr/>
            </p:nvPicPr>
            <p:blipFill>
              <a:blip r:embed="rId5"/>
              <a:stretch>
                <a:fillRect/>
              </a:stretch>
            </p:blipFill>
            <p:spPr>
              <a:xfrm>
                <a:off x="4556664" y="49678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4" name="Ink 53">
                <a:extLst>
                  <a:ext uri="{FF2B5EF4-FFF2-40B4-BE49-F238E27FC236}">
                    <a16:creationId xmlns:a16="http://schemas.microsoft.com/office/drawing/2014/main" id="{2DEB0941-03C3-A07D-D0CD-6C6BBC25188A}"/>
                  </a:ext>
                </a:extLst>
              </p14:cNvPr>
              <p14:cNvContentPartPr/>
              <p14:nvPr/>
            </p14:nvContentPartPr>
            <p14:xfrm>
              <a:off x="4690584" y="4928616"/>
              <a:ext cx="360" cy="360"/>
            </p14:xfrm>
          </p:contentPart>
        </mc:Choice>
        <mc:Fallback xmlns="">
          <p:pic>
            <p:nvPicPr>
              <p:cNvPr id="54" name="Ink 53">
                <a:extLst>
                  <a:ext uri="{FF2B5EF4-FFF2-40B4-BE49-F238E27FC236}">
                    <a16:creationId xmlns:a16="http://schemas.microsoft.com/office/drawing/2014/main" id="{2DEB0941-03C3-A07D-D0CD-6C6BBC25188A}"/>
                  </a:ext>
                </a:extLst>
              </p:cNvPr>
              <p:cNvPicPr/>
              <p:nvPr/>
            </p:nvPicPr>
            <p:blipFill>
              <a:blip r:embed="rId5"/>
              <a:stretch>
                <a:fillRect/>
              </a:stretch>
            </p:blipFill>
            <p:spPr>
              <a:xfrm>
                <a:off x="4684464" y="49224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5" name="Ink 54">
                <a:extLst>
                  <a:ext uri="{FF2B5EF4-FFF2-40B4-BE49-F238E27FC236}">
                    <a16:creationId xmlns:a16="http://schemas.microsoft.com/office/drawing/2014/main" id="{B381FDFE-230F-D125-5A08-189FF0DD1A41}"/>
                  </a:ext>
                </a:extLst>
              </p14:cNvPr>
              <p14:cNvContentPartPr/>
              <p14:nvPr/>
            </p14:nvContentPartPr>
            <p14:xfrm>
              <a:off x="3986784" y="4937616"/>
              <a:ext cx="360" cy="360"/>
            </p14:xfrm>
          </p:contentPart>
        </mc:Choice>
        <mc:Fallback xmlns="">
          <p:pic>
            <p:nvPicPr>
              <p:cNvPr id="55" name="Ink 54">
                <a:extLst>
                  <a:ext uri="{FF2B5EF4-FFF2-40B4-BE49-F238E27FC236}">
                    <a16:creationId xmlns:a16="http://schemas.microsoft.com/office/drawing/2014/main" id="{B381FDFE-230F-D125-5A08-189FF0DD1A41}"/>
                  </a:ext>
                </a:extLst>
              </p:cNvPr>
              <p:cNvPicPr/>
              <p:nvPr/>
            </p:nvPicPr>
            <p:blipFill>
              <a:blip r:embed="rId5"/>
              <a:stretch>
                <a:fillRect/>
              </a:stretch>
            </p:blipFill>
            <p:spPr>
              <a:xfrm>
                <a:off x="3980664" y="49314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6" name="Ink 55">
                <a:extLst>
                  <a:ext uri="{FF2B5EF4-FFF2-40B4-BE49-F238E27FC236}">
                    <a16:creationId xmlns:a16="http://schemas.microsoft.com/office/drawing/2014/main" id="{A5E1B831-B8EC-B26D-2C45-9C8AD40FC1DA}"/>
                  </a:ext>
                </a:extLst>
              </p14:cNvPr>
              <p14:cNvContentPartPr/>
              <p14:nvPr/>
            </p14:nvContentPartPr>
            <p14:xfrm>
              <a:off x="4206024" y="4818456"/>
              <a:ext cx="360" cy="360"/>
            </p14:xfrm>
          </p:contentPart>
        </mc:Choice>
        <mc:Fallback xmlns="">
          <p:pic>
            <p:nvPicPr>
              <p:cNvPr id="56" name="Ink 55">
                <a:extLst>
                  <a:ext uri="{FF2B5EF4-FFF2-40B4-BE49-F238E27FC236}">
                    <a16:creationId xmlns:a16="http://schemas.microsoft.com/office/drawing/2014/main" id="{A5E1B831-B8EC-B26D-2C45-9C8AD40FC1DA}"/>
                  </a:ext>
                </a:extLst>
              </p:cNvPr>
              <p:cNvPicPr/>
              <p:nvPr/>
            </p:nvPicPr>
            <p:blipFill>
              <a:blip r:embed="rId5"/>
              <a:stretch>
                <a:fillRect/>
              </a:stretch>
            </p:blipFill>
            <p:spPr>
              <a:xfrm>
                <a:off x="4199904" y="48123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7" name="Ink 56">
                <a:extLst>
                  <a:ext uri="{FF2B5EF4-FFF2-40B4-BE49-F238E27FC236}">
                    <a16:creationId xmlns:a16="http://schemas.microsoft.com/office/drawing/2014/main" id="{E3442133-26E4-E369-2C8B-530758CA1CA8}"/>
                  </a:ext>
                </a:extLst>
              </p14:cNvPr>
              <p14:cNvContentPartPr/>
              <p14:nvPr/>
            </p14:nvContentPartPr>
            <p14:xfrm>
              <a:off x="4370544" y="4791096"/>
              <a:ext cx="360" cy="360"/>
            </p14:xfrm>
          </p:contentPart>
        </mc:Choice>
        <mc:Fallback xmlns="">
          <p:pic>
            <p:nvPicPr>
              <p:cNvPr id="57" name="Ink 56">
                <a:extLst>
                  <a:ext uri="{FF2B5EF4-FFF2-40B4-BE49-F238E27FC236}">
                    <a16:creationId xmlns:a16="http://schemas.microsoft.com/office/drawing/2014/main" id="{E3442133-26E4-E369-2C8B-530758CA1CA8}"/>
                  </a:ext>
                </a:extLst>
              </p:cNvPr>
              <p:cNvPicPr/>
              <p:nvPr/>
            </p:nvPicPr>
            <p:blipFill>
              <a:blip r:embed="rId5"/>
              <a:stretch>
                <a:fillRect/>
              </a:stretch>
            </p:blipFill>
            <p:spPr>
              <a:xfrm>
                <a:off x="4364424" y="47849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8" name="Ink 57">
                <a:extLst>
                  <a:ext uri="{FF2B5EF4-FFF2-40B4-BE49-F238E27FC236}">
                    <a16:creationId xmlns:a16="http://schemas.microsoft.com/office/drawing/2014/main" id="{5AB27BC3-4BFA-68D1-2CD3-5A7E6234D2B2}"/>
                  </a:ext>
                </a:extLst>
              </p14:cNvPr>
              <p14:cNvContentPartPr/>
              <p14:nvPr/>
            </p14:nvContentPartPr>
            <p14:xfrm>
              <a:off x="4553424" y="4754736"/>
              <a:ext cx="360" cy="360"/>
            </p14:xfrm>
          </p:contentPart>
        </mc:Choice>
        <mc:Fallback xmlns="">
          <p:pic>
            <p:nvPicPr>
              <p:cNvPr id="58" name="Ink 57">
                <a:extLst>
                  <a:ext uri="{FF2B5EF4-FFF2-40B4-BE49-F238E27FC236}">
                    <a16:creationId xmlns:a16="http://schemas.microsoft.com/office/drawing/2014/main" id="{5AB27BC3-4BFA-68D1-2CD3-5A7E6234D2B2}"/>
                  </a:ext>
                </a:extLst>
              </p:cNvPr>
              <p:cNvPicPr/>
              <p:nvPr/>
            </p:nvPicPr>
            <p:blipFill>
              <a:blip r:embed="rId5"/>
              <a:stretch>
                <a:fillRect/>
              </a:stretch>
            </p:blipFill>
            <p:spPr>
              <a:xfrm>
                <a:off x="4547304" y="47486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9" name="Ink 58">
                <a:extLst>
                  <a:ext uri="{FF2B5EF4-FFF2-40B4-BE49-F238E27FC236}">
                    <a16:creationId xmlns:a16="http://schemas.microsoft.com/office/drawing/2014/main" id="{76D45A6E-A9C6-B6D2-8815-6686366D09A3}"/>
                  </a:ext>
                </a:extLst>
              </p14:cNvPr>
              <p14:cNvContentPartPr/>
              <p14:nvPr/>
            </p14:nvContentPartPr>
            <p14:xfrm>
              <a:off x="4617504" y="4709016"/>
              <a:ext cx="360" cy="360"/>
            </p14:xfrm>
          </p:contentPart>
        </mc:Choice>
        <mc:Fallback xmlns="">
          <p:pic>
            <p:nvPicPr>
              <p:cNvPr id="59" name="Ink 58">
                <a:extLst>
                  <a:ext uri="{FF2B5EF4-FFF2-40B4-BE49-F238E27FC236}">
                    <a16:creationId xmlns:a16="http://schemas.microsoft.com/office/drawing/2014/main" id="{76D45A6E-A9C6-B6D2-8815-6686366D09A3}"/>
                  </a:ext>
                </a:extLst>
              </p:cNvPr>
              <p:cNvPicPr/>
              <p:nvPr/>
            </p:nvPicPr>
            <p:blipFill>
              <a:blip r:embed="rId5"/>
              <a:stretch>
                <a:fillRect/>
              </a:stretch>
            </p:blipFill>
            <p:spPr>
              <a:xfrm>
                <a:off x="4611384" y="47028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0" name="Ink 59">
                <a:extLst>
                  <a:ext uri="{FF2B5EF4-FFF2-40B4-BE49-F238E27FC236}">
                    <a16:creationId xmlns:a16="http://schemas.microsoft.com/office/drawing/2014/main" id="{ABAF05CD-6B1D-03F5-DF8F-BABE1DDF3459}"/>
                  </a:ext>
                </a:extLst>
              </p14:cNvPr>
              <p14:cNvContentPartPr/>
              <p14:nvPr/>
            </p14:nvContentPartPr>
            <p14:xfrm>
              <a:off x="4699944" y="4700016"/>
              <a:ext cx="360" cy="360"/>
            </p14:xfrm>
          </p:contentPart>
        </mc:Choice>
        <mc:Fallback xmlns="">
          <p:pic>
            <p:nvPicPr>
              <p:cNvPr id="60" name="Ink 59">
                <a:extLst>
                  <a:ext uri="{FF2B5EF4-FFF2-40B4-BE49-F238E27FC236}">
                    <a16:creationId xmlns:a16="http://schemas.microsoft.com/office/drawing/2014/main" id="{ABAF05CD-6B1D-03F5-DF8F-BABE1DDF3459}"/>
                  </a:ext>
                </a:extLst>
              </p:cNvPr>
              <p:cNvPicPr/>
              <p:nvPr/>
            </p:nvPicPr>
            <p:blipFill>
              <a:blip r:embed="rId5"/>
              <a:stretch>
                <a:fillRect/>
              </a:stretch>
            </p:blipFill>
            <p:spPr>
              <a:xfrm>
                <a:off x="4693824" y="46938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1" name="Ink 60">
                <a:extLst>
                  <a:ext uri="{FF2B5EF4-FFF2-40B4-BE49-F238E27FC236}">
                    <a16:creationId xmlns:a16="http://schemas.microsoft.com/office/drawing/2014/main" id="{00776343-DF6C-97E8-9F41-9BD7940FCE30}"/>
                  </a:ext>
                </a:extLst>
              </p14:cNvPr>
              <p14:cNvContentPartPr/>
              <p14:nvPr/>
            </p14:nvContentPartPr>
            <p14:xfrm>
              <a:off x="3977424" y="4526136"/>
              <a:ext cx="360" cy="360"/>
            </p14:xfrm>
          </p:contentPart>
        </mc:Choice>
        <mc:Fallback xmlns="">
          <p:pic>
            <p:nvPicPr>
              <p:cNvPr id="61" name="Ink 60">
                <a:extLst>
                  <a:ext uri="{FF2B5EF4-FFF2-40B4-BE49-F238E27FC236}">
                    <a16:creationId xmlns:a16="http://schemas.microsoft.com/office/drawing/2014/main" id="{00776343-DF6C-97E8-9F41-9BD7940FCE30}"/>
                  </a:ext>
                </a:extLst>
              </p:cNvPr>
              <p:cNvPicPr/>
              <p:nvPr/>
            </p:nvPicPr>
            <p:blipFill>
              <a:blip r:embed="rId5"/>
              <a:stretch>
                <a:fillRect/>
              </a:stretch>
            </p:blipFill>
            <p:spPr>
              <a:xfrm>
                <a:off x="3971304" y="45200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2" name="Ink 61">
                <a:extLst>
                  <a:ext uri="{FF2B5EF4-FFF2-40B4-BE49-F238E27FC236}">
                    <a16:creationId xmlns:a16="http://schemas.microsoft.com/office/drawing/2014/main" id="{F6EDDA0A-6DE6-B196-B99D-E04DF26A840E}"/>
                  </a:ext>
                </a:extLst>
              </p14:cNvPr>
              <p14:cNvContentPartPr/>
              <p14:nvPr/>
            </p14:nvContentPartPr>
            <p14:xfrm>
              <a:off x="4087224" y="4498416"/>
              <a:ext cx="360" cy="360"/>
            </p14:xfrm>
          </p:contentPart>
        </mc:Choice>
        <mc:Fallback xmlns="">
          <p:pic>
            <p:nvPicPr>
              <p:cNvPr id="62" name="Ink 61">
                <a:extLst>
                  <a:ext uri="{FF2B5EF4-FFF2-40B4-BE49-F238E27FC236}">
                    <a16:creationId xmlns:a16="http://schemas.microsoft.com/office/drawing/2014/main" id="{F6EDDA0A-6DE6-B196-B99D-E04DF26A840E}"/>
                  </a:ext>
                </a:extLst>
              </p:cNvPr>
              <p:cNvPicPr/>
              <p:nvPr/>
            </p:nvPicPr>
            <p:blipFill>
              <a:blip r:embed="rId5"/>
              <a:stretch>
                <a:fillRect/>
              </a:stretch>
            </p:blipFill>
            <p:spPr>
              <a:xfrm>
                <a:off x="4081104" y="44922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3" name="Ink 62">
                <a:extLst>
                  <a:ext uri="{FF2B5EF4-FFF2-40B4-BE49-F238E27FC236}">
                    <a16:creationId xmlns:a16="http://schemas.microsoft.com/office/drawing/2014/main" id="{85B82EB3-F369-9A42-59DC-C461D9886FA1}"/>
                  </a:ext>
                </a:extLst>
              </p14:cNvPr>
              <p14:cNvContentPartPr/>
              <p14:nvPr/>
            </p14:nvContentPartPr>
            <p14:xfrm>
              <a:off x="4224384" y="4471056"/>
              <a:ext cx="360" cy="360"/>
            </p14:xfrm>
          </p:contentPart>
        </mc:Choice>
        <mc:Fallback xmlns="">
          <p:pic>
            <p:nvPicPr>
              <p:cNvPr id="63" name="Ink 62">
                <a:extLst>
                  <a:ext uri="{FF2B5EF4-FFF2-40B4-BE49-F238E27FC236}">
                    <a16:creationId xmlns:a16="http://schemas.microsoft.com/office/drawing/2014/main" id="{85B82EB3-F369-9A42-59DC-C461D9886FA1}"/>
                  </a:ext>
                </a:extLst>
              </p:cNvPr>
              <p:cNvPicPr/>
              <p:nvPr/>
            </p:nvPicPr>
            <p:blipFill>
              <a:blip r:embed="rId5"/>
              <a:stretch>
                <a:fillRect/>
              </a:stretch>
            </p:blipFill>
            <p:spPr>
              <a:xfrm>
                <a:off x="4218264" y="44649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4" name="Ink 63">
                <a:extLst>
                  <a:ext uri="{FF2B5EF4-FFF2-40B4-BE49-F238E27FC236}">
                    <a16:creationId xmlns:a16="http://schemas.microsoft.com/office/drawing/2014/main" id="{0E6026C8-F2D2-D417-E2FD-FB1DCABB8125}"/>
                  </a:ext>
                </a:extLst>
              </p14:cNvPr>
              <p14:cNvContentPartPr/>
              <p14:nvPr/>
            </p14:nvContentPartPr>
            <p14:xfrm>
              <a:off x="4324824" y="4444056"/>
              <a:ext cx="360" cy="360"/>
            </p14:xfrm>
          </p:contentPart>
        </mc:Choice>
        <mc:Fallback xmlns="">
          <p:pic>
            <p:nvPicPr>
              <p:cNvPr id="64" name="Ink 63">
                <a:extLst>
                  <a:ext uri="{FF2B5EF4-FFF2-40B4-BE49-F238E27FC236}">
                    <a16:creationId xmlns:a16="http://schemas.microsoft.com/office/drawing/2014/main" id="{0E6026C8-F2D2-D417-E2FD-FB1DCABB8125}"/>
                  </a:ext>
                </a:extLst>
              </p:cNvPr>
              <p:cNvPicPr/>
              <p:nvPr/>
            </p:nvPicPr>
            <p:blipFill>
              <a:blip r:embed="rId5"/>
              <a:stretch>
                <a:fillRect/>
              </a:stretch>
            </p:blipFill>
            <p:spPr>
              <a:xfrm>
                <a:off x="4318704" y="44379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5" name="Ink 64">
                <a:extLst>
                  <a:ext uri="{FF2B5EF4-FFF2-40B4-BE49-F238E27FC236}">
                    <a16:creationId xmlns:a16="http://schemas.microsoft.com/office/drawing/2014/main" id="{1D7AB83E-36CA-4FDA-7F02-444FCC07BAFA}"/>
                  </a:ext>
                </a:extLst>
              </p14:cNvPr>
              <p14:cNvContentPartPr/>
              <p14:nvPr/>
            </p14:nvContentPartPr>
            <p14:xfrm>
              <a:off x="4480704" y="4407336"/>
              <a:ext cx="360" cy="360"/>
            </p14:xfrm>
          </p:contentPart>
        </mc:Choice>
        <mc:Fallback xmlns="">
          <p:pic>
            <p:nvPicPr>
              <p:cNvPr id="65" name="Ink 64">
                <a:extLst>
                  <a:ext uri="{FF2B5EF4-FFF2-40B4-BE49-F238E27FC236}">
                    <a16:creationId xmlns:a16="http://schemas.microsoft.com/office/drawing/2014/main" id="{1D7AB83E-36CA-4FDA-7F02-444FCC07BAFA}"/>
                  </a:ext>
                </a:extLst>
              </p:cNvPr>
              <p:cNvPicPr/>
              <p:nvPr/>
            </p:nvPicPr>
            <p:blipFill>
              <a:blip r:embed="rId5"/>
              <a:stretch>
                <a:fillRect/>
              </a:stretch>
            </p:blipFill>
            <p:spPr>
              <a:xfrm>
                <a:off x="4474584" y="44012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66" name="Ink 65">
                <a:extLst>
                  <a:ext uri="{FF2B5EF4-FFF2-40B4-BE49-F238E27FC236}">
                    <a16:creationId xmlns:a16="http://schemas.microsoft.com/office/drawing/2014/main" id="{C2C41526-B859-9ADA-767E-0E67D6FC782F}"/>
                  </a:ext>
                </a:extLst>
              </p14:cNvPr>
              <p14:cNvContentPartPr/>
              <p14:nvPr/>
            </p14:nvContentPartPr>
            <p14:xfrm>
              <a:off x="4581144" y="4370616"/>
              <a:ext cx="360" cy="360"/>
            </p14:xfrm>
          </p:contentPart>
        </mc:Choice>
        <mc:Fallback xmlns="">
          <p:pic>
            <p:nvPicPr>
              <p:cNvPr id="66" name="Ink 65">
                <a:extLst>
                  <a:ext uri="{FF2B5EF4-FFF2-40B4-BE49-F238E27FC236}">
                    <a16:creationId xmlns:a16="http://schemas.microsoft.com/office/drawing/2014/main" id="{C2C41526-B859-9ADA-767E-0E67D6FC782F}"/>
                  </a:ext>
                </a:extLst>
              </p:cNvPr>
              <p:cNvPicPr/>
              <p:nvPr/>
            </p:nvPicPr>
            <p:blipFill>
              <a:blip r:embed="rId5"/>
              <a:stretch>
                <a:fillRect/>
              </a:stretch>
            </p:blipFill>
            <p:spPr>
              <a:xfrm>
                <a:off x="4575024" y="43644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7" name="Ink 66">
                <a:extLst>
                  <a:ext uri="{FF2B5EF4-FFF2-40B4-BE49-F238E27FC236}">
                    <a16:creationId xmlns:a16="http://schemas.microsoft.com/office/drawing/2014/main" id="{67C6399F-0080-C79F-8CCE-73934A98B578}"/>
                  </a:ext>
                </a:extLst>
              </p14:cNvPr>
              <p14:cNvContentPartPr/>
              <p14:nvPr/>
            </p14:nvContentPartPr>
            <p14:xfrm>
              <a:off x="4690584" y="4333896"/>
              <a:ext cx="360" cy="360"/>
            </p14:xfrm>
          </p:contentPart>
        </mc:Choice>
        <mc:Fallback xmlns="">
          <p:pic>
            <p:nvPicPr>
              <p:cNvPr id="67" name="Ink 66">
                <a:extLst>
                  <a:ext uri="{FF2B5EF4-FFF2-40B4-BE49-F238E27FC236}">
                    <a16:creationId xmlns:a16="http://schemas.microsoft.com/office/drawing/2014/main" id="{67C6399F-0080-C79F-8CCE-73934A98B578}"/>
                  </a:ext>
                </a:extLst>
              </p:cNvPr>
              <p:cNvPicPr/>
              <p:nvPr/>
            </p:nvPicPr>
            <p:blipFill>
              <a:blip r:embed="rId5"/>
              <a:stretch>
                <a:fillRect/>
              </a:stretch>
            </p:blipFill>
            <p:spPr>
              <a:xfrm>
                <a:off x="4684464" y="4327776"/>
                <a:ext cx="12600" cy="12600"/>
              </a:xfrm>
              <a:prstGeom prst="rect">
                <a:avLst/>
              </a:prstGeom>
            </p:spPr>
          </p:pic>
        </mc:Fallback>
      </mc:AlternateContent>
      <p:sp>
        <p:nvSpPr>
          <p:cNvPr id="68" name="TextBox 67">
            <a:extLst>
              <a:ext uri="{FF2B5EF4-FFF2-40B4-BE49-F238E27FC236}">
                <a16:creationId xmlns:a16="http://schemas.microsoft.com/office/drawing/2014/main" id="{6DA2F20E-5BC8-BA7B-6CE9-08C48085AD85}"/>
              </a:ext>
            </a:extLst>
          </p:cNvPr>
          <p:cNvSpPr txBox="1"/>
          <p:nvPr/>
        </p:nvSpPr>
        <p:spPr>
          <a:xfrm>
            <a:off x="4679724" y="5034776"/>
            <a:ext cx="550716" cy="261610"/>
          </a:xfrm>
          <a:prstGeom prst="rect">
            <a:avLst/>
          </a:prstGeom>
          <a:noFill/>
        </p:spPr>
        <p:txBody>
          <a:bodyPr wrap="square" rtlCol="0">
            <a:spAutoFit/>
          </a:bodyPr>
          <a:lstStyle/>
          <a:p>
            <a:r>
              <a:rPr lang="en-US" sz="1100" b="1" dirty="0"/>
              <a:t>27.50</a:t>
            </a:r>
          </a:p>
        </p:txBody>
      </p:sp>
      <p:sp>
        <p:nvSpPr>
          <p:cNvPr id="69" name="TextBox 68">
            <a:extLst>
              <a:ext uri="{FF2B5EF4-FFF2-40B4-BE49-F238E27FC236}">
                <a16:creationId xmlns:a16="http://schemas.microsoft.com/office/drawing/2014/main" id="{37156EFE-07B0-D262-B1D9-E1A1BFF981C5}"/>
              </a:ext>
            </a:extLst>
          </p:cNvPr>
          <p:cNvSpPr txBox="1"/>
          <p:nvPr/>
        </p:nvSpPr>
        <p:spPr>
          <a:xfrm>
            <a:off x="4762020" y="4733205"/>
            <a:ext cx="550716" cy="261610"/>
          </a:xfrm>
          <a:prstGeom prst="rect">
            <a:avLst/>
          </a:prstGeom>
          <a:noFill/>
        </p:spPr>
        <p:txBody>
          <a:bodyPr wrap="square" rtlCol="0">
            <a:spAutoFit/>
          </a:bodyPr>
          <a:lstStyle/>
          <a:p>
            <a:r>
              <a:rPr lang="en-US" sz="1100" b="1" dirty="0"/>
              <a:t>30</a:t>
            </a:r>
          </a:p>
        </p:txBody>
      </p:sp>
      <p:sp>
        <p:nvSpPr>
          <p:cNvPr id="70" name="TextBox 69">
            <a:extLst>
              <a:ext uri="{FF2B5EF4-FFF2-40B4-BE49-F238E27FC236}">
                <a16:creationId xmlns:a16="http://schemas.microsoft.com/office/drawing/2014/main" id="{92DEC9E4-575F-2E07-D630-95796A55845A}"/>
              </a:ext>
            </a:extLst>
          </p:cNvPr>
          <p:cNvSpPr txBox="1"/>
          <p:nvPr/>
        </p:nvSpPr>
        <p:spPr>
          <a:xfrm>
            <a:off x="4752311" y="4428808"/>
            <a:ext cx="550716" cy="261610"/>
          </a:xfrm>
          <a:prstGeom prst="rect">
            <a:avLst/>
          </a:prstGeom>
          <a:noFill/>
        </p:spPr>
        <p:txBody>
          <a:bodyPr wrap="square" rtlCol="0">
            <a:spAutoFit/>
          </a:bodyPr>
          <a:lstStyle/>
          <a:p>
            <a:r>
              <a:rPr lang="en-US" sz="1100" b="1" dirty="0"/>
              <a:t>35</a:t>
            </a:r>
          </a:p>
        </p:txBody>
      </p:sp>
      <p:sp>
        <p:nvSpPr>
          <p:cNvPr id="71" name="TextBox 70">
            <a:extLst>
              <a:ext uri="{FF2B5EF4-FFF2-40B4-BE49-F238E27FC236}">
                <a16:creationId xmlns:a16="http://schemas.microsoft.com/office/drawing/2014/main" id="{BB7CE027-5340-B88E-112C-EB364B67E8B8}"/>
              </a:ext>
            </a:extLst>
          </p:cNvPr>
          <p:cNvSpPr txBox="1"/>
          <p:nvPr/>
        </p:nvSpPr>
        <p:spPr>
          <a:xfrm>
            <a:off x="4736592" y="4201137"/>
            <a:ext cx="550716" cy="261610"/>
          </a:xfrm>
          <a:prstGeom prst="rect">
            <a:avLst/>
          </a:prstGeom>
          <a:noFill/>
        </p:spPr>
        <p:txBody>
          <a:bodyPr wrap="square" rtlCol="0">
            <a:spAutoFit/>
          </a:bodyPr>
          <a:lstStyle/>
          <a:p>
            <a:r>
              <a:rPr lang="en-US" sz="1100" b="1" dirty="0"/>
              <a:t>40</a:t>
            </a:r>
          </a:p>
        </p:txBody>
      </p:sp>
      <mc:AlternateContent xmlns:mc="http://schemas.openxmlformats.org/markup-compatibility/2006" xmlns:p14="http://schemas.microsoft.com/office/powerpoint/2010/main">
        <mc:Choice Requires="p14">
          <p:contentPart p14:bwMode="auto" r:id="rId41">
            <p14:nvContentPartPr>
              <p14:cNvPr id="72" name="Ink 71">
                <a:extLst>
                  <a:ext uri="{FF2B5EF4-FFF2-40B4-BE49-F238E27FC236}">
                    <a16:creationId xmlns:a16="http://schemas.microsoft.com/office/drawing/2014/main" id="{280B10E9-948C-2175-152E-B821D0269CD6}"/>
                  </a:ext>
                </a:extLst>
              </p14:cNvPr>
              <p14:cNvContentPartPr/>
              <p14:nvPr/>
            </p14:nvContentPartPr>
            <p14:xfrm>
              <a:off x="3154464" y="5074776"/>
              <a:ext cx="360" cy="360"/>
            </p14:xfrm>
          </p:contentPart>
        </mc:Choice>
        <mc:Fallback xmlns="">
          <p:pic>
            <p:nvPicPr>
              <p:cNvPr id="72" name="Ink 71">
                <a:extLst>
                  <a:ext uri="{FF2B5EF4-FFF2-40B4-BE49-F238E27FC236}">
                    <a16:creationId xmlns:a16="http://schemas.microsoft.com/office/drawing/2014/main" id="{280B10E9-948C-2175-152E-B821D0269CD6}"/>
                  </a:ext>
                </a:extLst>
              </p:cNvPr>
              <p:cNvPicPr/>
              <p:nvPr/>
            </p:nvPicPr>
            <p:blipFill>
              <a:blip r:embed="rId5"/>
              <a:stretch>
                <a:fillRect/>
              </a:stretch>
            </p:blipFill>
            <p:spPr>
              <a:xfrm>
                <a:off x="3148344" y="50686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3" name="Ink 72">
                <a:extLst>
                  <a:ext uri="{FF2B5EF4-FFF2-40B4-BE49-F238E27FC236}">
                    <a16:creationId xmlns:a16="http://schemas.microsoft.com/office/drawing/2014/main" id="{46EBB6BE-0230-3DE5-4CB8-6FBA49D64763}"/>
                  </a:ext>
                </a:extLst>
              </p14:cNvPr>
              <p14:cNvContentPartPr/>
              <p14:nvPr/>
            </p14:nvContentPartPr>
            <p14:xfrm>
              <a:off x="3054024" y="5230296"/>
              <a:ext cx="360" cy="360"/>
            </p14:xfrm>
          </p:contentPart>
        </mc:Choice>
        <mc:Fallback xmlns="">
          <p:pic>
            <p:nvPicPr>
              <p:cNvPr id="73" name="Ink 72">
                <a:extLst>
                  <a:ext uri="{FF2B5EF4-FFF2-40B4-BE49-F238E27FC236}">
                    <a16:creationId xmlns:a16="http://schemas.microsoft.com/office/drawing/2014/main" id="{46EBB6BE-0230-3DE5-4CB8-6FBA49D64763}"/>
                  </a:ext>
                </a:extLst>
              </p:cNvPr>
              <p:cNvPicPr/>
              <p:nvPr/>
            </p:nvPicPr>
            <p:blipFill>
              <a:blip r:embed="rId5"/>
              <a:stretch>
                <a:fillRect/>
              </a:stretch>
            </p:blipFill>
            <p:spPr>
              <a:xfrm>
                <a:off x="3047904" y="52241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4" name="Ink 73">
                <a:extLst>
                  <a:ext uri="{FF2B5EF4-FFF2-40B4-BE49-F238E27FC236}">
                    <a16:creationId xmlns:a16="http://schemas.microsoft.com/office/drawing/2014/main" id="{02CC3494-F78B-772D-C761-FE5CE20B8F53}"/>
                  </a:ext>
                </a:extLst>
              </p14:cNvPr>
              <p14:cNvContentPartPr/>
              <p14:nvPr/>
            </p14:nvContentPartPr>
            <p14:xfrm>
              <a:off x="3136104" y="5321736"/>
              <a:ext cx="360" cy="360"/>
            </p14:xfrm>
          </p:contentPart>
        </mc:Choice>
        <mc:Fallback xmlns="">
          <p:pic>
            <p:nvPicPr>
              <p:cNvPr id="74" name="Ink 73">
                <a:extLst>
                  <a:ext uri="{FF2B5EF4-FFF2-40B4-BE49-F238E27FC236}">
                    <a16:creationId xmlns:a16="http://schemas.microsoft.com/office/drawing/2014/main" id="{02CC3494-F78B-772D-C761-FE5CE20B8F53}"/>
                  </a:ext>
                </a:extLst>
              </p:cNvPr>
              <p:cNvPicPr/>
              <p:nvPr/>
            </p:nvPicPr>
            <p:blipFill>
              <a:blip r:embed="rId5"/>
              <a:stretch>
                <a:fillRect/>
              </a:stretch>
            </p:blipFill>
            <p:spPr>
              <a:xfrm>
                <a:off x="3129984" y="53156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5" name="Ink 74">
                <a:extLst>
                  <a:ext uri="{FF2B5EF4-FFF2-40B4-BE49-F238E27FC236}">
                    <a16:creationId xmlns:a16="http://schemas.microsoft.com/office/drawing/2014/main" id="{1C19882E-76D2-FADC-B165-92B1575015B2}"/>
                  </a:ext>
                </a:extLst>
              </p14:cNvPr>
              <p14:cNvContentPartPr/>
              <p14:nvPr/>
            </p14:nvContentPartPr>
            <p14:xfrm>
              <a:off x="3245904" y="5367456"/>
              <a:ext cx="360" cy="360"/>
            </p14:xfrm>
          </p:contentPart>
        </mc:Choice>
        <mc:Fallback xmlns="">
          <p:pic>
            <p:nvPicPr>
              <p:cNvPr id="75" name="Ink 74">
                <a:extLst>
                  <a:ext uri="{FF2B5EF4-FFF2-40B4-BE49-F238E27FC236}">
                    <a16:creationId xmlns:a16="http://schemas.microsoft.com/office/drawing/2014/main" id="{1C19882E-76D2-FADC-B165-92B1575015B2}"/>
                  </a:ext>
                </a:extLst>
              </p:cNvPr>
              <p:cNvPicPr/>
              <p:nvPr/>
            </p:nvPicPr>
            <p:blipFill>
              <a:blip r:embed="rId5"/>
              <a:stretch>
                <a:fillRect/>
              </a:stretch>
            </p:blipFill>
            <p:spPr>
              <a:xfrm>
                <a:off x="3239784" y="53613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6" name="Ink 75">
                <a:extLst>
                  <a:ext uri="{FF2B5EF4-FFF2-40B4-BE49-F238E27FC236}">
                    <a16:creationId xmlns:a16="http://schemas.microsoft.com/office/drawing/2014/main" id="{A471DF97-B2D4-249A-C501-350A518D320D}"/>
                  </a:ext>
                </a:extLst>
              </p14:cNvPr>
              <p14:cNvContentPartPr/>
              <p14:nvPr/>
            </p14:nvContentPartPr>
            <p14:xfrm>
              <a:off x="3346704" y="5367456"/>
              <a:ext cx="360" cy="360"/>
            </p14:xfrm>
          </p:contentPart>
        </mc:Choice>
        <mc:Fallback xmlns="">
          <p:pic>
            <p:nvPicPr>
              <p:cNvPr id="76" name="Ink 75">
                <a:extLst>
                  <a:ext uri="{FF2B5EF4-FFF2-40B4-BE49-F238E27FC236}">
                    <a16:creationId xmlns:a16="http://schemas.microsoft.com/office/drawing/2014/main" id="{A471DF97-B2D4-249A-C501-350A518D320D}"/>
                  </a:ext>
                </a:extLst>
              </p:cNvPr>
              <p:cNvPicPr/>
              <p:nvPr/>
            </p:nvPicPr>
            <p:blipFill>
              <a:blip r:embed="rId5"/>
              <a:stretch>
                <a:fillRect/>
              </a:stretch>
            </p:blipFill>
            <p:spPr>
              <a:xfrm>
                <a:off x="3340584" y="53613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77" name="Ink 76">
                <a:extLst>
                  <a:ext uri="{FF2B5EF4-FFF2-40B4-BE49-F238E27FC236}">
                    <a16:creationId xmlns:a16="http://schemas.microsoft.com/office/drawing/2014/main" id="{8F8984A2-526E-0F42-4F77-A767AC23CFDC}"/>
                  </a:ext>
                </a:extLst>
              </p14:cNvPr>
              <p14:cNvContentPartPr/>
              <p14:nvPr/>
            </p14:nvContentPartPr>
            <p14:xfrm>
              <a:off x="3474504" y="5394816"/>
              <a:ext cx="360" cy="360"/>
            </p14:xfrm>
          </p:contentPart>
        </mc:Choice>
        <mc:Fallback xmlns="">
          <p:pic>
            <p:nvPicPr>
              <p:cNvPr id="77" name="Ink 76">
                <a:extLst>
                  <a:ext uri="{FF2B5EF4-FFF2-40B4-BE49-F238E27FC236}">
                    <a16:creationId xmlns:a16="http://schemas.microsoft.com/office/drawing/2014/main" id="{8F8984A2-526E-0F42-4F77-A767AC23CFDC}"/>
                  </a:ext>
                </a:extLst>
              </p:cNvPr>
              <p:cNvPicPr/>
              <p:nvPr/>
            </p:nvPicPr>
            <p:blipFill>
              <a:blip r:embed="rId5"/>
              <a:stretch>
                <a:fillRect/>
              </a:stretch>
            </p:blipFill>
            <p:spPr>
              <a:xfrm>
                <a:off x="3468384" y="53886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8" name="Ink 77">
                <a:extLst>
                  <a:ext uri="{FF2B5EF4-FFF2-40B4-BE49-F238E27FC236}">
                    <a16:creationId xmlns:a16="http://schemas.microsoft.com/office/drawing/2014/main" id="{CDB6602A-01ED-C580-680D-6270D6DD3BC8}"/>
                  </a:ext>
                </a:extLst>
              </p14:cNvPr>
              <p14:cNvContentPartPr/>
              <p14:nvPr/>
            </p14:nvContentPartPr>
            <p14:xfrm>
              <a:off x="3565944" y="5403816"/>
              <a:ext cx="360" cy="360"/>
            </p14:xfrm>
          </p:contentPart>
        </mc:Choice>
        <mc:Fallback xmlns="">
          <p:pic>
            <p:nvPicPr>
              <p:cNvPr id="78" name="Ink 77">
                <a:extLst>
                  <a:ext uri="{FF2B5EF4-FFF2-40B4-BE49-F238E27FC236}">
                    <a16:creationId xmlns:a16="http://schemas.microsoft.com/office/drawing/2014/main" id="{CDB6602A-01ED-C580-680D-6270D6DD3BC8}"/>
                  </a:ext>
                </a:extLst>
              </p:cNvPr>
              <p:cNvPicPr/>
              <p:nvPr/>
            </p:nvPicPr>
            <p:blipFill>
              <a:blip r:embed="rId5"/>
              <a:stretch>
                <a:fillRect/>
              </a:stretch>
            </p:blipFill>
            <p:spPr>
              <a:xfrm>
                <a:off x="3559824" y="53976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79" name="Ink 78">
                <a:extLst>
                  <a:ext uri="{FF2B5EF4-FFF2-40B4-BE49-F238E27FC236}">
                    <a16:creationId xmlns:a16="http://schemas.microsoft.com/office/drawing/2014/main" id="{EB2BA483-C0E9-00BA-A2B1-86A3EB6AD1C6}"/>
                  </a:ext>
                </a:extLst>
              </p14:cNvPr>
              <p14:cNvContentPartPr/>
              <p14:nvPr/>
            </p14:nvContentPartPr>
            <p14:xfrm>
              <a:off x="3648384" y="5431176"/>
              <a:ext cx="360" cy="360"/>
            </p14:xfrm>
          </p:contentPart>
        </mc:Choice>
        <mc:Fallback xmlns="">
          <p:pic>
            <p:nvPicPr>
              <p:cNvPr id="79" name="Ink 78">
                <a:extLst>
                  <a:ext uri="{FF2B5EF4-FFF2-40B4-BE49-F238E27FC236}">
                    <a16:creationId xmlns:a16="http://schemas.microsoft.com/office/drawing/2014/main" id="{EB2BA483-C0E9-00BA-A2B1-86A3EB6AD1C6}"/>
                  </a:ext>
                </a:extLst>
              </p:cNvPr>
              <p:cNvPicPr/>
              <p:nvPr/>
            </p:nvPicPr>
            <p:blipFill>
              <a:blip r:embed="rId5"/>
              <a:stretch>
                <a:fillRect/>
              </a:stretch>
            </p:blipFill>
            <p:spPr>
              <a:xfrm>
                <a:off x="3642264" y="5425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80" name="Ink 79">
                <a:extLst>
                  <a:ext uri="{FF2B5EF4-FFF2-40B4-BE49-F238E27FC236}">
                    <a16:creationId xmlns:a16="http://schemas.microsoft.com/office/drawing/2014/main" id="{9281752F-35EE-E4DA-7375-27B26581F28A}"/>
                  </a:ext>
                </a:extLst>
              </p14:cNvPr>
              <p14:cNvContentPartPr/>
              <p14:nvPr/>
            </p14:nvContentPartPr>
            <p14:xfrm>
              <a:off x="3794544" y="5440536"/>
              <a:ext cx="360" cy="360"/>
            </p14:xfrm>
          </p:contentPart>
        </mc:Choice>
        <mc:Fallback xmlns="">
          <p:pic>
            <p:nvPicPr>
              <p:cNvPr id="80" name="Ink 79">
                <a:extLst>
                  <a:ext uri="{FF2B5EF4-FFF2-40B4-BE49-F238E27FC236}">
                    <a16:creationId xmlns:a16="http://schemas.microsoft.com/office/drawing/2014/main" id="{9281752F-35EE-E4DA-7375-27B26581F28A}"/>
                  </a:ext>
                </a:extLst>
              </p:cNvPr>
              <p:cNvPicPr/>
              <p:nvPr/>
            </p:nvPicPr>
            <p:blipFill>
              <a:blip r:embed="rId5"/>
              <a:stretch>
                <a:fillRect/>
              </a:stretch>
            </p:blipFill>
            <p:spPr>
              <a:xfrm>
                <a:off x="3788424" y="54344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1" name="Ink 80">
                <a:extLst>
                  <a:ext uri="{FF2B5EF4-FFF2-40B4-BE49-F238E27FC236}">
                    <a16:creationId xmlns:a16="http://schemas.microsoft.com/office/drawing/2014/main" id="{6B157FDA-22BC-CA67-EC09-61B49019BBC5}"/>
                  </a:ext>
                </a:extLst>
              </p14:cNvPr>
              <p14:cNvContentPartPr/>
              <p14:nvPr/>
            </p14:nvContentPartPr>
            <p14:xfrm>
              <a:off x="3849624" y="5467896"/>
              <a:ext cx="360" cy="360"/>
            </p14:xfrm>
          </p:contentPart>
        </mc:Choice>
        <mc:Fallback xmlns="">
          <p:pic>
            <p:nvPicPr>
              <p:cNvPr id="81" name="Ink 80">
                <a:extLst>
                  <a:ext uri="{FF2B5EF4-FFF2-40B4-BE49-F238E27FC236}">
                    <a16:creationId xmlns:a16="http://schemas.microsoft.com/office/drawing/2014/main" id="{6B157FDA-22BC-CA67-EC09-61B49019BBC5}"/>
                  </a:ext>
                </a:extLst>
              </p:cNvPr>
              <p:cNvPicPr/>
              <p:nvPr/>
            </p:nvPicPr>
            <p:blipFill>
              <a:blip r:embed="rId5"/>
              <a:stretch>
                <a:fillRect/>
              </a:stretch>
            </p:blipFill>
            <p:spPr>
              <a:xfrm>
                <a:off x="3843504" y="54617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82" name="Ink 81">
                <a:extLst>
                  <a:ext uri="{FF2B5EF4-FFF2-40B4-BE49-F238E27FC236}">
                    <a16:creationId xmlns:a16="http://schemas.microsoft.com/office/drawing/2014/main" id="{69CBB10A-C69B-7F13-A0FC-BF9D253AD247}"/>
                  </a:ext>
                </a:extLst>
              </p14:cNvPr>
              <p14:cNvContentPartPr/>
              <p14:nvPr/>
            </p14:nvContentPartPr>
            <p14:xfrm>
              <a:off x="3959064" y="5467896"/>
              <a:ext cx="360" cy="360"/>
            </p14:xfrm>
          </p:contentPart>
        </mc:Choice>
        <mc:Fallback xmlns="">
          <p:pic>
            <p:nvPicPr>
              <p:cNvPr id="82" name="Ink 81">
                <a:extLst>
                  <a:ext uri="{FF2B5EF4-FFF2-40B4-BE49-F238E27FC236}">
                    <a16:creationId xmlns:a16="http://schemas.microsoft.com/office/drawing/2014/main" id="{69CBB10A-C69B-7F13-A0FC-BF9D253AD247}"/>
                  </a:ext>
                </a:extLst>
              </p:cNvPr>
              <p:cNvPicPr/>
              <p:nvPr/>
            </p:nvPicPr>
            <p:blipFill>
              <a:blip r:embed="rId5"/>
              <a:stretch>
                <a:fillRect/>
              </a:stretch>
            </p:blipFill>
            <p:spPr>
              <a:xfrm>
                <a:off x="3952944" y="54617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83" name="Ink 82">
                <a:extLst>
                  <a:ext uri="{FF2B5EF4-FFF2-40B4-BE49-F238E27FC236}">
                    <a16:creationId xmlns:a16="http://schemas.microsoft.com/office/drawing/2014/main" id="{DCDC2CB6-5B7C-1AF1-EB88-97599B6E8213}"/>
                  </a:ext>
                </a:extLst>
              </p14:cNvPr>
              <p14:cNvContentPartPr/>
              <p14:nvPr/>
            </p14:nvContentPartPr>
            <p14:xfrm>
              <a:off x="4077864" y="5495256"/>
              <a:ext cx="360" cy="360"/>
            </p14:xfrm>
          </p:contentPart>
        </mc:Choice>
        <mc:Fallback xmlns="">
          <p:pic>
            <p:nvPicPr>
              <p:cNvPr id="83" name="Ink 82">
                <a:extLst>
                  <a:ext uri="{FF2B5EF4-FFF2-40B4-BE49-F238E27FC236}">
                    <a16:creationId xmlns:a16="http://schemas.microsoft.com/office/drawing/2014/main" id="{DCDC2CB6-5B7C-1AF1-EB88-97599B6E8213}"/>
                  </a:ext>
                </a:extLst>
              </p:cNvPr>
              <p:cNvPicPr/>
              <p:nvPr/>
            </p:nvPicPr>
            <p:blipFill>
              <a:blip r:embed="rId5"/>
              <a:stretch>
                <a:fillRect/>
              </a:stretch>
            </p:blipFill>
            <p:spPr>
              <a:xfrm>
                <a:off x="4071744" y="5489136"/>
                <a:ext cx="12600" cy="12600"/>
              </a:xfrm>
              <a:prstGeom prst="rect">
                <a:avLst/>
              </a:prstGeom>
            </p:spPr>
          </p:pic>
        </mc:Fallback>
      </mc:AlternateContent>
      <p:grpSp>
        <p:nvGrpSpPr>
          <p:cNvPr id="87" name="Group 86">
            <a:extLst>
              <a:ext uri="{FF2B5EF4-FFF2-40B4-BE49-F238E27FC236}">
                <a16:creationId xmlns:a16="http://schemas.microsoft.com/office/drawing/2014/main" id="{B04B4919-C672-DC18-1872-9496419AF872}"/>
              </a:ext>
            </a:extLst>
          </p:cNvPr>
          <p:cNvGrpSpPr/>
          <p:nvPr/>
        </p:nvGrpSpPr>
        <p:grpSpPr>
          <a:xfrm>
            <a:off x="4233384" y="5513616"/>
            <a:ext cx="64440" cy="360"/>
            <a:chOff x="4233384" y="5513616"/>
            <a:chExt cx="64440" cy="360"/>
          </a:xfrm>
        </p:grpSpPr>
        <mc:AlternateContent xmlns:mc="http://schemas.openxmlformats.org/markup-compatibility/2006" xmlns:p14="http://schemas.microsoft.com/office/powerpoint/2010/main">
          <mc:Choice Requires="p14">
            <p:contentPart p14:bwMode="auto" r:id="rId53">
              <p14:nvContentPartPr>
                <p14:cNvPr id="84" name="Ink 83">
                  <a:extLst>
                    <a:ext uri="{FF2B5EF4-FFF2-40B4-BE49-F238E27FC236}">
                      <a16:creationId xmlns:a16="http://schemas.microsoft.com/office/drawing/2014/main" id="{B8697C73-2539-3570-5B62-1578BBBE6E0F}"/>
                    </a:ext>
                  </a:extLst>
                </p14:cNvPr>
                <p14:cNvContentPartPr/>
                <p14:nvPr/>
              </p14:nvContentPartPr>
              <p14:xfrm>
                <a:off x="4297464" y="5513616"/>
                <a:ext cx="360" cy="360"/>
              </p14:xfrm>
            </p:contentPart>
          </mc:Choice>
          <mc:Fallback xmlns="">
            <p:pic>
              <p:nvPicPr>
                <p:cNvPr id="84" name="Ink 83">
                  <a:extLst>
                    <a:ext uri="{FF2B5EF4-FFF2-40B4-BE49-F238E27FC236}">
                      <a16:creationId xmlns:a16="http://schemas.microsoft.com/office/drawing/2014/main" id="{B8697C73-2539-3570-5B62-1578BBBE6E0F}"/>
                    </a:ext>
                  </a:extLst>
                </p:cNvPr>
                <p:cNvPicPr/>
                <p:nvPr/>
              </p:nvPicPr>
              <p:blipFill>
                <a:blip r:embed="rId5"/>
                <a:stretch>
                  <a:fillRect/>
                </a:stretch>
              </p:blipFill>
              <p:spPr>
                <a:xfrm>
                  <a:off x="4291344" y="55074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85" name="Ink 84">
                  <a:extLst>
                    <a:ext uri="{FF2B5EF4-FFF2-40B4-BE49-F238E27FC236}">
                      <a16:creationId xmlns:a16="http://schemas.microsoft.com/office/drawing/2014/main" id="{70B837B8-8DAE-E82E-4656-AA3166C9F828}"/>
                    </a:ext>
                  </a:extLst>
                </p14:cNvPr>
                <p14:cNvContentPartPr/>
                <p14:nvPr/>
              </p14:nvContentPartPr>
              <p14:xfrm>
                <a:off x="4233384" y="5513616"/>
                <a:ext cx="360" cy="360"/>
              </p14:xfrm>
            </p:contentPart>
          </mc:Choice>
          <mc:Fallback xmlns="">
            <p:pic>
              <p:nvPicPr>
                <p:cNvPr id="85" name="Ink 84">
                  <a:extLst>
                    <a:ext uri="{FF2B5EF4-FFF2-40B4-BE49-F238E27FC236}">
                      <a16:creationId xmlns:a16="http://schemas.microsoft.com/office/drawing/2014/main" id="{70B837B8-8DAE-E82E-4656-AA3166C9F828}"/>
                    </a:ext>
                  </a:extLst>
                </p:cNvPr>
                <p:cNvPicPr/>
                <p:nvPr/>
              </p:nvPicPr>
              <p:blipFill>
                <a:blip r:embed="rId5"/>
                <a:stretch>
                  <a:fillRect/>
                </a:stretch>
              </p:blipFill>
              <p:spPr>
                <a:xfrm>
                  <a:off x="4227264" y="550749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
            <p14:nvContentPartPr>
              <p14:cNvPr id="86" name="Ink 85">
                <a:extLst>
                  <a:ext uri="{FF2B5EF4-FFF2-40B4-BE49-F238E27FC236}">
                    <a16:creationId xmlns:a16="http://schemas.microsoft.com/office/drawing/2014/main" id="{8A7A9C13-3E58-9DE1-0BD5-ADAFCD98CF9F}"/>
                  </a:ext>
                </a:extLst>
              </p14:cNvPr>
              <p14:cNvContentPartPr/>
              <p14:nvPr/>
            </p14:nvContentPartPr>
            <p14:xfrm>
              <a:off x="4407264" y="5513616"/>
              <a:ext cx="360" cy="360"/>
            </p14:xfrm>
          </p:contentPart>
        </mc:Choice>
        <mc:Fallback xmlns="">
          <p:pic>
            <p:nvPicPr>
              <p:cNvPr id="86" name="Ink 85">
                <a:extLst>
                  <a:ext uri="{FF2B5EF4-FFF2-40B4-BE49-F238E27FC236}">
                    <a16:creationId xmlns:a16="http://schemas.microsoft.com/office/drawing/2014/main" id="{8A7A9C13-3E58-9DE1-0BD5-ADAFCD98CF9F}"/>
                  </a:ext>
                </a:extLst>
              </p:cNvPr>
              <p:cNvPicPr/>
              <p:nvPr/>
            </p:nvPicPr>
            <p:blipFill>
              <a:blip r:embed="rId5"/>
              <a:stretch>
                <a:fillRect/>
              </a:stretch>
            </p:blipFill>
            <p:spPr>
              <a:xfrm>
                <a:off x="4401144" y="55074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88" name="Ink 87">
                <a:extLst>
                  <a:ext uri="{FF2B5EF4-FFF2-40B4-BE49-F238E27FC236}">
                    <a16:creationId xmlns:a16="http://schemas.microsoft.com/office/drawing/2014/main" id="{44E8C946-EC07-5357-5FF3-C2083226DDB2}"/>
                  </a:ext>
                </a:extLst>
              </p14:cNvPr>
              <p14:cNvContentPartPr/>
              <p14:nvPr/>
            </p14:nvContentPartPr>
            <p14:xfrm>
              <a:off x="4160664" y="5522976"/>
              <a:ext cx="360" cy="360"/>
            </p14:xfrm>
          </p:contentPart>
        </mc:Choice>
        <mc:Fallback xmlns="">
          <p:pic>
            <p:nvPicPr>
              <p:cNvPr id="88" name="Ink 87">
                <a:extLst>
                  <a:ext uri="{FF2B5EF4-FFF2-40B4-BE49-F238E27FC236}">
                    <a16:creationId xmlns:a16="http://schemas.microsoft.com/office/drawing/2014/main" id="{44E8C946-EC07-5357-5FF3-C2083226DDB2}"/>
                  </a:ext>
                </a:extLst>
              </p:cNvPr>
              <p:cNvPicPr/>
              <p:nvPr/>
            </p:nvPicPr>
            <p:blipFill>
              <a:blip r:embed="rId5"/>
              <a:stretch>
                <a:fillRect/>
              </a:stretch>
            </p:blipFill>
            <p:spPr>
              <a:xfrm>
                <a:off x="4154544" y="55168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89" name="Ink 88">
                <a:extLst>
                  <a:ext uri="{FF2B5EF4-FFF2-40B4-BE49-F238E27FC236}">
                    <a16:creationId xmlns:a16="http://schemas.microsoft.com/office/drawing/2014/main" id="{E7C200C0-6559-39A5-4BC2-8E25FE18C5B3}"/>
                  </a:ext>
                </a:extLst>
              </p14:cNvPr>
              <p14:cNvContentPartPr/>
              <p14:nvPr/>
            </p14:nvContentPartPr>
            <p14:xfrm>
              <a:off x="4544424" y="5522976"/>
              <a:ext cx="360" cy="360"/>
            </p14:xfrm>
          </p:contentPart>
        </mc:Choice>
        <mc:Fallback xmlns="">
          <p:pic>
            <p:nvPicPr>
              <p:cNvPr id="89" name="Ink 88">
                <a:extLst>
                  <a:ext uri="{FF2B5EF4-FFF2-40B4-BE49-F238E27FC236}">
                    <a16:creationId xmlns:a16="http://schemas.microsoft.com/office/drawing/2014/main" id="{E7C200C0-6559-39A5-4BC2-8E25FE18C5B3}"/>
                  </a:ext>
                </a:extLst>
              </p:cNvPr>
              <p:cNvPicPr/>
              <p:nvPr/>
            </p:nvPicPr>
            <p:blipFill>
              <a:blip r:embed="rId5"/>
              <a:stretch>
                <a:fillRect/>
              </a:stretch>
            </p:blipFill>
            <p:spPr>
              <a:xfrm>
                <a:off x="4538304" y="55168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90" name="Ink 89">
                <a:extLst>
                  <a:ext uri="{FF2B5EF4-FFF2-40B4-BE49-F238E27FC236}">
                    <a16:creationId xmlns:a16="http://schemas.microsoft.com/office/drawing/2014/main" id="{9FBF5F40-6099-C077-3492-3F32D9461787}"/>
                  </a:ext>
                </a:extLst>
              </p14:cNvPr>
              <p14:cNvContentPartPr/>
              <p14:nvPr/>
            </p14:nvContentPartPr>
            <p14:xfrm>
              <a:off x="4681584" y="5486256"/>
              <a:ext cx="360" cy="360"/>
            </p14:xfrm>
          </p:contentPart>
        </mc:Choice>
        <mc:Fallback xmlns="">
          <p:pic>
            <p:nvPicPr>
              <p:cNvPr id="90" name="Ink 89">
                <a:extLst>
                  <a:ext uri="{FF2B5EF4-FFF2-40B4-BE49-F238E27FC236}">
                    <a16:creationId xmlns:a16="http://schemas.microsoft.com/office/drawing/2014/main" id="{9FBF5F40-6099-C077-3492-3F32D9461787}"/>
                  </a:ext>
                </a:extLst>
              </p:cNvPr>
              <p:cNvPicPr/>
              <p:nvPr/>
            </p:nvPicPr>
            <p:blipFill>
              <a:blip r:embed="rId5"/>
              <a:stretch>
                <a:fillRect/>
              </a:stretch>
            </p:blipFill>
            <p:spPr>
              <a:xfrm>
                <a:off x="4675464" y="54801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91" name="Ink 90">
                <a:extLst>
                  <a:ext uri="{FF2B5EF4-FFF2-40B4-BE49-F238E27FC236}">
                    <a16:creationId xmlns:a16="http://schemas.microsoft.com/office/drawing/2014/main" id="{CA79D7AD-C3AF-95E3-5C05-D523B25426BE}"/>
                  </a:ext>
                </a:extLst>
              </p14:cNvPr>
              <p14:cNvContentPartPr/>
              <p14:nvPr/>
            </p14:nvContentPartPr>
            <p14:xfrm>
              <a:off x="3063384" y="5248656"/>
              <a:ext cx="360" cy="360"/>
            </p14:xfrm>
          </p:contentPart>
        </mc:Choice>
        <mc:Fallback xmlns="">
          <p:pic>
            <p:nvPicPr>
              <p:cNvPr id="91" name="Ink 90">
                <a:extLst>
                  <a:ext uri="{FF2B5EF4-FFF2-40B4-BE49-F238E27FC236}">
                    <a16:creationId xmlns:a16="http://schemas.microsoft.com/office/drawing/2014/main" id="{CA79D7AD-C3AF-95E3-5C05-D523B25426BE}"/>
                  </a:ext>
                </a:extLst>
              </p:cNvPr>
              <p:cNvPicPr/>
              <p:nvPr/>
            </p:nvPicPr>
            <p:blipFill>
              <a:blip r:embed="rId5"/>
              <a:stretch>
                <a:fillRect/>
              </a:stretch>
            </p:blipFill>
            <p:spPr>
              <a:xfrm>
                <a:off x="3057264" y="52425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92" name="Ink 91">
                <a:extLst>
                  <a:ext uri="{FF2B5EF4-FFF2-40B4-BE49-F238E27FC236}">
                    <a16:creationId xmlns:a16="http://schemas.microsoft.com/office/drawing/2014/main" id="{960740CE-DEB5-D225-5361-08228DC5219F}"/>
                  </a:ext>
                </a:extLst>
              </p14:cNvPr>
              <p14:cNvContentPartPr/>
              <p14:nvPr/>
            </p14:nvContentPartPr>
            <p14:xfrm>
              <a:off x="3099384" y="5340096"/>
              <a:ext cx="360" cy="360"/>
            </p14:xfrm>
          </p:contentPart>
        </mc:Choice>
        <mc:Fallback xmlns="">
          <p:pic>
            <p:nvPicPr>
              <p:cNvPr id="92" name="Ink 91">
                <a:extLst>
                  <a:ext uri="{FF2B5EF4-FFF2-40B4-BE49-F238E27FC236}">
                    <a16:creationId xmlns:a16="http://schemas.microsoft.com/office/drawing/2014/main" id="{960740CE-DEB5-D225-5361-08228DC5219F}"/>
                  </a:ext>
                </a:extLst>
              </p:cNvPr>
              <p:cNvPicPr/>
              <p:nvPr/>
            </p:nvPicPr>
            <p:blipFill>
              <a:blip r:embed="rId5"/>
              <a:stretch>
                <a:fillRect/>
              </a:stretch>
            </p:blipFill>
            <p:spPr>
              <a:xfrm>
                <a:off x="3093264" y="53339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93" name="Ink 92">
                <a:extLst>
                  <a:ext uri="{FF2B5EF4-FFF2-40B4-BE49-F238E27FC236}">
                    <a16:creationId xmlns:a16="http://schemas.microsoft.com/office/drawing/2014/main" id="{476CEFDF-2BD8-DB9E-73FA-787F8D47A04F}"/>
                  </a:ext>
                </a:extLst>
              </p14:cNvPr>
              <p14:cNvContentPartPr/>
              <p14:nvPr/>
            </p14:nvContentPartPr>
            <p14:xfrm>
              <a:off x="3154464" y="5394816"/>
              <a:ext cx="360" cy="360"/>
            </p14:xfrm>
          </p:contentPart>
        </mc:Choice>
        <mc:Fallback xmlns="">
          <p:pic>
            <p:nvPicPr>
              <p:cNvPr id="93" name="Ink 92">
                <a:extLst>
                  <a:ext uri="{FF2B5EF4-FFF2-40B4-BE49-F238E27FC236}">
                    <a16:creationId xmlns:a16="http://schemas.microsoft.com/office/drawing/2014/main" id="{476CEFDF-2BD8-DB9E-73FA-787F8D47A04F}"/>
                  </a:ext>
                </a:extLst>
              </p:cNvPr>
              <p:cNvPicPr/>
              <p:nvPr/>
            </p:nvPicPr>
            <p:blipFill>
              <a:blip r:embed="rId5"/>
              <a:stretch>
                <a:fillRect/>
              </a:stretch>
            </p:blipFill>
            <p:spPr>
              <a:xfrm>
                <a:off x="3148344" y="53886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94" name="Ink 93">
                <a:extLst>
                  <a:ext uri="{FF2B5EF4-FFF2-40B4-BE49-F238E27FC236}">
                    <a16:creationId xmlns:a16="http://schemas.microsoft.com/office/drawing/2014/main" id="{7BB526C8-B4D3-AB81-F168-7DC07FF2062F}"/>
                  </a:ext>
                </a:extLst>
              </p14:cNvPr>
              <p14:cNvContentPartPr/>
              <p14:nvPr/>
            </p14:nvContentPartPr>
            <p14:xfrm>
              <a:off x="3200184" y="5440536"/>
              <a:ext cx="360" cy="360"/>
            </p14:xfrm>
          </p:contentPart>
        </mc:Choice>
        <mc:Fallback xmlns="">
          <p:pic>
            <p:nvPicPr>
              <p:cNvPr id="94" name="Ink 93">
                <a:extLst>
                  <a:ext uri="{FF2B5EF4-FFF2-40B4-BE49-F238E27FC236}">
                    <a16:creationId xmlns:a16="http://schemas.microsoft.com/office/drawing/2014/main" id="{7BB526C8-B4D3-AB81-F168-7DC07FF2062F}"/>
                  </a:ext>
                </a:extLst>
              </p:cNvPr>
              <p:cNvPicPr/>
              <p:nvPr/>
            </p:nvPicPr>
            <p:blipFill>
              <a:blip r:embed="rId5"/>
              <a:stretch>
                <a:fillRect/>
              </a:stretch>
            </p:blipFill>
            <p:spPr>
              <a:xfrm>
                <a:off x="3194064" y="54344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95" name="Ink 94">
                <a:extLst>
                  <a:ext uri="{FF2B5EF4-FFF2-40B4-BE49-F238E27FC236}">
                    <a16:creationId xmlns:a16="http://schemas.microsoft.com/office/drawing/2014/main" id="{F05AA1FD-1EDA-A6C7-6834-482B6DD3440A}"/>
                  </a:ext>
                </a:extLst>
              </p14:cNvPr>
              <p14:cNvContentPartPr/>
              <p14:nvPr/>
            </p14:nvContentPartPr>
            <p14:xfrm>
              <a:off x="3236544" y="5467896"/>
              <a:ext cx="360" cy="360"/>
            </p14:xfrm>
          </p:contentPart>
        </mc:Choice>
        <mc:Fallback xmlns="">
          <p:pic>
            <p:nvPicPr>
              <p:cNvPr id="95" name="Ink 94">
                <a:extLst>
                  <a:ext uri="{FF2B5EF4-FFF2-40B4-BE49-F238E27FC236}">
                    <a16:creationId xmlns:a16="http://schemas.microsoft.com/office/drawing/2014/main" id="{F05AA1FD-1EDA-A6C7-6834-482B6DD3440A}"/>
                  </a:ext>
                </a:extLst>
              </p:cNvPr>
              <p:cNvPicPr/>
              <p:nvPr/>
            </p:nvPicPr>
            <p:blipFill>
              <a:blip r:embed="rId5"/>
              <a:stretch>
                <a:fillRect/>
              </a:stretch>
            </p:blipFill>
            <p:spPr>
              <a:xfrm>
                <a:off x="3230424" y="54617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96" name="Ink 95">
                <a:extLst>
                  <a:ext uri="{FF2B5EF4-FFF2-40B4-BE49-F238E27FC236}">
                    <a16:creationId xmlns:a16="http://schemas.microsoft.com/office/drawing/2014/main" id="{60FC07D6-67CA-0888-95C8-D228A3DA2DF6}"/>
                  </a:ext>
                </a:extLst>
              </p14:cNvPr>
              <p14:cNvContentPartPr/>
              <p14:nvPr/>
            </p14:nvContentPartPr>
            <p14:xfrm>
              <a:off x="3282624" y="5522976"/>
              <a:ext cx="360" cy="360"/>
            </p14:xfrm>
          </p:contentPart>
        </mc:Choice>
        <mc:Fallback xmlns="">
          <p:pic>
            <p:nvPicPr>
              <p:cNvPr id="96" name="Ink 95">
                <a:extLst>
                  <a:ext uri="{FF2B5EF4-FFF2-40B4-BE49-F238E27FC236}">
                    <a16:creationId xmlns:a16="http://schemas.microsoft.com/office/drawing/2014/main" id="{60FC07D6-67CA-0888-95C8-D228A3DA2DF6}"/>
                  </a:ext>
                </a:extLst>
              </p:cNvPr>
              <p:cNvPicPr/>
              <p:nvPr/>
            </p:nvPicPr>
            <p:blipFill>
              <a:blip r:embed="rId5"/>
              <a:stretch>
                <a:fillRect/>
              </a:stretch>
            </p:blipFill>
            <p:spPr>
              <a:xfrm>
                <a:off x="3276504" y="55168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97" name="Ink 96">
                <a:extLst>
                  <a:ext uri="{FF2B5EF4-FFF2-40B4-BE49-F238E27FC236}">
                    <a16:creationId xmlns:a16="http://schemas.microsoft.com/office/drawing/2014/main" id="{84FBD790-A76A-481F-2BDF-96A740195C78}"/>
                  </a:ext>
                </a:extLst>
              </p14:cNvPr>
              <p14:cNvContentPartPr/>
              <p14:nvPr/>
            </p14:nvContentPartPr>
            <p14:xfrm>
              <a:off x="3374064" y="5559696"/>
              <a:ext cx="360" cy="360"/>
            </p14:xfrm>
          </p:contentPart>
        </mc:Choice>
        <mc:Fallback xmlns="">
          <p:pic>
            <p:nvPicPr>
              <p:cNvPr id="97" name="Ink 96">
                <a:extLst>
                  <a:ext uri="{FF2B5EF4-FFF2-40B4-BE49-F238E27FC236}">
                    <a16:creationId xmlns:a16="http://schemas.microsoft.com/office/drawing/2014/main" id="{84FBD790-A76A-481F-2BDF-96A740195C78}"/>
                  </a:ext>
                </a:extLst>
              </p:cNvPr>
              <p:cNvPicPr/>
              <p:nvPr/>
            </p:nvPicPr>
            <p:blipFill>
              <a:blip r:embed="rId5"/>
              <a:stretch>
                <a:fillRect/>
              </a:stretch>
            </p:blipFill>
            <p:spPr>
              <a:xfrm>
                <a:off x="3367944" y="55535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98" name="Ink 97">
                <a:extLst>
                  <a:ext uri="{FF2B5EF4-FFF2-40B4-BE49-F238E27FC236}">
                    <a16:creationId xmlns:a16="http://schemas.microsoft.com/office/drawing/2014/main" id="{C47D5E7B-2602-5BBE-3F62-4BE6DDA31C74}"/>
                  </a:ext>
                </a:extLst>
              </p14:cNvPr>
              <p14:cNvContentPartPr/>
              <p14:nvPr/>
            </p14:nvContentPartPr>
            <p14:xfrm>
              <a:off x="3474504" y="5559696"/>
              <a:ext cx="360" cy="360"/>
            </p14:xfrm>
          </p:contentPart>
        </mc:Choice>
        <mc:Fallback xmlns="">
          <p:pic>
            <p:nvPicPr>
              <p:cNvPr id="98" name="Ink 97">
                <a:extLst>
                  <a:ext uri="{FF2B5EF4-FFF2-40B4-BE49-F238E27FC236}">
                    <a16:creationId xmlns:a16="http://schemas.microsoft.com/office/drawing/2014/main" id="{C47D5E7B-2602-5BBE-3F62-4BE6DDA31C74}"/>
                  </a:ext>
                </a:extLst>
              </p:cNvPr>
              <p:cNvPicPr/>
              <p:nvPr/>
            </p:nvPicPr>
            <p:blipFill>
              <a:blip r:embed="rId5"/>
              <a:stretch>
                <a:fillRect/>
              </a:stretch>
            </p:blipFill>
            <p:spPr>
              <a:xfrm>
                <a:off x="3468384" y="55535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99" name="Ink 98">
                <a:extLst>
                  <a:ext uri="{FF2B5EF4-FFF2-40B4-BE49-F238E27FC236}">
                    <a16:creationId xmlns:a16="http://schemas.microsoft.com/office/drawing/2014/main" id="{1A6D22A1-9ED9-1EBD-8C61-C6A656791C28}"/>
                  </a:ext>
                </a:extLst>
              </p14:cNvPr>
              <p14:cNvContentPartPr/>
              <p14:nvPr/>
            </p14:nvContentPartPr>
            <p14:xfrm>
              <a:off x="3574944" y="5632416"/>
              <a:ext cx="360" cy="360"/>
            </p14:xfrm>
          </p:contentPart>
        </mc:Choice>
        <mc:Fallback xmlns="">
          <p:pic>
            <p:nvPicPr>
              <p:cNvPr id="99" name="Ink 98">
                <a:extLst>
                  <a:ext uri="{FF2B5EF4-FFF2-40B4-BE49-F238E27FC236}">
                    <a16:creationId xmlns:a16="http://schemas.microsoft.com/office/drawing/2014/main" id="{1A6D22A1-9ED9-1EBD-8C61-C6A656791C28}"/>
                  </a:ext>
                </a:extLst>
              </p:cNvPr>
              <p:cNvPicPr/>
              <p:nvPr/>
            </p:nvPicPr>
            <p:blipFill>
              <a:blip r:embed="rId5"/>
              <a:stretch>
                <a:fillRect/>
              </a:stretch>
            </p:blipFill>
            <p:spPr>
              <a:xfrm>
                <a:off x="3568824" y="56262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00" name="Ink 99">
                <a:extLst>
                  <a:ext uri="{FF2B5EF4-FFF2-40B4-BE49-F238E27FC236}">
                    <a16:creationId xmlns:a16="http://schemas.microsoft.com/office/drawing/2014/main" id="{4A7A5ABD-9990-5A7E-4ACE-A7A40DED1D9C}"/>
                  </a:ext>
                </a:extLst>
              </p14:cNvPr>
              <p14:cNvContentPartPr/>
              <p14:nvPr/>
            </p14:nvContentPartPr>
            <p14:xfrm>
              <a:off x="3639024" y="5660136"/>
              <a:ext cx="360" cy="360"/>
            </p14:xfrm>
          </p:contentPart>
        </mc:Choice>
        <mc:Fallback xmlns="">
          <p:pic>
            <p:nvPicPr>
              <p:cNvPr id="100" name="Ink 99">
                <a:extLst>
                  <a:ext uri="{FF2B5EF4-FFF2-40B4-BE49-F238E27FC236}">
                    <a16:creationId xmlns:a16="http://schemas.microsoft.com/office/drawing/2014/main" id="{4A7A5ABD-9990-5A7E-4ACE-A7A40DED1D9C}"/>
                  </a:ext>
                </a:extLst>
              </p:cNvPr>
              <p:cNvPicPr/>
              <p:nvPr/>
            </p:nvPicPr>
            <p:blipFill>
              <a:blip r:embed="rId5"/>
              <a:stretch>
                <a:fillRect/>
              </a:stretch>
            </p:blipFill>
            <p:spPr>
              <a:xfrm>
                <a:off x="3632904" y="56540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1" name="Ink 100">
                <a:extLst>
                  <a:ext uri="{FF2B5EF4-FFF2-40B4-BE49-F238E27FC236}">
                    <a16:creationId xmlns:a16="http://schemas.microsoft.com/office/drawing/2014/main" id="{40A2C237-68AD-0C11-F808-6F192B56CAFF}"/>
                  </a:ext>
                </a:extLst>
              </p14:cNvPr>
              <p14:cNvContentPartPr/>
              <p14:nvPr/>
            </p14:nvContentPartPr>
            <p14:xfrm>
              <a:off x="3703104" y="5751216"/>
              <a:ext cx="360" cy="360"/>
            </p14:xfrm>
          </p:contentPart>
        </mc:Choice>
        <mc:Fallback xmlns="">
          <p:pic>
            <p:nvPicPr>
              <p:cNvPr id="101" name="Ink 100">
                <a:extLst>
                  <a:ext uri="{FF2B5EF4-FFF2-40B4-BE49-F238E27FC236}">
                    <a16:creationId xmlns:a16="http://schemas.microsoft.com/office/drawing/2014/main" id="{40A2C237-68AD-0C11-F808-6F192B56CAFF}"/>
                  </a:ext>
                </a:extLst>
              </p:cNvPr>
              <p:cNvPicPr/>
              <p:nvPr/>
            </p:nvPicPr>
            <p:blipFill>
              <a:blip r:embed="rId5"/>
              <a:stretch>
                <a:fillRect/>
              </a:stretch>
            </p:blipFill>
            <p:spPr>
              <a:xfrm>
                <a:off x="3696984" y="5745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2" name="Ink 101">
                <a:extLst>
                  <a:ext uri="{FF2B5EF4-FFF2-40B4-BE49-F238E27FC236}">
                    <a16:creationId xmlns:a16="http://schemas.microsoft.com/office/drawing/2014/main" id="{662340AF-0FA9-3194-E1F7-B170E80735D2}"/>
                  </a:ext>
                </a:extLst>
              </p14:cNvPr>
              <p14:cNvContentPartPr/>
              <p14:nvPr/>
            </p14:nvContentPartPr>
            <p14:xfrm>
              <a:off x="3822264" y="5760576"/>
              <a:ext cx="360" cy="360"/>
            </p14:xfrm>
          </p:contentPart>
        </mc:Choice>
        <mc:Fallback xmlns="">
          <p:pic>
            <p:nvPicPr>
              <p:cNvPr id="102" name="Ink 101">
                <a:extLst>
                  <a:ext uri="{FF2B5EF4-FFF2-40B4-BE49-F238E27FC236}">
                    <a16:creationId xmlns:a16="http://schemas.microsoft.com/office/drawing/2014/main" id="{662340AF-0FA9-3194-E1F7-B170E80735D2}"/>
                  </a:ext>
                </a:extLst>
              </p:cNvPr>
              <p:cNvPicPr/>
              <p:nvPr/>
            </p:nvPicPr>
            <p:blipFill>
              <a:blip r:embed="rId5"/>
              <a:stretch>
                <a:fillRect/>
              </a:stretch>
            </p:blipFill>
            <p:spPr>
              <a:xfrm>
                <a:off x="3816144" y="57544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3" name="Ink 102">
                <a:extLst>
                  <a:ext uri="{FF2B5EF4-FFF2-40B4-BE49-F238E27FC236}">
                    <a16:creationId xmlns:a16="http://schemas.microsoft.com/office/drawing/2014/main" id="{A335245F-EB49-DA8F-953D-FE11B12E59E7}"/>
                  </a:ext>
                </a:extLst>
              </p14:cNvPr>
              <p14:cNvContentPartPr/>
              <p14:nvPr/>
            </p14:nvContentPartPr>
            <p14:xfrm>
              <a:off x="3894984" y="5760576"/>
              <a:ext cx="360" cy="360"/>
            </p14:xfrm>
          </p:contentPart>
        </mc:Choice>
        <mc:Fallback xmlns="">
          <p:pic>
            <p:nvPicPr>
              <p:cNvPr id="103" name="Ink 102">
                <a:extLst>
                  <a:ext uri="{FF2B5EF4-FFF2-40B4-BE49-F238E27FC236}">
                    <a16:creationId xmlns:a16="http://schemas.microsoft.com/office/drawing/2014/main" id="{A335245F-EB49-DA8F-953D-FE11B12E59E7}"/>
                  </a:ext>
                </a:extLst>
              </p:cNvPr>
              <p:cNvPicPr/>
              <p:nvPr/>
            </p:nvPicPr>
            <p:blipFill>
              <a:blip r:embed="rId5"/>
              <a:stretch>
                <a:fillRect/>
              </a:stretch>
            </p:blipFill>
            <p:spPr>
              <a:xfrm>
                <a:off x="3888864" y="57544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4" name="Ink 103">
                <a:extLst>
                  <a:ext uri="{FF2B5EF4-FFF2-40B4-BE49-F238E27FC236}">
                    <a16:creationId xmlns:a16="http://schemas.microsoft.com/office/drawing/2014/main" id="{8C2E6798-D547-E175-117B-E989E5176779}"/>
                  </a:ext>
                </a:extLst>
              </p14:cNvPr>
              <p14:cNvContentPartPr/>
              <p14:nvPr/>
            </p14:nvContentPartPr>
            <p14:xfrm>
              <a:off x="3968424" y="5797296"/>
              <a:ext cx="360" cy="360"/>
            </p14:xfrm>
          </p:contentPart>
        </mc:Choice>
        <mc:Fallback xmlns="">
          <p:pic>
            <p:nvPicPr>
              <p:cNvPr id="104" name="Ink 103">
                <a:extLst>
                  <a:ext uri="{FF2B5EF4-FFF2-40B4-BE49-F238E27FC236}">
                    <a16:creationId xmlns:a16="http://schemas.microsoft.com/office/drawing/2014/main" id="{8C2E6798-D547-E175-117B-E989E5176779}"/>
                  </a:ext>
                </a:extLst>
              </p:cNvPr>
              <p:cNvPicPr/>
              <p:nvPr/>
            </p:nvPicPr>
            <p:blipFill>
              <a:blip r:embed="rId5"/>
              <a:stretch>
                <a:fillRect/>
              </a:stretch>
            </p:blipFill>
            <p:spPr>
              <a:xfrm>
                <a:off x="3962304" y="57911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5" name="Ink 104">
                <a:extLst>
                  <a:ext uri="{FF2B5EF4-FFF2-40B4-BE49-F238E27FC236}">
                    <a16:creationId xmlns:a16="http://schemas.microsoft.com/office/drawing/2014/main" id="{2318F67E-1E1C-86C3-425B-671114203005}"/>
                  </a:ext>
                </a:extLst>
              </p14:cNvPr>
              <p14:cNvContentPartPr/>
              <p14:nvPr/>
            </p14:nvContentPartPr>
            <p14:xfrm>
              <a:off x="4059864" y="5787936"/>
              <a:ext cx="360" cy="360"/>
            </p14:xfrm>
          </p:contentPart>
        </mc:Choice>
        <mc:Fallback xmlns="">
          <p:pic>
            <p:nvPicPr>
              <p:cNvPr id="105" name="Ink 104">
                <a:extLst>
                  <a:ext uri="{FF2B5EF4-FFF2-40B4-BE49-F238E27FC236}">
                    <a16:creationId xmlns:a16="http://schemas.microsoft.com/office/drawing/2014/main" id="{2318F67E-1E1C-86C3-425B-671114203005}"/>
                  </a:ext>
                </a:extLst>
              </p:cNvPr>
              <p:cNvPicPr/>
              <p:nvPr/>
            </p:nvPicPr>
            <p:blipFill>
              <a:blip r:embed="rId5"/>
              <a:stretch>
                <a:fillRect/>
              </a:stretch>
            </p:blipFill>
            <p:spPr>
              <a:xfrm>
                <a:off x="4053744" y="57818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6" name="Ink 105">
                <a:extLst>
                  <a:ext uri="{FF2B5EF4-FFF2-40B4-BE49-F238E27FC236}">
                    <a16:creationId xmlns:a16="http://schemas.microsoft.com/office/drawing/2014/main" id="{05503965-C8AC-D6E9-CE06-88F7C7BD6F94}"/>
                  </a:ext>
                </a:extLst>
              </p14:cNvPr>
              <p14:cNvContentPartPr/>
              <p14:nvPr/>
            </p14:nvContentPartPr>
            <p14:xfrm>
              <a:off x="4114584" y="5806296"/>
              <a:ext cx="360" cy="360"/>
            </p14:xfrm>
          </p:contentPart>
        </mc:Choice>
        <mc:Fallback xmlns="">
          <p:pic>
            <p:nvPicPr>
              <p:cNvPr id="106" name="Ink 105">
                <a:extLst>
                  <a:ext uri="{FF2B5EF4-FFF2-40B4-BE49-F238E27FC236}">
                    <a16:creationId xmlns:a16="http://schemas.microsoft.com/office/drawing/2014/main" id="{05503965-C8AC-D6E9-CE06-88F7C7BD6F94}"/>
                  </a:ext>
                </a:extLst>
              </p:cNvPr>
              <p:cNvPicPr/>
              <p:nvPr/>
            </p:nvPicPr>
            <p:blipFill>
              <a:blip r:embed="rId5"/>
              <a:stretch>
                <a:fillRect/>
              </a:stretch>
            </p:blipFill>
            <p:spPr>
              <a:xfrm>
                <a:off x="4108464" y="58001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07" name="Ink 106">
                <a:extLst>
                  <a:ext uri="{FF2B5EF4-FFF2-40B4-BE49-F238E27FC236}">
                    <a16:creationId xmlns:a16="http://schemas.microsoft.com/office/drawing/2014/main" id="{0F01E402-92AE-7621-8186-C12E171917FC}"/>
                  </a:ext>
                </a:extLst>
              </p14:cNvPr>
              <p14:cNvContentPartPr/>
              <p14:nvPr/>
            </p14:nvContentPartPr>
            <p14:xfrm>
              <a:off x="4178304" y="5806296"/>
              <a:ext cx="360" cy="360"/>
            </p14:xfrm>
          </p:contentPart>
        </mc:Choice>
        <mc:Fallback xmlns="">
          <p:pic>
            <p:nvPicPr>
              <p:cNvPr id="107" name="Ink 106">
                <a:extLst>
                  <a:ext uri="{FF2B5EF4-FFF2-40B4-BE49-F238E27FC236}">
                    <a16:creationId xmlns:a16="http://schemas.microsoft.com/office/drawing/2014/main" id="{0F01E402-92AE-7621-8186-C12E171917FC}"/>
                  </a:ext>
                </a:extLst>
              </p:cNvPr>
              <p:cNvPicPr/>
              <p:nvPr/>
            </p:nvPicPr>
            <p:blipFill>
              <a:blip r:embed="rId5"/>
              <a:stretch>
                <a:fillRect/>
              </a:stretch>
            </p:blipFill>
            <p:spPr>
              <a:xfrm>
                <a:off x="4172184" y="58001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08" name="Ink 107">
                <a:extLst>
                  <a:ext uri="{FF2B5EF4-FFF2-40B4-BE49-F238E27FC236}">
                    <a16:creationId xmlns:a16="http://schemas.microsoft.com/office/drawing/2014/main" id="{8D56CDB0-B1EC-CEA7-D192-497DE1D2676E}"/>
                  </a:ext>
                </a:extLst>
              </p14:cNvPr>
              <p14:cNvContentPartPr/>
              <p14:nvPr/>
            </p14:nvContentPartPr>
            <p14:xfrm>
              <a:off x="4279464" y="5843016"/>
              <a:ext cx="360" cy="360"/>
            </p14:xfrm>
          </p:contentPart>
        </mc:Choice>
        <mc:Fallback xmlns="">
          <p:pic>
            <p:nvPicPr>
              <p:cNvPr id="108" name="Ink 107">
                <a:extLst>
                  <a:ext uri="{FF2B5EF4-FFF2-40B4-BE49-F238E27FC236}">
                    <a16:creationId xmlns:a16="http://schemas.microsoft.com/office/drawing/2014/main" id="{8D56CDB0-B1EC-CEA7-D192-497DE1D2676E}"/>
                  </a:ext>
                </a:extLst>
              </p:cNvPr>
              <p:cNvPicPr/>
              <p:nvPr/>
            </p:nvPicPr>
            <p:blipFill>
              <a:blip r:embed="rId5"/>
              <a:stretch>
                <a:fillRect/>
              </a:stretch>
            </p:blipFill>
            <p:spPr>
              <a:xfrm>
                <a:off x="4273344" y="58368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09" name="Ink 108">
                <a:extLst>
                  <a:ext uri="{FF2B5EF4-FFF2-40B4-BE49-F238E27FC236}">
                    <a16:creationId xmlns:a16="http://schemas.microsoft.com/office/drawing/2014/main" id="{32C0EC4C-19AF-332F-C0EC-4E456031A917}"/>
                  </a:ext>
                </a:extLst>
              </p14:cNvPr>
              <p14:cNvContentPartPr/>
              <p14:nvPr/>
            </p14:nvContentPartPr>
            <p14:xfrm>
              <a:off x="4343184" y="5843016"/>
              <a:ext cx="360" cy="360"/>
            </p14:xfrm>
          </p:contentPart>
        </mc:Choice>
        <mc:Fallback xmlns="">
          <p:pic>
            <p:nvPicPr>
              <p:cNvPr id="109" name="Ink 108">
                <a:extLst>
                  <a:ext uri="{FF2B5EF4-FFF2-40B4-BE49-F238E27FC236}">
                    <a16:creationId xmlns:a16="http://schemas.microsoft.com/office/drawing/2014/main" id="{32C0EC4C-19AF-332F-C0EC-4E456031A917}"/>
                  </a:ext>
                </a:extLst>
              </p:cNvPr>
              <p:cNvPicPr/>
              <p:nvPr/>
            </p:nvPicPr>
            <p:blipFill>
              <a:blip r:embed="rId5"/>
              <a:stretch>
                <a:fillRect/>
              </a:stretch>
            </p:blipFill>
            <p:spPr>
              <a:xfrm>
                <a:off x="4337064" y="58368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10" name="Ink 109">
                <a:extLst>
                  <a:ext uri="{FF2B5EF4-FFF2-40B4-BE49-F238E27FC236}">
                    <a16:creationId xmlns:a16="http://schemas.microsoft.com/office/drawing/2014/main" id="{86FBC43A-4790-2BD1-A2B4-7060705462FE}"/>
                  </a:ext>
                </a:extLst>
              </p14:cNvPr>
              <p14:cNvContentPartPr/>
              <p14:nvPr/>
            </p14:nvContentPartPr>
            <p14:xfrm>
              <a:off x="4480704" y="5879376"/>
              <a:ext cx="360" cy="360"/>
            </p14:xfrm>
          </p:contentPart>
        </mc:Choice>
        <mc:Fallback xmlns="">
          <p:pic>
            <p:nvPicPr>
              <p:cNvPr id="110" name="Ink 109">
                <a:extLst>
                  <a:ext uri="{FF2B5EF4-FFF2-40B4-BE49-F238E27FC236}">
                    <a16:creationId xmlns:a16="http://schemas.microsoft.com/office/drawing/2014/main" id="{86FBC43A-4790-2BD1-A2B4-7060705462FE}"/>
                  </a:ext>
                </a:extLst>
              </p:cNvPr>
              <p:cNvPicPr/>
              <p:nvPr/>
            </p:nvPicPr>
            <p:blipFill>
              <a:blip r:embed="rId5"/>
              <a:stretch>
                <a:fillRect/>
              </a:stretch>
            </p:blipFill>
            <p:spPr>
              <a:xfrm>
                <a:off x="4474584" y="58732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11" name="Ink 110">
                <a:extLst>
                  <a:ext uri="{FF2B5EF4-FFF2-40B4-BE49-F238E27FC236}">
                    <a16:creationId xmlns:a16="http://schemas.microsoft.com/office/drawing/2014/main" id="{F3B94304-B486-01FD-F408-3FEDD527D525}"/>
                  </a:ext>
                </a:extLst>
              </p14:cNvPr>
              <p14:cNvContentPartPr/>
              <p14:nvPr/>
            </p14:nvContentPartPr>
            <p14:xfrm>
              <a:off x="4425624" y="5879376"/>
              <a:ext cx="360" cy="360"/>
            </p14:xfrm>
          </p:contentPart>
        </mc:Choice>
        <mc:Fallback xmlns="">
          <p:pic>
            <p:nvPicPr>
              <p:cNvPr id="111" name="Ink 110">
                <a:extLst>
                  <a:ext uri="{FF2B5EF4-FFF2-40B4-BE49-F238E27FC236}">
                    <a16:creationId xmlns:a16="http://schemas.microsoft.com/office/drawing/2014/main" id="{F3B94304-B486-01FD-F408-3FEDD527D525}"/>
                  </a:ext>
                </a:extLst>
              </p:cNvPr>
              <p:cNvPicPr/>
              <p:nvPr/>
            </p:nvPicPr>
            <p:blipFill>
              <a:blip r:embed="rId5"/>
              <a:stretch>
                <a:fillRect/>
              </a:stretch>
            </p:blipFill>
            <p:spPr>
              <a:xfrm>
                <a:off x="4419504" y="58732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12" name="Ink 111">
                <a:extLst>
                  <a:ext uri="{FF2B5EF4-FFF2-40B4-BE49-F238E27FC236}">
                    <a16:creationId xmlns:a16="http://schemas.microsoft.com/office/drawing/2014/main" id="{EE93AAA5-5300-7E00-9EBC-9AAB7433EB6F}"/>
                  </a:ext>
                </a:extLst>
              </p14:cNvPr>
              <p14:cNvContentPartPr/>
              <p14:nvPr/>
            </p14:nvContentPartPr>
            <p14:xfrm>
              <a:off x="4553424" y="5906736"/>
              <a:ext cx="360" cy="360"/>
            </p14:xfrm>
          </p:contentPart>
        </mc:Choice>
        <mc:Fallback xmlns="">
          <p:pic>
            <p:nvPicPr>
              <p:cNvPr id="112" name="Ink 111">
                <a:extLst>
                  <a:ext uri="{FF2B5EF4-FFF2-40B4-BE49-F238E27FC236}">
                    <a16:creationId xmlns:a16="http://schemas.microsoft.com/office/drawing/2014/main" id="{EE93AAA5-5300-7E00-9EBC-9AAB7433EB6F}"/>
                  </a:ext>
                </a:extLst>
              </p:cNvPr>
              <p:cNvPicPr/>
              <p:nvPr/>
            </p:nvPicPr>
            <p:blipFill>
              <a:blip r:embed="rId5"/>
              <a:stretch>
                <a:fillRect/>
              </a:stretch>
            </p:blipFill>
            <p:spPr>
              <a:xfrm>
                <a:off x="4547304" y="59006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13" name="Ink 112">
                <a:extLst>
                  <a:ext uri="{FF2B5EF4-FFF2-40B4-BE49-F238E27FC236}">
                    <a16:creationId xmlns:a16="http://schemas.microsoft.com/office/drawing/2014/main" id="{4053567E-9B73-9E6A-371B-0953B975193F}"/>
                  </a:ext>
                </a:extLst>
              </p14:cNvPr>
              <p14:cNvContentPartPr/>
              <p14:nvPr/>
            </p14:nvContentPartPr>
            <p14:xfrm>
              <a:off x="4653864" y="5915736"/>
              <a:ext cx="360" cy="360"/>
            </p14:xfrm>
          </p:contentPart>
        </mc:Choice>
        <mc:Fallback xmlns="">
          <p:pic>
            <p:nvPicPr>
              <p:cNvPr id="113" name="Ink 112">
                <a:extLst>
                  <a:ext uri="{FF2B5EF4-FFF2-40B4-BE49-F238E27FC236}">
                    <a16:creationId xmlns:a16="http://schemas.microsoft.com/office/drawing/2014/main" id="{4053567E-9B73-9E6A-371B-0953B975193F}"/>
                  </a:ext>
                </a:extLst>
              </p:cNvPr>
              <p:cNvPicPr/>
              <p:nvPr/>
            </p:nvPicPr>
            <p:blipFill>
              <a:blip r:embed="rId5"/>
              <a:stretch>
                <a:fillRect/>
              </a:stretch>
            </p:blipFill>
            <p:spPr>
              <a:xfrm>
                <a:off x="4647744" y="59096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14" name="Ink 113">
                <a:extLst>
                  <a:ext uri="{FF2B5EF4-FFF2-40B4-BE49-F238E27FC236}">
                    <a16:creationId xmlns:a16="http://schemas.microsoft.com/office/drawing/2014/main" id="{9FA4CD5D-EE26-1549-F218-AC5781D01A98}"/>
                  </a:ext>
                </a:extLst>
              </p14:cNvPr>
              <p14:cNvContentPartPr/>
              <p14:nvPr/>
            </p14:nvContentPartPr>
            <p14:xfrm>
              <a:off x="4699944" y="5915736"/>
              <a:ext cx="360" cy="360"/>
            </p14:xfrm>
          </p:contentPart>
        </mc:Choice>
        <mc:Fallback xmlns="">
          <p:pic>
            <p:nvPicPr>
              <p:cNvPr id="114" name="Ink 113">
                <a:extLst>
                  <a:ext uri="{FF2B5EF4-FFF2-40B4-BE49-F238E27FC236}">
                    <a16:creationId xmlns:a16="http://schemas.microsoft.com/office/drawing/2014/main" id="{9FA4CD5D-EE26-1549-F218-AC5781D01A98}"/>
                  </a:ext>
                </a:extLst>
              </p:cNvPr>
              <p:cNvPicPr/>
              <p:nvPr/>
            </p:nvPicPr>
            <p:blipFill>
              <a:blip r:embed="rId5"/>
              <a:stretch>
                <a:fillRect/>
              </a:stretch>
            </p:blipFill>
            <p:spPr>
              <a:xfrm>
                <a:off x="4693824" y="5909616"/>
                <a:ext cx="12600" cy="12600"/>
              </a:xfrm>
              <a:prstGeom prst="rect">
                <a:avLst/>
              </a:prstGeom>
            </p:spPr>
          </p:pic>
        </mc:Fallback>
      </mc:AlternateContent>
      <p:sp>
        <p:nvSpPr>
          <p:cNvPr id="115" name="TextBox 114">
            <a:extLst>
              <a:ext uri="{FF2B5EF4-FFF2-40B4-BE49-F238E27FC236}">
                <a16:creationId xmlns:a16="http://schemas.microsoft.com/office/drawing/2014/main" id="{7D822BAE-278C-9FD4-1A62-F9BAE6822BD1}"/>
              </a:ext>
            </a:extLst>
          </p:cNvPr>
          <p:cNvSpPr txBox="1"/>
          <p:nvPr/>
        </p:nvSpPr>
        <p:spPr>
          <a:xfrm>
            <a:off x="4699943" y="5363315"/>
            <a:ext cx="550716" cy="261610"/>
          </a:xfrm>
          <a:prstGeom prst="rect">
            <a:avLst/>
          </a:prstGeom>
          <a:noFill/>
        </p:spPr>
        <p:txBody>
          <a:bodyPr wrap="square" rtlCol="0">
            <a:spAutoFit/>
          </a:bodyPr>
          <a:lstStyle/>
          <a:p>
            <a:r>
              <a:rPr lang="en-US" sz="1100" b="1" dirty="0"/>
              <a:t>21.40</a:t>
            </a:r>
          </a:p>
        </p:txBody>
      </p:sp>
      <p:sp>
        <p:nvSpPr>
          <p:cNvPr id="118" name="TextBox 117">
            <a:extLst>
              <a:ext uri="{FF2B5EF4-FFF2-40B4-BE49-F238E27FC236}">
                <a16:creationId xmlns:a16="http://schemas.microsoft.com/office/drawing/2014/main" id="{667120D0-4D5B-E00D-06E0-CA12BA986AAD}"/>
              </a:ext>
            </a:extLst>
          </p:cNvPr>
          <p:cNvSpPr txBox="1"/>
          <p:nvPr/>
        </p:nvSpPr>
        <p:spPr>
          <a:xfrm>
            <a:off x="4717267" y="5774446"/>
            <a:ext cx="550716" cy="261610"/>
          </a:xfrm>
          <a:prstGeom prst="rect">
            <a:avLst/>
          </a:prstGeom>
          <a:noFill/>
        </p:spPr>
        <p:txBody>
          <a:bodyPr wrap="square" rtlCol="0">
            <a:spAutoFit/>
          </a:bodyPr>
          <a:lstStyle/>
          <a:p>
            <a:r>
              <a:rPr lang="en-US" sz="1100" b="1" dirty="0"/>
              <a:t>15</a:t>
            </a:r>
          </a:p>
        </p:txBody>
      </p:sp>
      <p:sp>
        <p:nvSpPr>
          <p:cNvPr id="120" name="TextBox 119">
            <a:extLst>
              <a:ext uri="{FF2B5EF4-FFF2-40B4-BE49-F238E27FC236}">
                <a16:creationId xmlns:a16="http://schemas.microsoft.com/office/drawing/2014/main" id="{66799F17-D9F4-1852-C4B2-78B053784003}"/>
              </a:ext>
            </a:extLst>
          </p:cNvPr>
          <p:cNvSpPr txBox="1"/>
          <p:nvPr/>
        </p:nvSpPr>
        <p:spPr>
          <a:xfrm>
            <a:off x="1145025" y="6368459"/>
            <a:ext cx="3760071" cy="261610"/>
          </a:xfrm>
          <a:prstGeom prst="rect">
            <a:avLst/>
          </a:prstGeom>
          <a:noFill/>
        </p:spPr>
        <p:txBody>
          <a:bodyPr wrap="square" rtlCol="0">
            <a:spAutoFit/>
          </a:bodyPr>
          <a:lstStyle/>
          <a:p>
            <a:r>
              <a:rPr lang="en-US" sz="1100" b="1" dirty="0"/>
              <a:t>Example of Synthetic Long stock for strike @30</a:t>
            </a:r>
          </a:p>
        </p:txBody>
      </p:sp>
      <mc:AlternateContent xmlns:mc="http://schemas.openxmlformats.org/markup-compatibility/2006" xmlns:p14="http://schemas.microsoft.com/office/powerpoint/2010/main">
        <mc:Choice Requires="p14">
          <p:contentPart p14:bwMode="auto" r:id="rId83">
            <p14:nvContentPartPr>
              <p14:cNvPr id="121" name="Ink 120">
                <a:extLst>
                  <a:ext uri="{FF2B5EF4-FFF2-40B4-BE49-F238E27FC236}">
                    <a16:creationId xmlns:a16="http://schemas.microsoft.com/office/drawing/2014/main" id="{30E5376C-72B6-AF9A-BE83-6B29C95A3C67}"/>
                  </a:ext>
                </a:extLst>
              </p14:cNvPr>
              <p14:cNvContentPartPr/>
              <p14:nvPr/>
            </p14:nvContentPartPr>
            <p14:xfrm>
              <a:off x="3081024" y="5202936"/>
              <a:ext cx="360" cy="360"/>
            </p14:xfrm>
          </p:contentPart>
        </mc:Choice>
        <mc:Fallback xmlns="">
          <p:pic>
            <p:nvPicPr>
              <p:cNvPr id="121" name="Ink 120">
                <a:extLst>
                  <a:ext uri="{FF2B5EF4-FFF2-40B4-BE49-F238E27FC236}">
                    <a16:creationId xmlns:a16="http://schemas.microsoft.com/office/drawing/2014/main" id="{30E5376C-72B6-AF9A-BE83-6B29C95A3C67}"/>
                  </a:ext>
                </a:extLst>
              </p:cNvPr>
              <p:cNvPicPr/>
              <p:nvPr/>
            </p:nvPicPr>
            <p:blipFill>
              <a:blip r:embed="rId5"/>
              <a:stretch>
                <a:fillRect/>
              </a:stretch>
            </p:blipFill>
            <p:spPr>
              <a:xfrm>
                <a:off x="3074904" y="51968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22" name="Ink 121">
                <a:extLst>
                  <a:ext uri="{FF2B5EF4-FFF2-40B4-BE49-F238E27FC236}">
                    <a16:creationId xmlns:a16="http://schemas.microsoft.com/office/drawing/2014/main" id="{F01B8CA2-7ED5-CA0D-8F3E-FCC70FDE442D}"/>
                  </a:ext>
                </a:extLst>
              </p14:cNvPr>
              <p14:cNvContentPartPr/>
              <p14:nvPr/>
            </p14:nvContentPartPr>
            <p14:xfrm>
              <a:off x="3209544" y="5211936"/>
              <a:ext cx="360" cy="360"/>
            </p14:xfrm>
          </p:contentPart>
        </mc:Choice>
        <mc:Fallback xmlns="">
          <p:pic>
            <p:nvPicPr>
              <p:cNvPr id="122" name="Ink 121">
                <a:extLst>
                  <a:ext uri="{FF2B5EF4-FFF2-40B4-BE49-F238E27FC236}">
                    <a16:creationId xmlns:a16="http://schemas.microsoft.com/office/drawing/2014/main" id="{F01B8CA2-7ED5-CA0D-8F3E-FCC70FDE442D}"/>
                  </a:ext>
                </a:extLst>
              </p:cNvPr>
              <p:cNvPicPr/>
              <p:nvPr/>
            </p:nvPicPr>
            <p:blipFill>
              <a:blip r:embed="rId5"/>
              <a:stretch>
                <a:fillRect/>
              </a:stretch>
            </p:blipFill>
            <p:spPr>
              <a:xfrm>
                <a:off x="3203424" y="52058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23" name="Ink 122">
                <a:extLst>
                  <a:ext uri="{FF2B5EF4-FFF2-40B4-BE49-F238E27FC236}">
                    <a16:creationId xmlns:a16="http://schemas.microsoft.com/office/drawing/2014/main" id="{5C424135-9369-B0FA-1A34-CBE068ED1B4C}"/>
                  </a:ext>
                </a:extLst>
              </p14:cNvPr>
              <p14:cNvContentPartPr/>
              <p14:nvPr/>
            </p14:nvContentPartPr>
            <p14:xfrm>
              <a:off x="3337344" y="5211936"/>
              <a:ext cx="360" cy="360"/>
            </p14:xfrm>
          </p:contentPart>
        </mc:Choice>
        <mc:Fallback xmlns="">
          <p:pic>
            <p:nvPicPr>
              <p:cNvPr id="123" name="Ink 122">
                <a:extLst>
                  <a:ext uri="{FF2B5EF4-FFF2-40B4-BE49-F238E27FC236}">
                    <a16:creationId xmlns:a16="http://schemas.microsoft.com/office/drawing/2014/main" id="{5C424135-9369-B0FA-1A34-CBE068ED1B4C}"/>
                  </a:ext>
                </a:extLst>
              </p:cNvPr>
              <p:cNvPicPr/>
              <p:nvPr/>
            </p:nvPicPr>
            <p:blipFill>
              <a:blip r:embed="rId5"/>
              <a:stretch>
                <a:fillRect/>
              </a:stretch>
            </p:blipFill>
            <p:spPr>
              <a:xfrm>
                <a:off x="3331224" y="52058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24" name="Ink 123">
                <a:extLst>
                  <a:ext uri="{FF2B5EF4-FFF2-40B4-BE49-F238E27FC236}">
                    <a16:creationId xmlns:a16="http://schemas.microsoft.com/office/drawing/2014/main" id="{2FC30655-D578-EE0B-75F3-25D082F651B9}"/>
                  </a:ext>
                </a:extLst>
              </p14:cNvPr>
              <p14:cNvContentPartPr/>
              <p14:nvPr/>
            </p14:nvContentPartPr>
            <p14:xfrm>
              <a:off x="3410424" y="5211936"/>
              <a:ext cx="360" cy="360"/>
            </p14:xfrm>
          </p:contentPart>
        </mc:Choice>
        <mc:Fallback xmlns="">
          <p:pic>
            <p:nvPicPr>
              <p:cNvPr id="124" name="Ink 123">
                <a:extLst>
                  <a:ext uri="{FF2B5EF4-FFF2-40B4-BE49-F238E27FC236}">
                    <a16:creationId xmlns:a16="http://schemas.microsoft.com/office/drawing/2014/main" id="{2FC30655-D578-EE0B-75F3-25D082F651B9}"/>
                  </a:ext>
                </a:extLst>
              </p:cNvPr>
              <p:cNvPicPr/>
              <p:nvPr/>
            </p:nvPicPr>
            <p:blipFill>
              <a:blip r:embed="rId5"/>
              <a:stretch>
                <a:fillRect/>
              </a:stretch>
            </p:blipFill>
            <p:spPr>
              <a:xfrm>
                <a:off x="3404304" y="52058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25" name="Ink 124">
                <a:extLst>
                  <a:ext uri="{FF2B5EF4-FFF2-40B4-BE49-F238E27FC236}">
                    <a16:creationId xmlns:a16="http://schemas.microsoft.com/office/drawing/2014/main" id="{D88B2B60-91A3-1F55-657F-BFC8024AAABE}"/>
                  </a:ext>
                </a:extLst>
              </p14:cNvPr>
              <p14:cNvContentPartPr/>
              <p14:nvPr/>
            </p14:nvContentPartPr>
            <p14:xfrm>
              <a:off x="3520224" y="5166216"/>
              <a:ext cx="360" cy="360"/>
            </p14:xfrm>
          </p:contentPart>
        </mc:Choice>
        <mc:Fallback xmlns="">
          <p:pic>
            <p:nvPicPr>
              <p:cNvPr id="125" name="Ink 124">
                <a:extLst>
                  <a:ext uri="{FF2B5EF4-FFF2-40B4-BE49-F238E27FC236}">
                    <a16:creationId xmlns:a16="http://schemas.microsoft.com/office/drawing/2014/main" id="{D88B2B60-91A3-1F55-657F-BFC8024AAABE}"/>
                  </a:ext>
                </a:extLst>
              </p:cNvPr>
              <p:cNvPicPr/>
              <p:nvPr/>
            </p:nvPicPr>
            <p:blipFill>
              <a:blip r:embed="rId5"/>
              <a:stretch>
                <a:fillRect/>
              </a:stretch>
            </p:blipFill>
            <p:spPr>
              <a:xfrm>
                <a:off x="3514104" y="5160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26" name="Ink 125">
                <a:extLst>
                  <a:ext uri="{FF2B5EF4-FFF2-40B4-BE49-F238E27FC236}">
                    <a16:creationId xmlns:a16="http://schemas.microsoft.com/office/drawing/2014/main" id="{6C8E8921-281E-A27B-C3AD-F11814B9AFE2}"/>
                  </a:ext>
                </a:extLst>
              </p14:cNvPr>
              <p14:cNvContentPartPr/>
              <p14:nvPr/>
            </p14:nvContentPartPr>
            <p14:xfrm>
              <a:off x="3621024" y="5147856"/>
              <a:ext cx="360" cy="360"/>
            </p14:xfrm>
          </p:contentPart>
        </mc:Choice>
        <mc:Fallback xmlns="">
          <p:pic>
            <p:nvPicPr>
              <p:cNvPr id="126" name="Ink 125">
                <a:extLst>
                  <a:ext uri="{FF2B5EF4-FFF2-40B4-BE49-F238E27FC236}">
                    <a16:creationId xmlns:a16="http://schemas.microsoft.com/office/drawing/2014/main" id="{6C8E8921-281E-A27B-C3AD-F11814B9AFE2}"/>
                  </a:ext>
                </a:extLst>
              </p:cNvPr>
              <p:cNvPicPr/>
              <p:nvPr/>
            </p:nvPicPr>
            <p:blipFill>
              <a:blip r:embed="rId5"/>
              <a:stretch>
                <a:fillRect/>
              </a:stretch>
            </p:blipFill>
            <p:spPr>
              <a:xfrm>
                <a:off x="3614904" y="51417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27" name="Ink 126">
                <a:extLst>
                  <a:ext uri="{FF2B5EF4-FFF2-40B4-BE49-F238E27FC236}">
                    <a16:creationId xmlns:a16="http://schemas.microsoft.com/office/drawing/2014/main" id="{BDF0DBEE-FF54-0E84-6E41-D50437E863A0}"/>
                  </a:ext>
                </a:extLst>
              </p14:cNvPr>
              <p14:cNvContentPartPr/>
              <p14:nvPr/>
            </p14:nvContentPartPr>
            <p14:xfrm>
              <a:off x="3748824" y="5111136"/>
              <a:ext cx="360" cy="360"/>
            </p14:xfrm>
          </p:contentPart>
        </mc:Choice>
        <mc:Fallback xmlns="">
          <p:pic>
            <p:nvPicPr>
              <p:cNvPr id="127" name="Ink 126">
                <a:extLst>
                  <a:ext uri="{FF2B5EF4-FFF2-40B4-BE49-F238E27FC236}">
                    <a16:creationId xmlns:a16="http://schemas.microsoft.com/office/drawing/2014/main" id="{BDF0DBEE-FF54-0E84-6E41-D50437E863A0}"/>
                  </a:ext>
                </a:extLst>
              </p:cNvPr>
              <p:cNvPicPr/>
              <p:nvPr/>
            </p:nvPicPr>
            <p:blipFill>
              <a:blip r:embed="rId5"/>
              <a:stretch>
                <a:fillRect/>
              </a:stretch>
            </p:blipFill>
            <p:spPr>
              <a:xfrm>
                <a:off x="3742704" y="51050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28" name="Ink 127">
                <a:extLst>
                  <a:ext uri="{FF2B5EF4-FFF2-40B4-BE49-F238E27FC236}">
                    <a16:creationId xmlns:a16="http://schemas.microsoft.com/office/drawing/2014/main" id="{D84E517F-80F3-08B2-552A-387E350AC33D}"/>
                  </a:ext>
                </a:extLst>
              </p14:cNvPr>
              <p14:cNvContentPartPr/>
              <p14:nvPr/>
            </p14:nvContentPartPr>
            <p14:xfrm>
              <a:off x="3822264" y="5138856"/>
              <a:ext cx="360" cy="360"/>
            </p14:xfrm>
          </p:contentPart>
        </mc:Choice>
        <mc:Fallback xmlns="">
          <p:pic>
            <p:nvPicPr>
              <p:cNvPr id="128" name="Ink 127">
                <a:extLst>
                  <a:ext uri="{FF2B5EF4-FFF2-40B4-BE49-F238E27FC236}">
                    <a16:creationId xmlns:a16="http://schemas.microsoft.com/office/drawing/2014/main" id="{D84E517F-80F3-08B2-552A-387E350AC33D}"/>
                  </a:ext>
                </a:extLst>
              </p:cNvPr>
              <p:cNvPicPr/>
              <p:nvPr/>
            </p:nvPicPr>
            <p:blipFill>
              <a:blip r:embed="rId5"/>
              <a:stretch>
                <a:fillRect/>
              </a:stretch>
            </p:blipFill>
            <p:spPr>
              <a:xfrm>
                <a:off x="3816144" y="51327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29" name="Ink 128">
                <a:extLst>
                  <a:ext uri="{FF2B5EF4-FFF2-40B4-BE49-F238E27FC236}">
                    <a16:creationId xmlns:a16="http://schemas.microsoft.com/office/drawing/2014/main" id="{EF46292F-C217-26D5-13F4-FBD8AEE15978}"/>
                  </a:ext>
                </a:extLst>
              </p14:cNvPr>
              <p14:cNvContentPartPr/>
              <p14:nvPr/>
            </p14:nvContentPartPr>
            <p14:xfrm>
              <a:off x="3876624" y="5175216"/>
              <a:ext cx="360" cy="360"/>
            </p14:xfrm>
          </p:contentPart>
        </mc:Choice>
        <mc:Fallback xmlns="">
          <p:pic>
            <p:nvPicPr>
              <p:cNvPr id="129" name="Ink 128">
                <a:extLst>
                  <a:ext uri="{FF2B5EF4-FFF2-40B4-BE49-F238E27FC236}">
                    <a16:creationId xmlns:a16="http://schemas.microsoft.com/office/drawing/2014/main" id="{EF46292F-C217-26D5-13F4-FBD8AEE15978}"/>
                  </a:ext>
                </a:extLst>
              </p:cNvPr>
              <p:cNvPicPr/>
              <p:nvPr/>
            </p:nvPicPr>
            <p:blipFill>
              <a:blip r:embed="rId5"/>
              <a:stretch>
                <a:fillRect/>
              </a:stretch>
            </p:blipFill>
            <p:spPr>
              <a:xfrm>
                <a:off x="3870504" y="5169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30" name="Ink 129">
                <a:extLst>
                  <a:ext uri="{FF2B5EF4-FFF2-40B4-BE49-F238E27FC236}">
                    <a16:creationId xmlns:a16="http://schemas.microsoft.com/office/drawing/2014/main" id="{8E42A74B-7588-E2CE-B668-C22A5B4C76AF}"/>
                  </a:ext>
                </a:extLst>
              </p14:cNvPr>
              <p14:cNvContentPartPr/>
              <p14:nvPr/>
            </p14:nvContentPartPr>
            <p14:xfrm>
              <a:off x="3959064" y="5230296"/>
              <a:ext cx="360" cy="360"/>
            </p14:xfrm>
          </p:contentPart>
        </mc:Choice>
        <mc:Fallback xmlns="">
          <p:pic>
            <p:nvPicPr>
              <p:cNvPr id="130" name="Ink 129">
                <a:extLst>
                  <a:ext uri="{FF2B5EF4-FFF2-40B4-BE49-F238E27FC236}">
                    <a16:creationId xmlns:a16="http://schemas.microsoft.com/office/drawing/2014/main" id="{8E42A74B-7588-E2CE-B668-C22A5B4C76AF}"/>
                  </a:ext>
                </a:extLst>
              </p:cNvPr>
              <p:cNvPicPr/>
              <p:nvPr/>
            </p:nvPicPr>
            <p:blipFill>
              <a:blip r:embed="rId5"/>
              <a:stretch>
                <a:fillRect/>
              </a:stretch>
            </p:blipFill>
            <p:spPr>
              <a:xfrm>
                <a:off x="3952944" y="52241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31" name="Ink 130">
                <a:extLst>
                  <a:ext uri="{FF2B5EF4-FFF2-40B4-BE49-F238E27FC236}">
                    <a16:creationId xmlns:a16="http://schemas.microsoft.com/office/drawing/2014/main" id="{3DAE3581-7631-2664-5FDD-10170B118C24}"/>
                  </a:ext>
                </a:extLst>
              </p14:cNvPr>
              <p14:cNvContentPartPr/>
              <p14:nvPr/>
            </p14:nvContentPartPr>
            <p14:xfrm>
              <a:off x="4041504" y="5266656"/>
              <a:ext cx="360" cy="360"/>
            </p14:xfrm>
          </p:contentPart>
        </mc:Choice>
        <mc:Fallback xmlns="">
          <p:pic>
            <p:nvPicPr>
              <p:cNvPr id="131" name="Ink 130">
                <a:extLst>
                  <a:ext uri="{FF2B5EF4-FFF2-40B4-BE49-F238E27FC236}">
                    <a16:creationId xmlns:a16="http://schemas.microsoft.com/office/drawing/2014/main" id="{3DAE3581-7631-2664-5FDD-10170B118C24}"/>
                  </a:ext>
                </a:extLst>
              </p:cNvPr>
              <p:cNvPicPr/>
              <p:nvPr/>
            </p:nvPicPr>
            <p:blipFill>
              <a:blip r:embed="rId5"/>
              <a:stretch>
                <a:fillRect/>
              </a:stretch>
            </p:blipFill>
            <p:spPr>
              <a:xfrm>
                <a:off x="4035384" y="5260536"/>
                <a:ext cx="12600" cy="12600"/>
              </a:xfrm>
              <a:prstGeom prst="rect">
                <a:avLst/>
              </a:prstGeom>
            </p:spPr>
          </p:pic>
        </mc:Fallback>
      </mc:AlternateContent>
      <p:grpSp>
        <p:nvGrpSpPr>
          <p:cNvPr id="146" name="Group 145">
            <a:extLst>
              <a:ext uri="{FF2B5EF4-FFF2-40B4-BE49-F238E27FC236}">
                <a16:creationId xmlns:a16="http://schemas.microsoft.com/office/drawing/2014/main" id="{59B0266A-C49D-DD57-459D-458FEBF1A10D}"/>
              </a:ext>
            </a:extLst>
          </p:cNvPr>
          <p:cNvGrpSpPr/>
          <p:nvPr/>
        </p:nvGrpSpPr>
        <p:grpSpPr>
          <a:xfrm>
            <a:off x="4142304" y="5275656"/>
            <a:ext cx="45720" cy="360"/>
            <a:chOff x="4142304" y="5275656"/>
            <a:chExt cx="45720" cy="360"/>
          </a:xfrm>
        </p:grpSpPr>
        <mc:AlternateContent xmlns:mc="http://schemas.openxmlformats.org/markup-compatibility/2006" xmlns:p14="http://schemas.microsoft.com/office/powerpoint/2010/main">
          <mc:Choice Requires="p14">
            <p:contentPart p14:bwMode="auto" r:id="rId94">
              <p14:nvContentPartPr>
                <p14:cNvPr id="132" name="Ink 131">
                  <a:extLst>
                    <a:ext uri="{FF2B5EF4-FFF2-40B4-BE49-F238E27FC236}">
                      <a16:creationId xmlns:a16="http://schemas.microsoft.com/office/drawing/2014/main" id="{D3EEC81A-BD0C-3EFD-62F0-20144EA4F752}"/>
                    </a:ext>
                  </a:extLst>
                </p14:cNvPr>
                <p14:cNvContentPartPr/>
                <p14:nvPr/>
              </p14:nvContentPartPr>
              <p14:xfrm>
                <a:off x="4142304" y="5275656"/>
                <a:ext cx="360" cy="360"/>
              </p14:xfrm>
            </p:contentPart>
          </mc:Choice>
          <mc:Fallback xmlns="">
            <p:pic>
              <p:nvPicPr>
                <p:cNvPr id="132" name="Ink 131">
                  <a:extLst>
                    <a:ext uri="{FF2B5EF4-FFF2-40B4-BE49-F238E27FC236}">
                      <a16:creationId xmlns:a16="http://schemas.microsoft.com/office/drawing/2014/main" id="{D3EEC81A-BD0C-3EFD-62F0-20144EA4F752}"/>
                    </a:ext>
                  </a:extLst>
                </p:cNvPr>
                <p:cNvPicPr/>
                <p:nvPr/>
              </p:nvPicPr>
              <p:blipFill>
                <a:blip r:embed="rId5"/>
                <a:stretch>
                  <a:fillRect/>
                </a:stretch>
              </p:blipFill>
              <p:spPr>
                <a:xfrm>
                  <a:off x="4136184" y="52695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33" name="Ink 132">
                  <a:extLst>
                    <a:ext uri="{FF2B5EF4-FFF2-40B4-BE49-F238E27FC236}">
                      <a16:creationId xmlns:a16="http://schemas.microsoft.com/office/drawing/2014/main" id="{2DEA61C4-61C0-610B-CDB2-7D5C1938F8E4}"/>
                    </a:ext>
                  </a:extLst>
                </p14:cNvPr>
                <p14:cNvContentPartPr/>
                <p14:nvPr/>
              </p14:nvContentPartPr>
              <p14:xfrm>
                <a:off x="4187664" y="5275656"/>
                <a:ext cx="360" cy="360"/>
              </p14:xfrm>
            </p:contentPart>
          </mc:Choice>
          <mc:Fallback xmlns="">
            <p:pic>
              <p:nvPicPr>
                <p:cNvPr id="133" name="Ink 132">
                  <a:extLst>
                    <a:ext uri="{FF2B5EF4-FFF2-40B4-BE49-F238E27FC236}">
                      <a16:creationId xmlns:a16="http://schemas.microsoft.com/office/drawing/2014/main" id="{2DEA61C4-61C0-610B-CDB2-7D5C1938F8E4}"/>
                    </a:ext>
                  </a:extLst>
                </p:cNvPr>
                <p:cNvPicPr/>
                <p:nvPr/>
              </p:nvPicPr>
              <p:blipFill>
                <a:blip r:embed="rId5"/>
                <a:stretch>
                  <a:fillRect/>
                </a:stretch>
              </p:blipFill>
              <p:spPr>
                <a:xfrm>
                  <a:off x="4181544" y="526953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6">
            <p14:nvContentPartPr>
              <p14:cNvPr id="134" name="Ink 133">
                <a:extLst>
                  <a:ext uri="{FF2B5EF4-FFF2-40B4-BE49-F238E27FC236}">
                    <a16:creationId xmlns:a16="http://schemas.microsoft.com/office/drawing/2014/main" id="{7731C71F-1EB1-3055-12D2-58D2616141EC}"/>
                  </a:ext>
                </a:extLst>
              </p14:cNvPr>
              <p14:cNvContentPartPr/>
              <p14:nvPr/>
            </p14:nvContentPartPr>
            <p14:xfrm>
              <a:off x="4261104" y="5257296"/>
              <a:ext cx="360" cy="360"/>
            </p14:xfrm>
          </p:contentPart>
        </mc:Choice>
        <mc:Fallback xmlns="">
          <p:pic>
            <p:nvPicPr>
              <p:cNvPr id="134" name="Ink 133">
                <a:extLst>
                  <a:ext uri="{FF2B5EF4-FFF2-40B4-BE49-F238E27FC236}">
                    <a16:creationId xmlns:a16="http://schemas.microsoft.com/office/drawing/2014/main" id="{7731C71F-1EB1-3055-12D2-58D2616141EC}"/>
                  </a:ext>
                </a:extLst>
              </p:cNvPr>
              <p:cNvPicPr/>
              <p:nvPr/>
            </p:nvPicPr>
            <p:blipFill>
              <a:blip r:embed="rId5"/>
              <a:stretch>
                <a:fillRect/>
              </a:stretch>
            </p:blipFill>
            <p:spPr>
              <a:xfrm>
                <a:off x="4254984" y="52511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35" name="Ink 134">
                <a:extLst>
                  <a:ext uri="{FF2B5EF4-FFF2-40B4-BE49-F238E27FC236}">
                    <a16:creationId xmlns:a16="http://schemas.microsoft.com/office/drawing/2014/main" id="{BEFC40DC-AF25-7D69-D189-79E60143C51F}"/>
                  </a:ext>
                </a:extLst>
              </p14:cNvPr>
              <p14:cNvContentPartPr/>
              <p14:nvPr/>
            </p14:nvContentPartPr>
            <p14:xfrm>
              <a:off x="4343184" y="5221296"/>
              <a:ext cx="360" cy="360"/>
            </p14:xfrm>
          </p:contentPart>
        </mc:Choice>
        <mc:Fallback xmlns="">
          <p:pic>
            <p:nvPicPr>
              <p:cNvPr id="135" name="Ink 134">
                <a:extLst>
                  <a:ext uri="{FF2B5EF4-FFF2-40B4-BE49-F238E27FC236}">
                    <a16:creationId xmlns:a16="http://schemas.microsoft.com/office/drawing/2014/main" id="{BEFC40DC-AF25-7D69-D189-79E60143C51F}"/>
                  </a:ext>
                </a:extLst>
              </p:cNvPr>
              <p:cNvPicPr/>
              <p:nvPr/>
            </p:nvPicPr>
            <p:blipFill>
              <a:blip r:embed="rId5"/>
              <a:stretch>
                <a:fillRect/>
              </a:stretch>
            </p:blipFill>
            <p:spPr>
              <a:xfrm>
                <a:off x="4337064" y="52151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36" name="Ink 135">
                <a:extLst>
                  <a:ext uri="{FF2B5EF4-FFF2-40B4-BE49-F238E27FC236}">
                    <a16:creationId xmlns:a16="http://schemas.microsoft.com/office/drawing/2014/main" id="{88FB88AA-FF78-C88B-4B87-D6850DBB32D3}"/>
                  </a:ext>
                </a:extLst>
              </p14:cNvPr>
              <p14:cNvContentPartPr/>
              <p14:nvPr/>
            </p14:nvContentPartPr>
            <p14:xfrm>
              <a:off x="4370544" y="5193576"/>
              <a:ext cx="360" cy="360"/>
            </p14:xfrm>
          </p:contentPart>
        </mc:Choice>
        <mc:Fallback xmlns="">
          <p:pic>
            <p:nvPicPr>
              <p:cNvPr id="136" name="Ink 135">
                <a:extLst>
                  <a:ext uri="{FF2B5EF4-FFF2-40B4-BE49-F238E27FC236}">
                    <a16:creationId xmlns:a16="http://schemas.microsoft.com/office/drawing/2014/main" id="{88FB88AA-FF78-C88B-4B87-D6850DBB32D3}"/>
                  </a:ext>
                </a:extLst>
              </p:cNvPr>
              <p:cNvPicPr/>
              <p:nvPr/>
            </p:nvPicPr>
            <p:blipFill>
              <a:blip r:embed="rId5"/>
              <a:stretch>
                <a:fillRect/>
              </a:stretch>
            </p:blipFill>
            <p:spPr>
              <a:xfrm>
                <a:off x="4364424" y="51874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37" name="Ink 136">
                <a:extLst>
                  <a:ext uri="{FF2B5EF4-FFF2-40B4-BE49-F238E27FC236}">
                    <a16:creationId xmlns:a16="http://schemas.microsoft.com/office/drawing/2014/main" id="{FB404D02-48E9-E6E5-D660-31F7BD9F3DDF}"/>
                  </a:ext>
                </a:extLst>
              </p14:cNvPr>
              <p14:cNvContentPartPr/>
              <p14:nvPr/>
            </p14:nvContentPartPr>
            <p14:xfrm>
              <a:off x="4452984" y="5138856"/>
              <a:ext cx="360" cy="360"/>
            </p14:xfrm>
          </p:contentPart>
        </mc:Choice>
        <mc:Fallback xmlns="">
          <p:pic>
            <p:nvPicPr>
              <p:cNvPr id="137" name="Ink 136">
                <a:extLst>
                  <a:ext uri="{FF2B5EF4-FFF2-40B4-BE49-F238E27FC236}">
                    <a16:creationId xmlns:a16="http://schemas.microsoft.com/office/drawing/2014/main" id="{FB404D02-48E9-E6E5-D660-31F7BD9F3DDF}"/>
                  </a:ext>
                </a:extLst>
              </p:cNvPr>
              <p:cNvPicPr/>
              <p:nvPr/>
            </p:nvPicPr>
            <p:blipFill>
              <a:blip r:embed="rId5"/>
              <a:stretch>
                <a:fillRect/>
              </a:stretch>
            </p:blipFill>
            <p:spPr>
              <a:xfrm>
                <a:off x="4446864" y="51327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38" name="Ink 137">
                <a:extLst>
                  <a:ext uri="{FF2B5EF4-FFF2-40B4-BE49-F238E27FC236}">
                    <a16:creationId xmlns:a16="http://schemas.microsoft.com/office/drawing/2014/main" id="{226ACDBD-C8E2-E589-C976-DF7F2DA0C62A}"/>
                  </a:ext>
                </a:extLst>
              </p14:cNvPr>
              <p14:cNvContentPartPr/>
              <p14:nvPr/>
            </p14:nvContentPartPr>
            <p14:xfrm>
              <a:off x="4498704" y="5129496"/>
              <a:ext cx="360" cy="360"/>
            </p14:xfrm>
          </p:contentPart>
        </mc:Choice>
        <mc:Fallback xmlns="">
          <p:pic>
            <p:nvPicPr>
              <p:cNvPr id="138" name="Ink 137">
                <a:extLst>
                  <a:ext uri="{FF2B5EF4-FFF2-40B4-BE49-F238E27FC236}">
                    <a16:creationId xmlns:a16="http://schemas.microsoft.com/office/drawing/2014/main" id="{226ACDBD-C8E2-E589-C976-DF7F2DA0C62A}"/>
                  </a:ext>
                </a:extLst>
              </p:cNvPr>
              <p:cNvPicPr/>
              <p:nvPr/>
            </p:nvPicPr>
            <p:blipFill>
              <a:blip r:embed="rId5"/>
              <a:stretch>
                <a:fillRect/>
              </a:stretch>
            </p:blipFill>
            <p:spPr>
              <a:xfrm>
                <a:off x="4492584" y="5123376"/>
                <a:ext cx="12600" cy="12600"/>
              </a:xfrm>
              <a:prstGeom prst="rect">
                <a:avLst/>
              </a:prstGeom>
            </p:spPr>
          </p:pic>
        </mc:Fallback>
      </mc:AlternateContent>
      <p:grpSp>
        <p:nvGrpSpPr>
          <p:cNvPr id="145" name="Group 144">
            <a:extLst>
              <a:ext uri="{FF2B5EF4-FFF2-40B4-BE49-F238E27FC236}">
                <a16:creationId xmlns:a16="http://schemas.microsoft.com/office/drawing/2014/main" id="{F8879988-52C3-D618-4F11-2C0233BFAA31}"/>
              </a:ext>
            </a:extLst>
          </p:cNvPr>
          <p:cNvGrpSpPr/>
          <p:nvPr/>
        </p:nvGrpSpPr>
        <p:grpSpPr>
          <a:xfrm>
            <a:off x="4608504" y="5120496"/>
            <a:ext cx="9360" cy="360"/>
            <a:chOff x="4608504" y="5120496"/>
            <a:chExt cx="9360" cy="360"/>
          </a:xfrm>
        </p:grpSpPr>
        <mc:AlternateContent xmlns:mc="http://schemas.openxmlformats.org/markup-compatibility/2006" xmlns:p14="http://schemas.microsoft.com/office/powerpoint/2010/main">
          <mc:Choice Requires="p14">
            <p:contentPart p14:bwMode="auto" r:id="rId101">
              <p14:nvContentPartPr>
                <p14:cNvPr id="139" name="Ink 138">
                  <a:extLst>
                    <a:ext uri="{FF2B5EF4-FFF2-40B4-BE49-F238E27FC236}">
                      <a16:creationId xmlns:a16="http://schemas.microsoft.com/office/drawing/2014/main" id="{8B3CB20A-992B-8522-02B7-D3D91CFE95E4}"/>
                    </a:ext>
                  </a:extLst>
                </p14:cNvPr>
                <p14:cNvContentPartPr/>
                <p14:nvPr/>
              </p14:nvContentPartPr>
              <p14:xfrm>
                <a:off x="4608504" y="5120496"/>
                <a:ext cx="360" cy="360"/>
              </p14:xfrm>
            </p:contentPart>
          </mc:Choice>
          <mc:Fallback xmlns="">
            <p:pic>
              <p:nvPicPr>
                <p:cNvPr id="139" name="Ink 138">
                  <a:extLst>
                    <a:ext uri="{FF2B5EF4-FFF2-40B4-BE49-F238E27FC236}">
                      <a16:creationId xmlns:a16="http://schemas.microsoft.com/office/drawing/2014/main" id="{8B3CB20A-992B-8522-02B7-D3D91CFE95E4}"/>
                    </a:ext>
                  </a:extLst>
                </p:cNvPr>
                <p:cNvPicPr/>
                <p:nvPr/>
              </p:nvPicPr>
              <p:blipFill>
                <a:blip r:embed="rId5"/>
                <a:stretch>
                  <a:fillRect/>
                </a:stretch>
              </p:blipFill>
              <p:spPr>
                <a:xfrm>
                  <a:off x="4602384" y="51143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40" name="Ink 139">
                  <a:extLst>
                    <a:ext uri="{FF2B5EF4-FFF2-40B4-BE49-F238E27FC236}">
                      <a16:creationId xmlns:a16="http://schemas.microsoft.com/office/drawing/2014/main" id="{3A8DC508-FC0A-227A-AECA-3B9B14066702}"/>
                    </a:ext>
                  </a:extLst>
                </p14:cNvPr>
                <p14:cNvContentPartPr/>
                <p14:nvPr/>
              </p14:nvContentPartPr>
              <p14:xfrm>
                <a:off x="4617504" y="5120496"/>
                <a:ext cx="360" cy="360"/>
              </p14:xfrm>
            </p:contentPart>
          </mc:Choice>
          <mc:Fallback xmlns="">
            <p:pic>
              <p:nvPicPr>
                <p:cNvPr id="140" name="Ink 139">
                  <a:extLst>
                    <a:ext uri="{FF2B5EF4-FFF2-40B4-BE49-F238E27FC236}">
                      <a16:creationId xmlns:a16="http://schemas.microsoft.com/office/drawing/2014/main" id="{3A8DC508-FC0A-227A-AECA-3B9B14066702}"/>
                    </a:ext>
                  </a:extLst>
                </p:cNvPr>
                <p:cNvPicPr/>
                <p:nvPr/>
              </p:nvPicPr>
              <p:blipFill>
                <a:blip r:embed="rId5"/>
                <a:stretch>
                  <a:fillRect/>
                </a:stretch>
              </p:blipFill>
              <p:spPr>
                <a:xfrm>
                  <a:off x="4611384" y="511437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3">
            <p14:nvContentPartPr>
              <p14:cNvPr id="141" name="Ink 140">
                <a:extLst>
                  <a:ext uri="{FF2B5EF4-FFF2-40B4-BE49-F238E27FC236}">
                    <a16:creationId xmlns:a16="http://schemas.microsoft.com/office/drawing/2014/main" id="{81038AFA-DA5B-969B-F0E2-F4D14B555FE5}"/>
                  </a:ext>
                </a:extLst>
              </p14:cNvPr>
              <p14:cNvContentPartPr/>
              <p14:nvPr/>
            </p14:nvContentPartPr>
            <p14:xfrm>
              <a:off x="4681584" y="5166216"/>
              <a:ext cx="360" cy="360"/>
            </p14:xfrm>
          </p:contentPart>
        </mc:Choice>
        <mc:Fallback xmlns="">
          <p:pic>
            <p:nvPicPr>
              <p:cNvPr id="141" name="Ink 140">
                <a:extLst>
                  <a:ext uri="{FF2B5EF4-FFF2-40B4-BE49-F238E27FC236}">
                    <a16:creationId xmlns:a16="http://schemas.microsoft.com/office/drawing/2014/main" id="{81038AFA-DA5B-969B-F0E2-F4D14B555FE5}"/>
                  </a:ext>
                </a:extLst>
              </p:cNvPr>
              <p:cNvPicPr/>
              <p:nvPr/>
            </p:nvPicPr>
            <p:blipFill>
              <a:blip r:embed="rId5"/>
              <a:stretch>
                <a:fillRect/>
              </a:stretch>
            </p:blipFill>
            <p:spPr>
              <a:xfrm>
                <a:off x="4675464" y="5160096"/>
                <a:ext cx="12600" cy="12600"/>
              </a:xfrm>
              <a:prstGeom prst="rect">
                <a:avLst/>
              </a:prstGeom>
            </p:spPr>
          </p:pic>
        </mc:Fallback>
      </mc:AlternateContent>
      <p:grpSp>
        <p:nvGrpSpPr>
          <p:cNvPr id="144" name="Group 143">
            <a:extLst>
              <a:ext uri="{FF2B5EF4-FFF2-40B4-BE49-F238E27FC236}">
                <a16:creationId xmlns:a16="http://schemas.microsoft.com/office/drawing/2014/main" id="{FE0C41AC-D2E4-6334-772B-997D99841FA8}"/>
              </a:ext>
            </a:extLst>
          </p:cNvPr>
          <p:cNvGrpSpPr/>
          <p:nvPr/>
        </p:nvGrpSpPr>
        <p:grpSpPr>
          <a:xfrm>
            <a:off x="4736304" y="5166216"/>
            <a:ext cx="18720" cy="360"/>
            <a:chOff x="4736304" y="5166216"/>
            <a:chExt cx="18720" cy="360"/>
          </a:xfrm>
        </p:grpSpPr>
        <mc:AlternateContent xmlns:mc="http://schemas.openxmlformats.org/markup-compatibility/2006" xmlns:p14="http://schemas.microsoft.com/office/powerpoint/2010/main">
          <mc:Choice Requires="p14">
            <p:contentPart p14:bwMode="auto" r:id="rId104">
              <p14:nvContentPartPr>
                <p14:cNvPr id="142" name="Ink 141">
                  <a:extLst>
                    <a:ext uri="{FF2B5EF4-FFF2-40B4-BE49-F238E27FC236}">
                      <a16:creationId xmlns:a16="http://schemas.microsoft.com/office/drawing/2014/main" id="{8E31A8E9-36F1-FAC9-F57E-613D9D3FAB7D}"/>
                    </a:ext>
                  </a:extLst>
                </p14:cNvPr>
                <p14:cNvContentPartPr/>
                <p14:nvPr/>
              </p14:nvContentPartPr>
              <p14:xfrm>
                <a:off x="4736304" y="5166216"/>
                <a:ext cx="360" cy="360"/>
              </p14:xfrm>
            </p:contentPart>
          </mc:Choice>
          <mc:Fallback xmlns="">
            <p:pic>
              <p:nvPicPr>
                <p:cNvPr id="142" name="Ink 141">
                  <a:extLst>
                    <a:ext uri="{FF2B5EF4-FFF2-40B4-BE49-F238E27FC236}">
                      <a16:creationId xmlns:a16="http://schemas.microsoft.com/office/drawing/2014/main" id="{8E31A8E9-36F1-FAC9-F57E-613D9D3FAB7D}"/>
                    </a:ext>
                  </a:extLst>
                </p:cNvPr>
                <p:cNvPicPr/>
                <p:nvPr/>
              </p:nvPicPr>
              <p:blipFill>
                <a:blip r:embed="rId5"/>
                <a:stretch>
                  <a:fillRect/>
                </a:stretch>
              </p:blipFill>
              <p:spPr>
                <a:xfrm>
                  <a:off x="4730184" y="5160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43" name="Ink 142">
                  <a:extLst>
                    <a:ext uri="{FF2B5EF4-FFF2-40B4-BE49-F238E27FC236}">
                      <a16:creationId xmlns:a16="http://schemas.microsoft.com/office/drawing/2014/main" id="{78CC3DA5-1AF0-D1E7-782E-52A61BCA3659}"/>
                    </a:ext>
                  </a:extLst>
                </p14:cNvPr>
                <p14:cNvContentPartPr/>
                <p14:nvPr/>
              </p14:nvContentPartPr>
              <p14:xfrm>
                <a:off x="4754664" y="5166216"/>
                <a:ext cx="360" cy="360"/>
              </p14:xfrm>
            </p:contentPart>
          </mc:Choice>
          <mc:Fallback xmlns="">
            <p:pic>
              <p:nvPicPr>
                <p:cNvPr id="143" name="Ink 142">
                  <a:extLst>
                    <a:ext uri="{FF2B5EF4-FFF2-40B4-BE49-F238E27FC236}">
                      <a16:creationId xmlns:a16="http://schemas.microsoft.com/office/drawing/2014/main" id="{78CC3DA5-1AF0-D1E7-782E-52A61BCA3659}"/>
                    </a:ext>
                  </a:extLst>
                </p:cNvPr>
                <p:cNvPicPr/>
                <p:nvPr/>
              </p:nvPicPr>
              <p:blipFill>
                <a:blip r:embed="rId5"/>
                <a:stretch>
                  <a:fillRect/>
                </a:stretch>
              </p:blipFill>
              <p:spPr>
                <a:xfrm>
                  <a:off x="4748544" y="516009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6">
            <p14:nvContentPartPr>
              <p14:cNvPr id="147" name="Ink 146">
                <a:extLst>
                  <a:ext uri="{FF2B5EF4-FFF2-40B4-BE49-F238E27FC236}">
                    <a16:creationId xmlns:a16="http://schemas.microsoft.com/office/drawing/2014/main" id="{8AECD1B1-83DA-CAAA-6B57-7947469E8E51}"/>
                  </a:ext>
                </a:extLst>
              </p14:cNvPr>
              <p14:cNvContentPartPr/>
              <p14:nvPr/>
            </p14:nvContentPartPr>
            <p14:xfrm>
              <a:off x="3739464" y="5221296"/>
              <a:ext cx="360" cy="360"/>
            </p14:xfrm>
          </p:contentPart>
        </mc:Choice>
        <mc:Fallback xmlns="">
          <p:pic>
            <p:nvPicPr>
              <p:cNvPr id="147" name="Ink 146">
                <a:extLst>
                  <a:ext uri="{FF2B5EF4-FFF2-40B4-BE49-F238E27FC236}">
                    <a16:creationId xmlns:a16="http://schemas.microsoft.com/office/drawing/2014/main" id="{8AECD1B1-83DA-CAAA-6B57-7947469E8E51}"/>
                  </a:ext>
                </a:extLst>
              </p:cNvPr>
              <p:cNvPicPr/>
              <p:nvPr/>
            </p:nvPicPr>
            <p:blipFill>
              <a:blip r:embed="rId5"/>
              <a:stretch>
                <a:fillRect/>
              </a:stretch>
            </p:blipFill>
            <p:spPr>
              <a:xfrm>
                <a:off x="3733344" y="52151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48" name="Ink 147">
                <a:extLst>
                  <a:ext uri="{FF2B5EF4-FFF2-40B4-BE49-F238E27FC236}">
                    <a16:creationId xmlns:a16="http://schemas.microsoft.com/office/drawing/2014/main" id="{65D1FADC-E473-DEED-6789-DAD7056F203B}"/>
                  </a:ext>
                </a:extLst>
              </p14:cNvPr>
              <p14:cNvContentPartPr/>
              <p14:nvPr/>
            </p14:nvContentPartPr>
            <p14:xfrm>
              <a:off x="4005144" y="5193576"/>
              <a:ext cx="360" cy="360"/>
            </p14:xfrm>
          </p:contentPart>
        </mc:Choice>
        <mc:Fallback xmlns="">
          <p:pic>
            <p:nvPicPr>
              <p:cNvPr id="148" name="Ink 147">
                <a:extLst>
                  <a:ext uri="{FF2B5EF4-FFF2-40B4-BE49-F238E27FC236}">
                    <a16:creationId xmlns:a16="http://schemas.microsoft.com/office/drawing/2014/main" id="{65D1FADC-E473-DEED-6789-DAD7056F203B}"/>
                  </a:ext>
                </a:extLst>
              </p:cNvPr>
              <p:cNvPicPr/>
              <p:nvPr/>
            </p:nvPicPr>
            <p:blipFill>
              <a:blip r:embed="rId5"/>
              <a:stretch>
                <a:fillRect/>
              </a:stretch>
            </p:blipFill>
            <p:spPr>
              <a:xfrm>
                <a:off x="3999024" y="51874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49" name="Ink 148">
                <a:extLst>
                  <a:ext uri="{FF2B5EF4-FFF2-40B4-BE49-F238E27FC236}">
                    <a16:creationId xmlns:a16="http://schemas.microsoft.com/office/drawing/2014/main" id="{399AE519-32DF-3CBE-F7C5-38A7BF823316}"/>
                  </a:ext>
                </a:extLst>
              </p14:cNvPr>
              <p14:cNvContentPartPr/>
              <p14:nvPr/>
            </p14:nvContentPartPr>
            <p14:xfrm>
              <a:off x="4105584" y="5175216"/>
              <a:ext cx="360" cy="360"/>
            </p14:xfrm>
          </p:contentPart>
        </mc:Choice>
        <mc:Fallback xmlns="">
          <p:pic>
            <p:nvPicPr>
              <p:cNvPr id="149" name="Ink 148">
                <a:extLst>
                  <a:ext uri="{FF2B5EF4-FFF2-40B4-BE49-F238E27FC236}">
                    <a16:creationId xmlns:a16="http://schemas.microsoft.com/office/drawing/2014/main" id="{399AE519-32DF-3CBE-F7C5-38A7BF823316}"/>
                  </a:ext>
                </a:extLst>
              </p:cNvPr>
              <p:cNvPicPr/>
              <p:nvPr/>
            </p:nvPicPr>
            <p:blipFill>
              <a:blip r:embed="rId5"/>
              <a:stretch>
                <a:fillRect/>
              </a:stretch>
            </p:blipFill>
            <p:spPr>
              <a:xfrm>
                <a:off x="4099464" y="5169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50" name="Ink 149">
                <a:extLst>
                  <a:ext uri="{FF2B5EF4-FFF2-40B4-BE49-F238E27FC236}">
                    <a16:creationId xmlns:a16="http://schemas.microsoft.com/office/drawing/2014/main" id="{CFFFC72E-0274-E1E9-1AF8-1A6C126DC066}"/>
                  </a:ext>
                </a:extLst>
              </p14:cNvPr>
              <p14:cNvContentPartPr/>
              <p14:nvPr/>
            </p14:nvContentPartPr>
            <p14:xfrm>
              <a:off x="4169304" y="5166216"/>
              <a:ext cx="360" cy="360"/>
            </p14:xfrm>
          </p:contentPart>
        </mc:Choice>
        <mc:Fallback xmlns="">
          <p:pic>
            <p:nvPicPr>
              <p:cNvPr id="150" name="Ink 149">
                <a:extLst>
                  <a:ext uri="{FF2B5EF4-FFF2-40B4-BE49-F238E27FC236}">
                    <a16:creationId xmlns:a16="http://schemas.microsoft.com/office/drawing/2014/main" id="{CFFFC72E-0274-E1E9-1AF8-1A6C126DC066}"/>
                  </a:ext>
                </a:extLst>
              </p:cNvPr>
              <p:cNvPicPr/>
              <p:nvPr/>
            </p:nvPicPr>
            <p:blipFill>
              <a:blip r:embed="rId5"/>
              <a:stretch>
                <a:fillRect/>
              </a:stretch>
            </p:blipFill>
            <p:spPr>
              <a:xfrm>
                <a:off x="4163184" y="5160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51" name="Ink 150">
                <a:extLst>
                  <a:ext uri="{FF2B5EF4-FFF2-40B4-BE49-F238E27FC236}">
                    <a16:creationId xmlns:a16="http://schemas.microsoft.com/office/drawing/2014/main" id="{F435A8BA-F889-FDD1-C467-5E1296491492}"/>
                  </a:ext>
                </a:extLst>
              </p14:cNvPr>
              <p14:cNvContentPartPr/>
              <p14:nvPr/>
            </p14:nvContentPartPr>
            <p14:xfrm>
              <a:off x="4105584" y="5184576"/>
              <a:ext cx="360" cy="360"/>
            </p14:xfrm>
          </p:contentPart>
        </mc:Choice>
        <mc:Fallback xmlns="">
          <p:pic>
            <p:nvPicPr>
              <p:cNvPr id="151" name="Ink 150">
                <a:extLst>
                  <a:ext uri="{FF2B5EF4-FFF2-40B4-BE49-F238E27FC236}">
                    <a16:creationId xmlns:a16="http://schemas.microsoft.com/office/drawing/2014/main" id="{F435A8BA-F889-FDD1-C467-5E1296491492}"/>
                  </a:ext>
                </a:extLst>
              </p:cNvPr>
              <p:cNvPicPr/>
              <p:nvPr/>
            </p:nvPicPr>
            <p:blipFill>
              <a:blip r:embed="rId5"/>
              <a:stretch>
                <a:fillRect/>
              </a:stretch>
            </p:blipFill>
            <p:spPr>
              <a:xfrm>
                <a:off x="4099464" y="51784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52" name="Ink 151">
                <a:extLst>
                  <a:ext uri="{FF2B5EF4-FFF2-40B4-BE49-F238E27FC236}">
                    <a16:creationId xmlns:a16="http://schemas.microsoft.com/office/drawing/2014/main" id="{A6318DE9-1D87-B6FB-BB67-709519F82498}"/>
                  </a:ext>
                </a:extLst>
              </p14:cNvPr>
              <p14:cNvContentPartPr/>
              <p14:nvPr/>
            </p14:nvContentPartPr>
            <p14:xfrm>
              <a:off x="4690584" y="5147856"/>
              <a:ext cx="360" cy="360"/>
            </p14:xfrm>
          </p:contentPart>
        </mc:Choice>
        <mc:Fallback xmlns="">
          <p:pic>
            <p:nvPicPr>
              <p:cNvPr id="152" name="Ink 151">
                <a:extLst>
                  <a:ext uri="{FF2B5EF4-FFF2-40B4-BE49-F238E27FC236}">
                    <a16:creationId xmlns:a16="http://schemas.microsoft.com/office/drawing/2014/main" id="{A6318DE9-1D87-B6FB-BB67-709519F82498}"/>
                  </a:ext>
                </a:extLst>
              </p:cNvPr>
              <p:cNvPicPr/>
              <p:nvPr/>
            </p:nvPicPr>
            <p:blipFill>
              <a:blip r:embed="rId5"/>
              <a:stretch>
                <a:fillRect/>
              </a:stretch>
            </p:blipFill>
            <p:spPr>
              <a:xfrm>
                <a:off x="4684464" y="51417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53" name="Ink 152">
                <a:extLst>
                  <a:ext uri="{FF2B5EF4-FFF2-40B4-BE49-F238E27FC236}">
                    <a16:creationId xmlns:a16="http://schemas.microsoft.com/office/drawing/2014/main" id="{C284FB62-2C43-F778-86F7-6B37D8CC398C}"/>
                  </a:ext>
                </a:extLst>
              </p14:cNvPr>
              <p14:cNvContentPartPr/>
              <p14:nvPr/>
            </p14:nvContentPartPr>
            <p14:xfrm>
              <a:off x="4617504" y="5504616"/>
              <a:ext cx="360" cy="360"/>
            </p14:xfrm>
          </p:contentPart>
        </mc:Choice>
        <mc:Fallback xmlns="">
          <p:pic>
            <p:nvPicPr>
              <p:cNvPr id="153" name="Ink 152">
                <a:extLst>
                  <a:ext uri="{FF2B5EF4-FFF2-40B4-BE49-F238E27FC236}">
                    <a16:creationId xmlns:a16="http://schemas.microsoft.com/office/drawing/2014/main" id="{C284FB62-2C43-F778-86F7-6B37D8CC398C}"/>
                  </a:ext>
                </a:extLst>
              </p:cNvPr>
              <p:cNvPicPr/>
              <p:nvPr/>
            </p:nvPicPr>
            <p:blipFill>
              <a:blip r:embed="rId5"/>
              <a:stretch>
                <a:fillRect/>
              </a:stretch>
            </p:blipFill>
            <p:spPr>
              <a:xfrm>
                <a:off x="4611384" y="54984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54" name="Ink 153">
                <a:extLst>
                  <a:ext uri="{FF2B5EF4-FFF2-40B4-BE49-F238E27FC236}">
                    <a16:creationId xmlns:a16="http://schemas.microsoft.com/office/drawing/2014/main" id="{11E76105-1316-9049-41E6-7C28CD63A8D0}"/>
                  </a:ext>
                </a:extLst>
              </p14:cNvPr>
              <p14:cNvContentPartPr/>
              <p14:nvPr/>
            </p14:nvContentPartPr>
            <p14:xfrm>
              <a:off x="3639024" y="4736376"/>
              <a:ext cx="360" cy="360"/>
            </p14:xfrm>
          </p:contentPart>
        </mc:Choice>
        <mc:Fallback xmlns="">
          <p:pic>
            <p:nvPicPr>
              <p:cNvPr id="154" name="Ink 153">
                <a:extLst>
                  <a:ext uri="{FF2B5EF4-FFF2-40B4-BE49-F238E27FC236}">
                    <a16:creationId xmlns:a16="http://schemas.microsoft.com/office/drawing/2014/main" id="{11E76105-1316-9049-41E6-7C28CD63A8D0}"/>
                  </a:ext>
                </a:extLst>
              </p:cNvPr>
              <p:cNvPicPr/>
              <p:nvPr/>
            </p:nvPicPr>
            <p:blipFill>
              <a:blip r:embed="rId5"/>
              <a:stretch>
                <a:fillRect/>
              </a:stretch>
            </p:blipFill>
            <p:spPr>
              <a:xfrm>
                <a:off x="3632904" y="47302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55" name="Ink 154">
                <a:extLst>
                  <a:ext uri="{FF2B5EF4-FFF2-40B4-BE49-F238E27FC236}">
                    <a16:creationId xmlns:a16="http://schemas.microsoft.com/office/drawing/2014/main" id="{B08737E4-28B7-8C20-DA4C-B0EBB2A56E50}"/>
                  </a:ext>
                </a:extLst>
              </p14:cNvPr>
              <p14:cNvContentPartPr/>
              <p14:nvPr/>
            </p14:nvContentPartPr>
            <p14:xfrm>
              <a:off x="4462344" y="4791096"/>
              <a:ext cx="360" cy="360"/>
            </p14:xfrm>
          </p:contentPart>
        </mc:Choice>
        <mc:Fallback xmlns="">
          <p:pic>
            <p:nvPicPr>
              <p:cNvPr id="155" name="Ink 154">
                <a:extLst>
                  <a:ext uri="{FF2B5EF4-FFF2-40B4-BE49-F238E27FC236}">
                    <a16:creationId xmlns:a16="http://schemas.microsoft.com/office/drawing/2014/main" id="{B08737E4-28B7-8C20-DA4C-B0EBB2A56E50}"/>
                  </a:ext>
                </a:extLst>
              </p:cNvPr>
              <p:cNvPicPr/>
              <p:nvPr/>
            </p:nvPicPr>
            <p:blipFill>
              <a:blip r:embed="rId5"/>
              <a:stretch>
                <a:fillRect/>
              </a:stretch>
            </p:blipFill>
            <p:spPr>
              <a:xfrm>
                <a:off x="4456224" y="4784976"/>
                <a:ext cx="12600" cy="12600"/>
              </a:xfrm>
              <a:prstGeom prst="rect">
                <a:avLst/>
              </a:prstGeom>
            </p:spPr>
          </p:pic>
        </mc:Fallback>
      </mc:AlternateContent>
    </p:spTree>
    <p:extLst>
      <p:ext uri="{BB962C8B-B14F-4D97-AF65-F5344CB8AC3E}">
        <p14:creationId xmlns:p14="http://schemas.microsoft.com/office/powerpoint/2010/main" val="33301652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C9719-B6D0-AA9B-AFAA-246BEF9E53DD}"/>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BBAB5609-0816-6924-C887-1066C929F648}"/>
              </a:ext>
            </a:extLst>
          </p:cNvPr>
          <p:cNvSpPr txBox="1">
            <a:spLocks/>
          </p:cNvSpPr>
          <p:nvPr/>
        </p:nvSpPr>
        <p:spPr>
          <a:xfrm>
            <a:off x="118872" y="58901"/>
            <a:ext cx="11740896" cy="670772"/>
          </a:xfrm>
          <a:prstGeom prst="rect">
            <a:avLst/>
          </a:prstGeom>
          <a:solidFill>
            <a:schemeClr val="accent2">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t>Synthetic Long Stock - 2</a:t>
            </a:r>
          </a:p>
          <a:p>
            <a:pPr marL="0" indent="0" algn="ctr">
              <a:buNone/>
            </a:pPr>
            <a:r>
              <a:rPr lang="en-US" sz="1600" b="1" dirty="0"/>
              <a:t>When you think stock has bottomed or near the bottom and you are bullish for the stock price at around expiry</a:t>
            </a:r>
          </a:p>
        </p:txBody>
      </p:sp>
      <p:sp>
        <p:nvSpPr>
          <p:cNvPr id="5" name="Content Placeholder 3">
            <a:extLst>
              <a:ext uri="{FF2B5EF4-FFF2-40B4-BE49-F238E27FC236}">
                <a16:creationId xmlns:a16="http://schemas.microsoft.com/office/drawing/2014/main" id="{F5288833-AC36-DA9C-435F-FD82393DC648}"/>
              </a:ext>
            </a:extLst>
          </p:cNvPr>
          <p:cNvSpPr txBox="1">
            <a:spLocks/>
          </p:cNvSpPr>
          <p:nvPr/>
        </p:nvSpPr>
        <p:spPr>
          <a:xfrm>
            <a:off x="4885316" y="729673"/>
            <a:ext cx="7129540" cy="6040147"/>
          </a:xfrm>
          <a:prstGeom prst="rect">
            <a:avLst/>
          </a:prstGeom>
          <a:noFill/>
          <a:ln w="12700">
            <a:solidFill>
              <a:schemeClr val="tx1"/>
            </a:solidFill>
          </a:ln>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b="1" u="sng" dirty="0"/>
              <a:t>Case 1: SOFI goes to $40</a:t>
            </a:r>
            <a:r>
              <a:rPr lang="en-US" sz="1500" b="1" u="sng" dirty="0">
                <a:solidFill>
                  <a:srgbClr val="00B050"/>
                </a:solidFill>
              </a:rPr>
              <a:t> You gain ($40-$27) – 2.00 = 11 vs $40 - 27.50 = 12.50, so your gain is slightly less b/c of your net debit at the time of putting the strategy</a:t>
            </a:r>
          </a:p>
          <a:p>
            <a:r>
              <a:rPr lang="en-US" sz="1500" dirty="0"/>
              <a:t>Short Puts lose value, Long calls increase in value</a:t>
            </a:r>
          </a:p>
          <a:p>
            <a:r>
              <a:rPr lang="en-US" sz="1500" dirty="0"/>
              <a:t>At the end, Puts should be close to $0, and call should have all intrinsic ($40-$27).</a:t>
            </a:r>
          </a:p>
          <a:p>
            <a:r>
              <a:rPr lang="en-US" sz="1500" dirty="0"/>
              <a:t>The gain (all from long calls) should be same as if you had bought stock @27</a:t>
            </a:r>
          </a:p>
          <a:p>
            <a:pPr marL="0" indent="0">
              <a:buNone/>
            </a:pPr>
            <a:r>
              <a:rPr lang="en-US" sz="1500" b="1" u="sng" dirty="0"/>
              <a:t>Case 2, Case 3 : SOFI goes to up </a:t>
            </a:r>
            <a:r>
              <a:rPr lang="en-US" sz="1500" b="1" u="sng" dirty="0">
                <a:solidFill>
                  <a:srgbClr val="00B050"/>
                </a:solidFill>
              </a:rPr>
              <a:t>(You gain (stock price - $27) – 2.00) vs stock price – 27.50, so your gain is </a:t>
            </a:r>
            <a:r>
              <a:rPr lang="en-US" sz="1500" b="1" u="sng" dirty="0" err="1">
                <a:solidFill>
                  <a:srgbClr val="00B050"/>
                </a:solidFill>
              </a:rPr>
              <a:t>slighty</a:t>
            </a:r>
            <a:r>
              <a:rPr lang="en-US" sz="1500" b="1" u="sng" dirty="0">
                <a:solidFill>
                  <a:srgbClr val="00B050"/>
                </a:solidFill>
              </a:rPr>
              <a:t> less b/c of your net debit at the time of putting the strategy</a:t>
            </a:r>
          </a:p>
          <a:p>
            <a:r>
              <a:rPr lang="en-US" sz="1500" dirty="0"/>
              <a:t>Short Puts lose value, Long calls increase in value</a:t>
            </a:r>
          </a:p>
          <a:p>
            <a:r>
              <a:rPr lang="en-US" sz="1500" dirty="0"/>
              <a:t>At the end, Puts should be close to $0, and call should have all intrinsic ($40-stock price at expiry)</a:t>
            </a:r>
          </a:p>
          <a:p>
            <a:r>
              <a:rPr lang="en-US" sz="1500" dirty="0"/>
              <a:t>The gain (all from long calls) should be same as if you had bought stock @30</a:t>
            </a:r>
          </a:p>
          <a:p>
            <a:pPr marL="0" indent="0">
              <a:buNone/>
            </a:pPr>
            <a:r>
              <a:rPr lang="en-US" sz="1500" b="1" u="sng" dirty="0"/>
              <a:t>Case 4 – SOFI ends up at same price $27.50 </a:t>
            </a:r>
            <a:r>
              <a:rPr lang="en-US" sz="1500" b="1" u="sng" dirty="0">
                <a:solidFill>
                  <a:srgbClr val="C00000"/>
                </a:solidFill>
              </a:rPr>
              <a:t>(You lose -1.50 vs 0)</a:t>
            </a:r>
          </a:p>
          <a:p>
            <a:r>
              <a:rPr lang="en-US" sz="1500" dirty="0"/>
              <a:t>At the end, Short Puts are $0 (OTM), Long calls are ITM with intrinsic .50</a:t>
            </a:r>
          </a:p>
          <a:p>
            <a:r>
              <a:rPr lang="en-US" sz="1500" dirty="0"/>
              <a:t>So when you close the Calls @expiry, you lose -2.00 +.50 = </a:t>
            </a:r>
            <a:r>
              <a:rPr lang="en-US" sz="1500" b="1" u="sng" dirty="0"/>
              <a:t>-1.50</a:t>
            </a:r>
            <a:endParaRPr lang="en-US" sz="1500" dirty="0"/>
          </a:p>
          <a:p>
            <a:pPr lvl="1"/>
            <a:r>
              <a:rPr lang="en-US" sz="1300" dirty="0"/>
              <a:t>Note that it is unlikely that the SOFI will be put until towards the very end as the BE on short put side is 21.40</a:t>
            </a:r>
          </a:p>
          <a:p>
            <a:r>
              <a:rPr lang="en-US" sz="1500" dirty="0"/>
              <a:t>This is slightly worse than holding the stock, as the stock value is unchanged, your loss =</a:t>
            </a:r>
            <a:r>
              <a:rPr lang="en-US" sz="1500" b="1" u="sng" dirty="0"/>
              <a:t> 0</a:t>
            </a:r>
          </a:p>
          <a:p>
            <a:pPr marL="0" indent="0">
              <a:buNone/>
            </a:pPr>
            <a:r>
              <a:rPr lang="en-US" sz="1500" b="1" u="sng" dirty="0"/>
              <a:t>Case 5 – SOFI ends up at Put Breakeven @20.10 </a:t>
            </a:r>
            <a:r>
              <a:rPr lang="en-US" sz="1500" b="1" u="sng" dirty="0">
                <a:solidFill>
                  <a:srgbClr val="C00000"/>
                </a:solidFill>
              </a:rPr>
              <a:t>(You lose -8.90 vs -7.40)</a:t>
            </a:r>
          </a:p>
          <a:p>
            <a:r>
              <a:rPr lang="en-US" sz="1500" dirty="0"/>
              <a:t>At the end, Short Puts are ITM, intrinsic = $6.90, Long calls lose value and go to $0</a:t>
            </a:r>
          </a:p>
          <a:p>
            <a:r>
              <a:rPr lang="en-US" sz="1500" dirty="0"/>
              <a:t>So when you close the Puts @expiry, you lose -2.00 -6.90 = </a:t>
            </a:r>
            <a:r>
              <a:rPr lang="en-US" sz="1500" b="1" u="sng" dirty="0"/>
              <a:t>-8.90</a:t>
            </a:r>
            <a:r>
              <a:rPr lang="en-US" sz="1500" dirty="0"/>
              <a:t> </a:t>
            </a:r>
          </a:p>
          <a:p>
            <a:pPr lvl="1"/>
            <a:r>
              <a:rPr lang="en-US" sz="1300" dirty="0"/>
              <a:t>Note that it is unlikely that the SOFI will be put until towards the very end as the BE on short put side is 21.40</a:t>
            </a:r>
          </a:p>
          <a:p>
            <a:r>
              <a:rPr lang="en-US" sz="1500" dirty="0"/>
              <a:t>This is slightly worse than holding the stock, as your loss would have been 27.50-20.10 = </a:t>
            </a:r>
            <a:r>
              <a:rPr lang="en-US" sz="1500" b="1" u="sng" dirty="0"/>
              <a:t>-7.40</a:t>
            </a:r>
          </a:p>
          <a:p>
            <a:pPr marL="0" indent="0">
              <a:buNone/>
            </a:pPr>
            <a:r>
              <a:rPr lang="en-US" sz="1500" b="1" u="sng" dirty="0"/>
              <a:t>Case 6 – SOFI ends up at $15 </a:t>
            </a:r>
            <a:r>
              <a:rPr lang="en-US" sz="1500" b="1" u="sng" dirty="0">
                <a:solidFill>
                  <a:srgbClr val="C00000"/>
                </a:solidFill>
              </a:rPr>
              <a:t>(You lose -14.00 vs -12.50)</a:t>
            </a:r>
          </a:p>
          <a:p>
            <a:r>
              <a:rPr lang="en-US" sz="1500" dirty="0"/>
              <a:t>At the end, Short Puts are ITM, intrinsic = $12, Long calls lose value and go to $0</a:t>
            </a:r>
          </a:p>
          <a:p>
            <a:r>
              <a:rPr lang="en-US" sz="1500" dirty="0"/>
              <a:t>So when you close the Puts @expiry, you lose -2.00 -12 = </a:t>
            </a:r>
            <a:r>
              <a:rPr lang="en-US" sz="1500" b="1" u="sng" dirty="0"/>
              <a:t>-14.00</a:t>
            </a:r>
            <a:r>
              <a:rPr lang="en-US" sz="1500" dirty="0"/>
              <a:t> </a:t>
            </a:r>
          </a:p>
          <a:p>
            <a:pPr lvl="1"/>
            <a:r>
              <a:rPr lang="en-US" sz="1300" dirty="0"/>
              <a:t>You need to actively manage this as you can have SOFI put to you in this scenario</a:t>
            </a:r>
          </a:p>
          <a:p>
            <a:r>
              <a:rPr lang="en-US" sz="1500" dirty="0"/>
              <a:t>This is slightly worse than holding the stock, as your loss would have been 27.50-15 = </a:t>
            </a:r>
            <a:r>
              <a:rPr lang="en-US" sz="1500" b="1" u="sng" dirty="0"/>
              <a:t>-12.50</a:t>
            </a:r>
            <a:endParaRPr lang="en-US" sz="1500" dirty="0"/>
          </a:p>
          <a:p>
            <a:pPr marL="0" indent="0">
              <a:buNone/>
            </a:pPr>
            <a:endParaRPr lang="en-US" sz="1200" dirty="0"/>
          </a:p>
        </p:txBody>
      </p:sp>
      <p:cxnSp>
        <p:nvCxnSpPr>
          <p:cNvPr id="9" name="Straight Connector 8">
            <a:extLst>
              <a:ext uri="{FF2B5EF4-FFF2-40B4-BE49-F238E27FC236}">
                <a16:creationId xmlns:a16="http://schemas.microsoft.com/office/drawing/2014/main" id="{281552C4-A43F-4D28-4501-EA395695B471}"/>
              </a:ext>
            </a:extLst>
          </p:cNvPr>
          <p:cNvCxnSpPr>
            <a:cxnSpLocks/>
          </p:cNvCxnSpPr>
          <p:nvPr/>
        </p:nvCxnSpPr>
        <p:spPr>
          <a:xfrm flipH="1">
            <a:off x="118872" y="1711378"/>
            <a:ext cx="4196541" cy="4458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2107255-DAB5-1E2C-0FB8-D1B37D3FED88}"/>
              </a:ext>
            </a:extLst>
          </p:cNvPr>
          <p:cNvSpPr txBox="1"/>
          <p:nvPr/>
        </p:nvSpPr>
        <p:spPr>
          <a:xfrm>
            <a:off x="2217142" y="729673"/>
            <a:ext cx="863398" cy="523220"/>
          </a:xfrm>
          <a:prstGeom prst="rect">
            <a:avLst/>
          </a:prstGeom>
          <a:noFill/>
        </p:spPr>
        <p:txBody>
          <a:bodyPr wrap="square" rtlCol="0">
            <a:spAutoFit/>
          </a:bodyPr>
          <a:lstStyle/>
          <a:p>
            <a:r>
              <a:rPr lang="en-US" sz="1400" dirty="0"/>
              <a:t>SOFI @27.50</a:t>
            </a:r>
          </a:p>
        </p:txBody>
      </p:sp>
      <p:sp>
        <p:nvSpPr>
          <p:cNvPr id="13" name="TextBox 12">
            <a:extLst>
              <a:ext uri="{FF2B5EF4-FFF2-40B4-BE49-F238E27FC236}">
                <a16:creationId xmlns:a16="http://schemas.microsoft.com/office/drawing/2014/main" id="{D23CCEDD-EC9A-38B9-63D5-8146CD536C1C}"/>
              </a:ext>
            </a:extLst>
          </p:cNvPr>
          <p:cNvSpPr txBox="1"/>
          <p:nvPr/>
        </p:nvSpPr>
        <p:spPr>
          <a:xfrm>
            <a:off x="1647283" y="1831802"/>
            <a:ext cx="1978066" cy="461665"/>
          </a:xfrm>
          <a:prstGeom prst="rect">
            <a:avLst/>
          </a:prstGeom>
          <a:noFill/>
        </p:spPr>
        <p:txBody>
          <a:bodyPr wrap="square" rtlCol="0">
            <a:spAutoFit/>
          </a:bodyPr>
          <a:lstStyle/>
          <a:p>
            <a:pPr algn="ctr"/>
            <a:r>
              <a:rPr lang="en-US" sz="1200" b="1" dirty="0">
                <a:solidFill>
                  <a:schemeClr val="accent5">
                    <a:lumMod val="60000"/>
                    <a:lumOff val="40000"/>
                  </a:schemeClr>
                </a:solidFill>
              </a:rPr>
              <a:t>Strike @27 </a:t>
            </a:r>
          </a:p>
          <a:p>
            <a:r>
              <a:rPr lang="en-US" sz="1200" b="1" dirty="0">
                <a:solidFill>
                  <a:srgbClr val="FF0000"/>
                </a:solidFill>
              </a:rPr>
              <a:t>Sell Puts </a:t>
            </a:r>
            <a:r>
              <a:rPr lang="en-US" sz="1200" b="1" dirty="0"/>
              <a:t>and</a:t>
            </a:r>
            <a:r>
              <a:rPr lang="en-US" sz="1200" b="1" dirty="0">
                <a:solidFill>
                  <a:srgbClr val="FF0000"/>
                </a:solidFill>
              </a:rPr>
              <a:t> </a:t>
            </a:r>
            <a:r>
              <a:rPr lang="en-US" sz="1200" b="1" dirty="0">
                <a:solidFill>
                  <a:srgbClr val="00CC00"/>
                </a:solidFill>
              </a:rPr>
              <a:t>Buy Calls</a:t>
            </a:r>
            <a:endParaRPr lang="en-US" sz="1200" b="1" dirty="0">
              <a:solidFill>
                <a:srgbClr val="FF0000"/>
              </a:solidFill>
            </a:endParaRPr>
          </a:p>
        </p:txBody>
      </p:sp>
      <p:cxnSp>
        <p:nvCxnSpPr>
          <p:cNvPr id="15" name="Straight Arrow Connector 14">
            <a:extLst>
              <a:ext uri="{FF2B5EF4-FFF2-40B4-BE49-F238E27FC236}">
                <a16:creationId xmlns:a16="http://schemas.microsoft.com/office/drawing/2014/main" id="{78532521-2854-9554-5D6D-85F0EDF75511}"/>
              </a:ext>
            </a:extLst>
          </p:cNvPr>
          <p:cNvCxnSpPr>
            <a:cxnSpLocks/>
          </p:cNvCxnSpPr>
          <p:nvPr/>
        </p:nvCxnSpPr>
        <p:spPr>
          <a:xfrm>
            <a:off x="2357471" y="1249784"/>
            <a:ext cx="192745" cy="4279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6" name="Ink 15">
                <a:extLst>
                  <a:ext uri="{FF2B5EF4-FFF2-40B4-BE49-F238E27FC236}">
                    <a16:creationId xmlns:a16="http://schemas.microsoft.com/office/drawing/2014/main" id="{E6BDFB55-EEE3-3D56-34CE-9B8B118455EE}"/>
                  </a:ext>
                </a:extLst>
              </p14:cNvPr>
              <p14:cNvContentPartPr/>
              <p14:nvPr/>
            </p14:nvContentPartPr>
            <p14:xfrm>
              <a:off x="237602" y="1460201"/>
              <a:ext cx="2348280" cy="476640"/>
            </p14:xfrm>
          </p:contentPart>
        </mc:Choice>
        <mc:Fallback xmlns="">
          <p:pic>
            <p:nvPicPr>
              <p:cNvPr id="16" name="Ink 15">
                <a:extLst>
                  <a:ext uri="{FF2B5EF4-FFF2-40B4-BE49-F238E27FC236}">
                    <a16:creationId xmlns:a16="http://schemas.microsoft.com/office/drawing/2014/main" id="{E6BDFB55-EEE3-3D56-34CE-9B8B118455EE}"/>
                  </a:ext>
                </a:extLst>
              </p:cNvPr>
              <p:cNvPicPr/>
              <p:nvPr/>
            </p:nvPicPr>
            <p:blipFill>
              <a:blip r:embed="rId3"/>
              <a:stretch>
                <a:fillRect/>
              </a:stretch>
            </p:blipFill>
            <p:spPr>
              <a:xfrm>
                <a:off x="231482" y="1454081"/>
                <a:ext cx="2360520" cy="488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41685A55-E302-780C-0C62-24DC2258CAE8}"/>
                  </a:ext>
                </a:extLst>
              </p14:cNvPr>
              <p14:cNvContentPartPr/>
              <p14:nvPr/>
            </p14:nvContentPartPr>
            <p14:xfrm>
              <a:off x="2770365" y="1798961"/>
              <a:ext cx="360" cy="360"/>
            </p14:xfrm>
          </p:contentPart>
        </mc:Choice>
        <mc:Fallback xmlns="">
          <p:pic>
            <p:nvPicPr>
              <p:cNvPr id="17" name="Ink 16">
                <a:extLst>
                  <a:ext uri="{FF2B5EF4-FFF2-40B4-BE49-F238E27FC236}">
                    <a16:creationId xmlns:a16="http://schemas.microsoft.com/office/drawing/2014/main" id="{41685A55-E302-780C-0C62-24DC2258CAE8}"/>
                  </a:ext>
                </a:extLst>
              </p:cNvPr>
              <p:cNvPicPr/>
              <p:nvPr/>
            </p:nvPicPr>
            <p:blipFill>
              <a:blip r:embed="rId5"/>
              <a:stretch>
                <a:fillRect/>
              </a:stretch>
            </p:blipFill>
            <p:spPr>
              <a:xfrm>
                <a:off x="2764245" y="1792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2E2701E1-57EA-285B-434D-130A13B6F70F}"/>
                  </a:ext>
                </a:extLst>
              </p14:cNvPr>
              <p14:cNvContentPartPr/>
              <p14:nvPr/>
            </p14:nvContentPartPr>
            <p14:xfrm>
              <a:off x="2907525" y="1798961"/>
              <a:ext cx="360" cy="360"/>
            </p14:xfrm>
          </p:contentPart>
        </mc:Choice>
        <mc:Fallback xmlns="">
          <p:pic>
            <p:nvPicPr>
              <p:cNvPr id="19" name="Ink 18">
                <a:extLst>
                  <a:ext uri="{FF2B5EF4-FFF2-40B4-BE49-F238E27FC236}">
                    <a16:creationId xmlns:a16="http://schemas.microsoft.com/office/drawing/2014/main" id="{2E2701E1-57EA-285B-434D-130A13B6F70F}"/>
                  </a:ext>
                </a:extLst>
              </p:cNvPr>
              <p:cNvPicPr/>
              <p:nvPr/>
            </p:nvPicPr>
            <p:blipFill>
              <a:blip r:embed="rId5"/>
              <a:stretch>
                <a:fillRect/>
              </a:stretch>
            </p:blipFill>
            <p:spPr>
              <a:xfrm>
                <a:off x="2901405" y="1792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AA349D00-5F95-4191-56AD-F1829FC71494}"/>
                  </a:ext>
                </a:extLst>
              </p14:cNvPr>
              <p14:cNvContentPartPr/>
              <p14:nvPr/>
            </p14:nvContentPartPr>
            <p14:xfrm>
              <a:off x="3044685" y="1781321"/>
              <a:ext cx="360" cy="360"/>
            </p14:xfrm>
          </p:contentPart>
        </mc:Choice>
        <mc:Fallback xmlns="">
          <p:pic>
            <p:nvPicPr>
              <p:cNvPr id="21" name="Ink 20">
                <a:extLst>
                  <a:ext uri="{FF2B5EF4-FFF2-40B4-BE49-F238E27FC236}">
                    <a16:creationId xmlns:a16="http://schemas.microsoft.com/office/drawing/2014/main" id="{AA349D00-5F95-4191-56AD-F1829FC71494}"/>
                  </a:ext>
                </a:extLst>
              </p:cNvPr>
              <p:cNvPicPr/>
              <p:nvPr/>
            </p:nvPicPr>
            <p:blipFill>
              <a:blip r:embed="rId5"/>
              <a:stretch>
                <a:fillRect/>
              </a:stretch>
            </p:blipFill>
            <p:spPr>
              <a:xfrm>
                <a:off x="3038565" y="17752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7A0ED839-FCDC-5F77-3B5D-7A7AE3C215DC}"/>
                  </a:ext>
                </a:extLst>
              </p14:cNvPr>
              <p14:cNvContentPartPr/>
              <p14:nvPr/>
            </p14:nvContentPartPr>
            <p14:xfrm>
              <a:off x="2733645" y="1753601"/>
              <a:ext cx="360" cy="360"/>
            </p14:xfrm>
          </p:contentPart>
        </mc:Choice>
        <mc:Fallback xmlns="">
          <p:pic>
            <p:nvPicPr>
              <p:cNvPr id="23" name="Ink 22">
                <a:extLst>
                  <a:ext uri="{FF2B5EF4-FFF2-40B4-BE49-F238E27FC236}">
                    <a16:creationId xmlns:a16="http://schemas.microsoft.com/office/drawing/2014/main" id="{7A0ED839-FCDC-5F77-3B5D-7A7AE3C215DC}"/>
                  </a:ext>
                </a:extLst>
              </p:cNvPr>
              <p:cNvPicPr/>
              <p:nvPr/>
            </p:nvPicPr>
            <p:blipFill>
              <a:blip r:embed="rId5"/>
              <a:stretch>
                <a:fillRect/>
              </a:stretch>
            </p:blipFill>
            <p:spPr>
              <a:xfrm>
                <a:off x="272752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5" name="Ink 24">
                <a:extLst>
                  <a:ext uri="{FF2B5EF4-FFF2-40B4-BE49-F238E27FC236}">
                    <a16:creationId xmlns:a16="http://schemas.microsoft.com/office/drawing/2014/main" id="{C13C09A3-2C10-5101-A73F-D40D36E9659C}"/>
                  </a:ext>
                </a:extLst>
              </p14:cNvPr>
              <p14:cNvContentPartPr/>
              <p14:nvPr/>
            </p14:nvContentPartPr>
            <p14:xfrm>
              <a:off x="3063045" y="1643801"/>
              <a:ext cx="360" cy="360"/>
            </p14:xfrm>
          </p:contentPart>
        </mc:Choice>
        <mc:Fallback xmlns="">
          <p:pic>
            <p:nvPicPr>
              <p:cNvPr id="25" name="Ink 24">
                <a:extLst>
                  <a:ext uri="{FF2B5EF4-FFF2-40B4-BE49-F238E27FC236}">
                    <a16:creationId xmlns:a16="http://schemas.microsoft.com/office/drawing/2014/main" id="{C13C09A3-2C10-5101-A73F-D40D36E9659C}"/>
                  </a:ext>
                </a:extLst>
              </p:cNvPr>
              <p:cNvPicPr/>
              <p:nvPr/>
            </p:nvPicPr>
            <p:blipFill>
              <a:blip r:embed="rId5"/>
              <a:stretch>
                <a:fillRect/>
              </a:stretch>
            </p:blipFill>
            <p:spPr>
              <a:xfrm>
                <a:off x="3056925" y="1637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6" name="Ink 25">
                <a:extLst>
                  <a:ext uri="{FF2B5EF4-FFF2-40B4-BE49-F238E27FC236}">
                    <a16:creationId xmlns:a16="http://schemas.microsoft.com/office/drawing/2014/main" id="{BB32EFBA-D385-B954-FDF7-B32E69250EED}"/>
                  </a:ext>
                </a:extLst>
              </p14:cNvPr>
              <p14:cNvContentPartPr/>
              <p14:nvPr/>
            </p14:nvContentPartPr>
            <p14:xfrm>
              <a:off x="3272925" y="1561721"/>
              <a:ext cx="360" cy="360"/>
            </p14:xfrm>
          </p:contentPart>
        </mc:Choice>
        <mc:Fallback xmlns="">
          <p:pic>
            <p:nvPicPr>
              <p:cNvPr id="26" name="Ink 25">
                <a:extLst>
                  <a:ext uri="{FF2B5EF4-FFF2-40B4-BE49-F238E27FC236}">
                    <a16:creationId xmlns:a16="http://schemas.microsoft.com/office/drawing/2014/main" id="{BB32EFBA-D385-B954-FDF7-B32E69250EED}"/>
                  </a:ext>
                </a:extLst>
              </p:cNvPr>
              <p:cNvPicPr/>
              <p:nvPr/>
            </p:nvPicPr>
            <p:blipFill>
              <a:blip r:embed="rId5"/>
              <a:stretch>
                <a:fillRect/>
              </a:stretch>
            </p:blipFill>
            <p:spPr>
              <a:xfrm>
                <a:off x="3266805" y="1555601"/>
                <a:ext cx="12600" cy="12600"/>
              </a:xfrm>
              <a:prstGeom prst="rect">
                <a:avLst/>
              </a:prstGeom>
            </p:spPr>
          </p:pic>
        </mc:Fallback>
      </mc:AlternateContent>
      <p:grpSp>
        <p:nvGrpSpPr>
          <p:cNvPr id="29" name="Group 28">
            <a:extLst>
              <a:ext uri="{FF2B5EF4-FFF2-40B4-BE49-F238E27FC236}">
                <a16:creationId xmlns:a16="http://schemas.microsoft.com/office/drawing/2014/main" id="{A94C656D-E297-C712-8480-272D44918717}"/>
              </a:ext>
            </a:extLst>
          </p:cNvPr>
          <p:cNvGrpSpPr/>
          <p:nvPr/>
        </p:nvGrpSpPr>
        <p:grpSpPr>
          <a:xfrm>
            <a:off x="2678565" y="1689521"/>
            <a:ext cx="201600" cy="9360"/>
            <a:chOff x="3117744" y="5147856"/>
            <a:chExt cx="201600" cy="9360"/>
          </a:xfrm>
        </p:grpSpPr>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CF734561-AED8-1394-16F8-8E83466DC5B1}"/>
                    </a:ext>
                  </a:extLst>
                </p14:cNvPr>
                <p14:cNvContentPartPr/>
                <p14:nvPr/>
              </p14:nvContentPartPr>
              <p14:xfrm>
                <a:off x="3318984" y="5156856"/>
                <a:ext cx="360" cy="360"/>
              </p14:xfrm>
            </p:contentPart>
          </mc:Choice>
          <mc:Fallback xmlns="">
            <p:pic>
              <p:nvPicPr>
                <p:cNvPr id="24" name="Ink 23">
                  <a:extLst>
                    <a:ext uri="{FF2B5EF4-FFF2-40B4-BE49-F238E27FC236}">
                      <a16:creationId xmlns:a16="http://schemas.microsoft.com/office/drawing/2014/main" id="{CF734561-AED8-1394-16F8-8E83466DC5B1}"/>
                    </a:ext>
                  </a:extLst>
                </p:cNvPr>
                <p:cNvPicPr/>
                <p:nvPr/>
              </p:nvPicPr>
              <p:blipFill>
                <a:blip r:embed="rId5"/>
                <a:stretch>
                  <a:fillRect/>
                </a:stretch>
              </p:blipFill>
              <p:spPr>
                <a:xfrm>
                  <a:off x="3312864" y="51507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8" name="Ink 27">
                  <a:extLst>
                    <a:ext uri="{FF2B5EF4-FFF2-40B4-BE49-F238E27FC236}">
                      <a16:creationId xmlns:a16="http://schemas.microsoft.com/office/drawing/2014/main" id="{A5BBC609-00BD-8E0E-977D-0CB8ED9970D7}"/>
                    </a:ext>
                  </a:extLst>
                </p14:cNvPr>
                <p14:cNvContentPartPr/>
                <p14:nvPr/>
              </p14:nvContentPartPr>
              <p14:xfrm>
                <a:off x="3117744" y="5147856"/>
                <a:ext cx="1800" cy="360"/>
              </p14:xfrm>
            </p:contentPart>
          </mc:Choice>
          <mc:Fallback xmlns="">
            <p:pic>
              <p:nvPicPr>
                <p:cNvPr id="28" name="Ink 27">
                  <a:extLst>
                    <a:ext uri="{FF2B5EF4-FFF2-40B4-BE49-F238E27FC236}">
                      <a16:creationId xmlns:a16="http://schemas.microsoft.com/office/drawing/2014/main" id="{A5BBC609-00BD-8E0E-977D-0CB8ED9970D7}"/>
                    </a:ext>
                  </a:extLst>
                </p:cNvPr>
                <p:cNvPicPr/>
                <p:nvPr/>
              </p:nvPicPr>
              <p:blipFill>
                <a:blip r:embed="rId5"/>
                <a:stretch>
                  <a:fillRect/>
                </a:stretch>
              </p:blipFill>
              <p:spPr>
                <a:xfrm>
                  <a:off x="3111624" y="5141736"/>
                  <a:ext cx="1404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30" name="Ink 29">
                <a:extLst>
                  <a:ext uri="{FF2B5EF4-FFF2-40B4-BE49-F238E27FC236}">
                    <a16:creationId xmlns:a16="http://schemas.microsoft.com/office/drawing/2014/main" id="{42474AED-7414-FBE8-8DDE-CFC736FCA04A}"/>
                  </a:ext>
                </a:extLst>
              </p14:cNvPr>
              <p14:cNvContentPartPr/>
              <p14:nvPr/>
            </p14:nvContentPartPr>
            <p14:xfrm>
              <a:off x="2797365" y="1552361"/>
              <a:ext cx="360" cy="360"/>
            </p14:xfrm>
          </p:contentPart>
        </mc:Choice>
        <mc:Fallback xmlns="">
          <p:pic>
            <p:nvPicPr>
              <p:cNvPr id="30" name="Ink 29">
                <a:extLst>
                  <a:ext uri="{FF2B5EF4-FFF2-40B4-BE49-F238E27FC236}">
                    <a16:creationId xmlns:a16="http://schemas.microsoft.com/office/drawing/2014/main" id="{42474AED-7414-FBE8-8DDE-CFC736FCA04A}"/>
                  </a:ext>
                </a:extLst>
              </p:cNvPr>
              <p:cNvPicPr/>
              <p:nvPr/>
            </p:nvPicPr>
            <p:blipFill>
              <a:blip r:embed="rId5"/>
              <a:stretch>
                <a:fillRect/>
              </a:stretch>
            </p:blipFill>
            <p:spPr>
              <a:xfrm>
                <a:off x="2791245" y="15462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Ink 30">
                <a:extLst>
                  <a:ext uri="{FF2B5EF4-FFF2-40B4-BE49-F238E27FC236}">
                    <a16:creationId xmlns:a16="http://schemas.microsoft.com/office/drawing/2014/main" id="{7856D230-90D8-06A0-EF13-76BC21E898D8}"/>
                  </a:ext>
                </a:extLst>
              </p14:cNvPr>
              <p14:cNvContentPartPr/>
              <p14:nvPr/>
            </p14:nvContentPartPr>
            <p14:xfrm>
              <a:off x="2962245" y="1488281"/>
              <a:ext cx="360" cy="360"/>
            </p14:xfrm>
          </p:contentPart>
        </mc:Choice>
        <mc:Fallback xmlns="">
          <p:pic>
            <p:nvPicPr>
              <p:cNvPr id="31" name="Ink 30">
                <a:extLst>
                  <a:ext uri="{FF2B5EF4-FFF2-40B4-BE49-F238E27FC236}">
                    <a16:creationId xmlns:a16="http://schemas.microsoft.com/office/drawing/2014/main" id="{7856D230-90D8-06A0-EF13-76BC21E898D8}"/>
                  </a:ext>
                </a:extLst>
              </p:cNvPr>
              <p:cNvPicPr/>
              <p:nvPr/>
            </p:nvPicPr>
            <p:blipFill>
              <a:blip r:embed="rId5"/>
              <a:stretch>
                <a:fillRect/>
              </a:stretch>
            </p:blipFill>
            <p:spPr>
              <a:xfrm>
                <a:off x="2956125" y="1482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2" name="Ink 31">
                <a:extLst>
                  <a:ext uri="{FF2B5EF4-FFF2-40B4-BE49-F238E27FC236}">
                    <a16:creationId xmlns:a16="http://schemas.microsoft.com/office/drawing/2014/main" id="{4D4B9CDA-3424-1DCE-D7EE-DCC3D7039C46}"/>
                  </a:ext>
                </a:extLst>
              </p14:cNvPr>
              <p14:cNvContentPartPr/>
              <p14:nvPr/>
            </p14:nvContentPartPr>
            <p14:xfrm>
              <a:off x="3090405" y="1360121"/>
              <a:ext cx="360" cy="360"/>
            </p14:xfrm>
          </p:contentPart>
        </mc:Choice>
        <mc:Fallback xmlns="">
          <p:pic>
            <p:nvPicPr>
              <p:cNvPr id="32" name="Ink 31">
                <a:extLst>
                  <a:ext uri="{FF2B5EF4-FFF2-40B4-BE49-F238E27FC236}">
                    <a16:creationId xmlns:a16="http://schemas.microsoft.com/office/drawing/2014/main" id="{4D4B9CDA-3424-1DCE-D7EE-DCC3D7039C46}"/>
                  </a:ext>
                </a:extLst>
              </p:cNvPr>
              <p:cNvPicPr/>
              <p:nvPr/>
            </p:nvPicPr>
            <p:blipFill>
              <a:blip r:embed="rId5"/>
              <a:stretch>
                <a:fillRect/>
              </a:stretch>
            </p:blipFill>
            <p:spPr>
              <a:xfrm>
                <a:off x="3084285" y="13540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3" name="Ink 32">
                <a:extLst>
                  <a:ext uri="{FF2B5EF4-FFF2-40B4-BE49-F238E27FC236}">
                    <a16:creationId xmlns:a16="http://schemas.microsoft.com/office/drawing/2014/main" id="{E990D5F3-B561-9407-3A05-747284873BEE}"/>
                  </a:ext>
                </a:extLst>
              </p14:cNvPr>
              <p14:cNvContentPartPr/>
              <p14:nvPr/>
            </p14:nvContentPartPr>
            <p14:xfrm>
              <a:off x="3328005" y="1195601"/>
              <a:ext cx="360" cy="360"/>
            </p14:xfrm>
          </p:contentPart>
        </mc:Choice>
        <mc:Fallback xmlns="">
          <p:pic>
            <p:nvPicPr>
              <p:cNvPr id="33" name="Ink 32">
                <a:extLst>
                  <a:ext uri="{FF2B5EF4-FFF2-40B4-BE49-F238E27FC236}">
                    <a16:creationId xmlns:a16="http://schemas.microsoft.com/office/drawing/2014/main" id="{E990D5F3-B561-9407-3A05-747284873BEE}"/>
                  </a:ext>
                </a:extLst>
              </p:cNvPr>
              <p:cNvPicPr/>
              <p:nvPr/>
            </p:nvPicPr>
            <p:blipFill>
              <a:blip r:embed="rId5"/>
              <a:stretch>
                <a:fillRect/>
              </a:stretch>
            </p:blipFill>
            <p:spPr>
              <a:xfrm>
                <a:off x="3321885" y="1189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4" name="Ink 33">
                <a:extLst>
                  <a:ext uri="{FF2B5EF4-FFF2-40B4-BE49-F238E27FC236}">
                    <a16:creationId xmlns:a16="http://schemas.microsoft.com/office/drawing/2014/main" id="{A7BCF3A2-BFBD-010E-C93B-E3CAC87C2D98}"/>
                  </a:ext>
                </a:extLst>
              </p14:cNvPr>
              <p14:cNvContentPartPr/>
              <p14:nvPr/>
            </p14:nvContentPartPr>
            <p14:xfrm>
              <a:off x="3410445" y="1113521"/>
              <a:ext cx="360" cy="360"/>
            </p14:xfrm>
          </p:contentPart>
        </mc:Choice>
        <mc:Fallback xmlns="">
          <p:pic>
            <p:nvPicPr>
              <p:cNvPr id="34" name="Ink 33">
                <a:extLst>
                  <a:ext uri="{FF2B5EF4-FFF2-40B4-BE49-F238E27FC236}">
                    <a16:creationId xmlns:a16="http://schemas.microsoft.com/office/drawing/2014/main" id="{A7BCF3A2-BFBD-010E-C93B-E3CAC87C2D98}"/>
                  </a:ext>
                </a:extLst>
              </p:cNvPr>
              <p:cNvPicPr/>
              <p:nvPr/>
            </p:nvPicPr>
            <p:blipFill>
              <a:blip r:embed="rId5"/>
              <a:stretch>
                <a:fillRect/>
              </a:stretch>
            </p:blipFill>
            <p:spPr>
              <a:xfrm>
                <a:off x="3404325" y="1107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5" name="Ink 34">
                <a:extLst>
                  <a:ext uri="{FF2B5EF4-FFF2-40B4-BE49-F238E27FC236}">
                    <a16:creationId xmlns:a16="http://schemas.microsoft.com/office/drawing/2014/main" id="{0AFC9A72-EDF9-261E-62AF-6685B6558DEA}"/>
                  </a:ext>
                </a:extLst>
              </p14:cNvPr>
              <p14:cNvContentPartPr/>
              <p14:nvPr/>
            </p14:nvContentPartPr>
            <p14:xfrm>
              <a:off x="3419445" y="1515641"/>
              <a:ext cx="360" cy="360"/>
            </p14:xfrm>
          </p:contentPart>
        </mc:Choice>
        <mc:Fallback xmlns="">
          <p:pic>
            <p:nvPicPr>
              <p:cNvPr id="35" name="Ink 34">
                <a:extLst>
                  <a:ext uri="{FF2B5EF4-FFF2-40B4-BE49-F238E27FC236}">
                    <a16:creationId xmlns:a16="http://schemas.microsoft.com/office/drawing/2014/main" id="{0AFC9A72-EDF9-261E-62AF-6685B6558DEA}"/>
                  </a:ext>
                </a:extLst>
              </p:cNvPr>
              <p:cNvPicPr/>
              <p:nvPr/>
            </p:nvPicPr>
            <p:blipFill>
              <a:blip r:embed="rId5"/>
              <a:stretch>
                <a:fillRect/>
              </a:stretch>
            </p:blipFill>
            <p:spPr>
              <a:xfrm>
                <a:off x="3413325" y="1509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6" name="Ink 35">
                <a:extLst>
                  <a:ext uri="{FF2B5EF4-FFF2-40B4-BE49-F238E27FC236}">
                    <a16:creationId xmlns:a16="http://schemas.microsoft.com/office/drawing/2014/main" id="{FE6B6AC6-E409-1E5B-C90E-F8D1D45211EB}"/>
                  </a:ext>
                </a:extLst>
              </p14:cNvPr>
              <p14:cNvContentPartPr/>
              <p14:nvPr/>
            </p14:nvContentPartPr>
            <p14:xfrm>
              <a:off x="3666405" y="1406201"/>
              <a:ext cx="360" cy="360"/>
            </p14:xfrm>
          </p:contentPart>
        </mc:Choice>
        <mc:Fallback xmlns="">
          <p:pic>
            <p:nvPicPr>
              <p:cNvPr id="36" name="Ink 35">
                <a:extLst>
                  <a:ext uri="{FF2B5EF4-FFF2-40B4-BE49-F238E27FC236}">
                    <a16:creationId xmlns:a16="http://schemas.microsoft.com/office/drawing/2014/main" id="{FE6B6AC6-E409-1E5B-C90E-F8D1D45211EB}"/>
                  </a:ext>
                </a:extLst>
              </p:cNvPr>
              <p:cNvPicPr/>
              <p:nvPr/>
            </p:nvPicPr>
            <p:blipFill>
              <a:blip r:embed="rId5"/>
              <a:stretch>
                <a:fillRect/>
              </a:stretch>
            </p:blipFill>
            <p:spPr>
              <a:xfrm>
                <a:off x="3660285" y="14000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7" name="Ink 36">
                <a:extLst>
                  <a:ext uri="{FF2B5EF4-FFF2-40B4-BE49-F238E27FC236}">
                    <a16:creationId xmlns:a16="http://schemas.microsoft.com/office/drawing/2014/main" id="{6D0CB49E-19EF-B085-CBCD-47B85A7889A1}"/>
                  </a:ext>
                </a:extLst>
              </p14:cNvPr>
              <p14:cNvContentPartPr/>
              <p14:nvPr/>
            </p14:nvContentPartPr>
            <p14:xfrm>
              <a:off x="3190845" y="1771961"/>
              <a:ext cx="360" cy="360"/>
            </p14:xfrm>
          </p:contentPart>
        </mc:Choice>
        <mc:Fallback xmlns="">
          <p:pic>
            <p:nvPicPr>
              <p:cNvPr id="37" name="Ink 36">
                <a:extLst>
                  <a:ext uri="{FF2B5EF4-FFF2-40B4-BE49-F238E27FC236}">
                    <a16:creationId xmlns:a16="http://schemas.microsoft.com/office/drawing/2014/main" id="{6D0CB49E-19EF-B085-CBCD-47B85A7889A1}"/>
                  </a:ext>
                </a:extLst>
              </p:cNvPr>
              <p:cNvPicPr/>
              <p:nvPr/>
            </p:nvPicPr>
            <p:blipFill>
              <a:blip r:embed="rId5"/>
              <a:stretch>
                <a:fillRect/>
              </a:stretch>
            </p:blipFill>
            <p:spPr>
              <a:xfrm>
                <a:off x="3184725" y="1765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8" name="Ink 37">
                <a:extLst>
                  <a:ext uri="{FF2B5EF4-FFF2-40B4-BE49-F238E27FC236}">
                    <a16:creationId xmlns:a16="http://schemas.microsoft.com/office/drawing/2014/main" id="{BEBDE7DA-CC77-CF7D-C603-B0312968FA4B}"/>
                  </a:ext>
                </a:extLst>
              </p14:cNvPr>
              <p14:cNvContentPartPr/>
              <p14:nvPr/>
            </p14:nvContentPartPr>
            <p14:xfrm>
              <a:off x="3437445" y="1753601"/>
              <a:ext cx="360" cy="360"/>
            </p14:xfrm>
          </p:contentPart>
        </mc:Choice>
        <mc:Fallback xmlns="">
          <p:pic>
            <p:nvPicPr>
              <p:cNvPr id="38" name="Ink 37">
                <a:extLst>
                  <a:ext uri="{FF2B5EF4-FFF2-40B4-BE49-F238E27FC236}">
                    <a16:creationId xmlns:a16="http://schemas.microsoft.com/office/drawing/2014/main" id="{BEBDE7DA-CC77-CF7D-C603-B0312968FA4B}"/>
                  </a:ext>
                </a:extLst>
              </p:cNvPr>
              <p:cNvPicPr/>
              <p:nvPr/>
            </p:nvPicPr>
            <p:blipFill>
              <a:blip r:embed="rId5"/>
              <a:stretch>
                <a:fillRect/>
              </a:stretch>
            </p:blipFill>
            <p:spPr>
              <a:xfrm>
                <a:off x="343132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9" name="Ink 38">
                <a:extLst>
                  <a:ext uri="{FF2B5EF4-FFF2-40B4-BE49-F238E27FC236}">
                    <a16:creationId xmlns:a16="http://schemas.microsoft.com/office/drawing/2014/main" id="{959F42B2-087D-D3A0-1AE5-4EE34220DAA3}"/>
                  </a:ext>
                </a:extLst>
              </p14:cNvPr>
              <p14:cNvContentPartPr/>
              <p14:nvPr/>
            </p14:nvContentPartPr>
            <p14:xfrm>
              <a:off x="3629685" y="1716881"/>
              <a:ext cx="360" cy="360"/>
            </p14:xfrm>
          </p:contentPart>
        </mc:Choice>
        <mc:Fallback xmlns="">
          <p:pic>
            <p:nvPicPr>
              <p:cNvPr id="39" name="Ink 38">
                <a:extLst>
                  <a:ext uri="{FF2B5EF4-FFF2-40B4-BE49-F238E27FC236}">
                    <a16:creationId xmlns:a16="http://schemas.microsoft.com/office/drawing/2014/main" id="{959F42B2-087D-D3A0-1AE5-4EE34220DAA3}"/>
                  </a:ext>
                </a:extLst>
              </p:cNvPr>
              <p:cNvPicPr/>
              <p:nvPr/>
            </p:nvPicPr>
            <p:blipFill>
              <a:blip r:embed="rId5"/>
              <a:stretch>
                <a:fillRect/>
              </a:stretch>
            </p:blipFill>
            <p:spPr>
              <a:xfrm>
                <a:off x="3623565" y="1710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0" name="Ink 39">
                <a:extLst>
                  <a:ext uri="{FF2B5EF4-FFF2-40B4-BE49-F238E27FC236}">
                    <a16:creationId xmlns:a16="http://schemas.microsoft.com/office/drawing/2014/main" id="{C9908860-9501-B7A8-A188-2255137BF913}"/>
                  </a:ext>
                </a:extLst>
              </p14:cNvPr>
              <p14:cNvContentPartPr/>
              <p14:nvPr/>
            </p14:nvContentPartPr>
            <p14:xfrm>
              <a:off x="3885645" y="1625801"/>
              <a:ext cx="360" cy="360"/>
            </p14:xfrm>
          </p:contentPart>
        </mc:Choice>
        <mc:Fallback xmlns="">
          <p:pic>
            <p:nvPicPr>
              <p:cNvPr id="40" name="Ink 39">
                <a:extLst>
                  <a:ext uri="{FF2B5EF4-FFF2-40B4-BE49-F238E27FC236}">
                    <a16:creationId xmlns:a16="http://schemas.microsoft.com/office/drawing/2014/main" id="{C9908860-9501-B7A8-A188-2255137BF913}"/>
                  </a:ext>
                </a:extLst>
              </p:cNvPr>
              <p:cNvPicPr/>
              <p:nvPr/>
            </p:nvPicPr>
            <p:blipFill>
              <a:blip r:embed="rId5"/>
              <a:stretch>
                <a:fillRect/>
              </a:stretch>
            </p:blipFill>
            <p:spPr>
              <a:xfrm>
                <a:off x="3879525" y="1619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1" name="Ink 40">
                <a:extLst>
                  <a:ext uri="{FF2B5EF4-FFF2-40B4-BE49-F238E27FC236}">
                    <a16:creationId xmlns:a16="http://schemas.microsoft.com/office/drawing/2014/main" id="{98C18EF1-A7BE-B6AB-C2DB-3EA902207646}"/>
                  </a:ext>
                </a:extLst>
              </p14:cNvPr>
              <p14:cNvContentPartPr/>
              <p14:nvPr/>
            </p14:nvContentPartPr>
            <p14:xfrm>
              <a:off x="4050165" y="1552361"/>
              <a:ext cx="360" cy="360"/>
            </p14:xfrm>
          </p:contentPart>
        </mc:Choice>
        <mc:Fallback xmlns="">
          <p:pic>
            <p:nvPicPr>
              <p:cNvPr id="41" name="Ink 40">
                <a:extLst>
                  <a:ext uri="{FF2B5EF4-FFF2-40B4-BE49-F238E27FC236}">
                    <a16:creationId xmlns:a16="http://schemas.microsoft.com/office/drawing/2014/main" id="{98C18EF1-A7BE-B6AB-C2DB-3EA902207646}"/>
                  </a:ext>
                </a:extLst>
              </p:cNvPr>
              <p:cNvPicPr/>
              <p:nvPr/>
            </p:nvPicPr>
            <p:blipFill>
              <a:blip r:embed="rId5"/>
              <a:stretch>
                <a:fillRect/>
              </a:stretch>
            </p:blipFill>
            <p:spPr>
              <a:xfrm>
                <a:off x="4044045" y="1546241"/>
                <a:ext cx="12600" cy="12600"/>
              </a:xfrm>
              <a:prstGeom prst="rect">
                <a:avLst/>
              </a:prstGeom>
            </p:spPr>
          </p:pic>
        </mc:Fallback>
      </mc:AlternateContent>
      <p:cxnSp>
        <p:nvCxnSpPr>
          <p:cNvPr id="43" name="Straight Connector 42">
            <a:extLst>
              <a:ext uri="{FF2B5EF4-FFF2-40B4-BE49-F238E27FC236}">
                <a16:creationId xmlns:a16="http://schemas.microsoft.com/office/drawing/2014/main" id="{913E180D-3B7F-56C8-89CD-7FFF38936C79}"/>
              </a:ext>
            </a:extLst>
          </p:cNvPr>
          <p:cNvCxnSpPr>
            <a:cxnSpLocks/>
          </p:cNvCxnSpPr>
          <p:nvPr/>
        </p:nvCxnSpPr>
        <p:spPr>
          <a:xfrm>
            <a:off x="4297413" y="848489"/>
            <a:ext cx="15719" cy="2128537"/>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9AB9F619-A6ED-7E1D-9A1E-095F56D71EFC}"/>
              </a:ext>
            </a:extLst>
          </p:cNvPr>
          <p:cNvCxnSpPr>
            <a:cxnSpLocks/>
          </p:cNvCxnSpPr>
          <p:nvPr/>
        </p:nvCxnSpPr>
        <p:spPr>
          <a:xfrm flipH="1" flipV="1">
            <a:off x="4313132" y="2626741"/>
            <a:ext cx="246888"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D1FBA8EB-A096-DCF2-ECED-676323650D12}"/>
              </a:ext>
            </a:extLst>
          </p:cNvPr>
          <p:cNvSpPr txBox="1"/>
          <p:nvPr/>
        </p:nvSpPr>
        <p:spPr>
          <a:xfrm>
            <a:off x="3996304" y="2771457"/>
            <a:ext cx="863398" cy="261610"/>
          </a:xfrm>
          <a:prstGeom prst="rect">
            <a:avLst/>
          </a:prstGeom>
          <a:noFill/>
        </p:spPr>
        <p:txBody>
          <a:bodyPr wrap="square" rtlCol="0">
            <a:spAutoFit/>
          </a:bodyPr>
          <a:lstStyle/>
          <a:p>
            <a:r>
              <a:rPr lang="en-US" sz="1100" b="1" dirty="0"/>
              <a:t>1/15/2027</a:t>
            </a:r>
          </a:p>
        </p:txBody>
      </p:sp>
      <p:sp>
        <p:nvSpPr>
          <p:cNvPr id="50" name="TextBox 49">
            <a:extLst>
              <a:ext uri="{FF2B5EF4-FFF2-40B4-BE49-F238E27FC236}">
                <a16:creationId xmlns:a16="http://schemas.microsoft.com/office/drawing/2014/main" id="{A9BDBBAF-CAAA-4F91-E08F-5FCD212D58CB}"/>
              </a:ext>
            </a:extLst>
          </p:cNvPr>
          <p:cNvSpPr txBox="1"/>
          <p:nvPr/>
        </p:nvSpPr>
        <p:spPr>
          <a:xfrm>
            <a:off x="2516235" y="2666260"/>
            <a:ext cx="863398" cy="261610"/>
          </a:xfrm>
          <a:prstGeom prst="rect">
            <a:avLst/>
          </a:prstGeom>
          <a:noFill/>
        </p:spPr>
        <p:txBody>
          <a:bodyPr wrap="square" rtlCol="0">
            <a:spAutoFit/>
          </a:bodyPr>
          <a:lstStyle/>
          <a:p>
            <a:r>
              <a:rPr lang="en-US" sz="1100" b="1" dirty="0"/>
              <a:t>12/5/2025</a:t>
            </a:r>
          </a:p>
        </p:txBody>
      </p:sp>
      <p:cxnSp>
        <p:nvCxnSpPr>
          <p:cNvPr id="51" name="Straight Arrow Connector 50">
            <a:extLst>
              <a:ext uri="{FF2B5EF4-FFF2-40B4-BE49-F238E27FC236}">
                <a16:creationId xmlns:a16="http://schemas.microsoft.com/office/drawing/2014/main" id="{F2EAB99D-B684-6FCB-22A2-2EE904D8D773}"/>
              </a:ext>
            </a:extLst>
          </p:cNvPr>
          <p:cNvCxnSpPr>
            <a:cxnSpLocks/>
          </p:cNvCxnSpPr>
          <p:nvPr/>
        </p:nvCxnSpPr>
        <p:spPr>
          <a:xfrm flipH="1" flipV="1">
            <a:off x="2585882" y="2507066"/>
            <a:ext cx="246888"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5">
            <p14:nvContentPartPr>
              <p14:cNvPr id="52" name="Ink 51">
                <a:extLst>
                  <a:ext uri="{FF2B5EF4-FFF2-40B4-BE49-F238E27FC236}">
                    <a16:creationId xmlns:a16="http://schemas.microsoft.com/office/drawing/2014/main" id="{1D37487E-C16D-2AE9-90E5-7734FCFE78C1}"/>
                  </a:ext>
                </a:extLst>
              </p14:cNvPr>
              <p14:cNvContentPartPr/>
              <p14:nvPr/>
            </p14:nvContentPartPr>
            <p14:xfrm>
              <a:off x="3785205" y="1680521"/>
              <a:ext cx="360" cy="360"/>
            </p14:xfrm>
          </p:contentPart>
        </mc:Choice>
        <mc:Fallback xmlns="">
          <p:pic>
            <p:nvPicPr>
              <p:cNvPr id="52" name="Ink 51">
                <a:extLst>
                  <a:ext uri="{FF2B5EF4-FFF2-40B4-BE49-F238E27FC236}">
                    <a16:creationId xmlns:a16="http://schemas.microsoft.com/office/drawing/2014/main" id="{1D37487E-C16D-2AE9-90E5-7734FCFE78C1}"/>
                  </a:ext>
                </a:extLst>
              </p:cNvPr>
              <p:cNvPicPr/>
              <p:nvPr/>
            </p:nvPicPr>
            <p:blipFill>
              <a:blip r:embed="rId5"/>
              <a:stretch>
                <a:fillRect/>
              </a:stretch>
            </p:blipFill>
            <p:spPr>
              <a:xfrm>
                <a:off x="3779085" y="1674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3" name="Ink 52">
                <a:extLst>
                  <a:ext uri="{FF2B5EF4-FFF2-40B4-BE49-F238E27FC236}">
                    <a16:creationId xmlns:a16="http://schemas.microsoft.com/office/drawing/2014/main" id="{3C592279-C006-1189-A411-6137343DD2A1}"/>
                  </a:ext>
                </a:extLst>
              </p14:cNvPr>
              <p14:cNvContentPartPr/>
              <p14:nvPr/>
            </p14:nvContentPartPr>
            <p14:xfrm>
              <a:off x="4123605" y="1515641"/>
              <a:ext cx="360" cy="360"/>
            </p14:xfrm>
          </p:contentPart>
        </mc:Choice>
        <mc:Fallback xmlns="">
          <p:pic>
            <p:nvPicPr>
              <p:cNvPr id="53" name="Ink 52">
                <a:extLst>
                  <a:ext uri="{FF2B5EF4-FFF2-40B4-BE49-F238E27FC236}">
                    <a16:creationId xmlns:a16="http://schemas.microsoft.com/office/drawing/2014/main" id="{3C592279-C006-1189-A411-6137343DD2A1}"/>
                  </a:ext>
                </a:extLst>
              </p:cNvPr>
              <p:cNvPicPr/>
              <p:nvPr/>
            </p:nvPicPr>
            <p:blipFill>
              <a:blip r:embed="rId5"/>
              <a:stretch>
                <a:fillRect/>
              </a:stretch>
            </p:blipFill>
            <p:spPr>
              <a:xfrm>
                <a:off x="4117485" y="1509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4" name="Ink 53">
                <a:extLst>
                  <a:ext uri="{FF2B5EF4-FFF2-40B4-BE49-F238E27FC236}">
                    <a16:creationId xmlns:a16="http://schemas.microsoft.com/office/drawing/2014/main" id="{4B41CC02-B4C0-F3C7-F01C-6B333DD943BC}"/>
                  </a:ext>
                </a:extLst>
              </p14:cNvPr>
              <p14:cNvContentPartPr/>
              <p14:nvPr/>
            </p14:nvContentPartPr>
            <p14:xfrm>
              <a:off x="4251405" y="1470281"/>
              <a:ext cx="360" cy="360"/>
            </p14:xfrm>
          </p:contentPart>
        </mc:Choice>
        <mc:Fallback xmlns="">
          <p:pic>
            <p:nvPicPr>
              <p:cNvPr id="54" name="Ink 53">
                <a:extLst>
                  <a:ext uri="{FF2B5EF4-FFF2-40B4-BE49-F238E27FC236}">
                    <a16:creationId xmlns:a16="http://schemas.microsoft.com/office/drawing/2014/main" id="{4B41CC02-B4C0-F3C7-F01C-6B333DD943BC}"/>
                  </a:ext>
                </a:extLst>
              </p:cNvPr>
              <p:cNvPicPr/>
              <p:nvPr/>
            </p:nvPicPr>
            <p:blipFill>
              <a:blip r:embed="rId5"/>
              <a:stretch>
                <a:fillRect/>
              </a:stretch>
            </p:blipFill>
            <p:spPr>
              <a:xfrm>
                <a:off x="4245285" y="1464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5" name="Ink 54">
                <a:extLst>
                  <a:ext uri="{FF2B5EF4-FFF2-40B4-BE49-F238E27FC236}">
                    <a16:creationId xmlns:a16="http://schemas.microsoft.com/office/drawing/2014/main" id="{741A4096-2D39-B70E-E9DB-DE6125A38CFC}"/>
                  </a:ext>
                </a:extLst>
              </p14:cNvPr>
              <p14:cNvContentPartPr/>
              <p14:nvPr/>
            </p14:nvContentPartPr>
            <p14:xfrm>
              <a:off x="3547605" y="1479281"/>
              <a:ext cx="360" cy="360"/>
            </p14:xfrm>
          </p:contentPart>
        </mc:Choice>
        <mc:Fallback xmlns="">
          <p:pic>
            <p:nvPicPr>
              <p:cNvPr id="55" name="Ink 54">
                <a:extLst>
                  <a:ext uri="{FF2B5EF4-FFF2-40B4-BE49-F238E27FC236}">
                    <a16:creationId xmlns:a16="http://schemas.microsoft.com/office/drawing/2014/main" id="{741A4096-2D39-B70E-E9DB-DE6125A38CFC}"/>
                  </a:ext>
                </a:extLst>
              </p:cNvPr>
              <p:cNvPicPr/>
              <p:nvPr/>
            </p:nvPicPr>
            <p:blipFill>
              <a:blip r:embed="rId5"/>
              <a:stretch>
                <a:fillRect/>
              </a:stretch>
            </p:blipFill>
            <p:spPr>
              <a:xfrm>
                <a:off x="3541485" y="1473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6" name="Ink 55">
                <a:extLst>
                  <a:ext uri="{FF2B5EF4-FFF2-40B4-BE49-F238E27FC236}">
                    <a16:creationId xmlns:a16="http://schemas.microsoft.com/office/drawing/2014/main" id="{55561B21-BD13-D038-6FE8-B3A9775CFFCA}"/>
                  </a:ext>
                </a:extLst>
              </p14:cNvPr>
              <p14:cNvContentPartPr/>
              <p14:nvPr/>
            </p14:nvContentPartPr>
            <p14:xfrm>
              <a:off x="3766845" y="1360121"/>
              <a:ext cx="360" cy="360"/>
            </p14:xfrm>
          </p:contentPart>
        </mc:Choice>
        <mc:Fallback xmlns="">
          <p:pic>
            <p:nvPicPr>
              <p:cNvPr id="56" name="Ink 55">
                <a:extLst>
                  <a:ext uri="{FF2B5EF4-FFF2-40B4-BE49-F238E27FC236}">
                    <a16:creationId xmlns:a16="http://schemas.microsoft.com/office/drawing/2014/main" id="{55561B21-BD13-D038-6FE8-B3A9775CFFCA}"/>
                  </a:ext>
                </a:extLst>
              </p:cNvPr>
              <p:cNvPicPr/>
              <p:nvPr/>
            </p:nvPicPr>
            <p:blipFill>
              <a:blip r:embed="rId5"/>
              <a:stretch>
                <a:fillRect/>
              </a:stretch>
            </p:blipFill>
            <p:spPr>
              <a:xfrm>
                <a:off x="3760725" y="13540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7" name="Ink 56">
                <a:extLst>
                  <a:ext uri="{FF2B5EF4-FFF2-40B4-BE49-F238E27FC236}">
                    <a16:creationId xmlns:a16="http://schemas.microsoft.com/office/drawing/2014/main" id="{D8A63D66-A5DA-EA45-04A0-39E6363FE404}"/>
                  </a:ext>
                </a:extLst>
              </p14:cNvPr>
              <p14:cNvContentPartPr/>
              <p14:nvPr/>
            </p14:nvContentPartPr>
            <p14:xfrm>
              <a:off x="3931365" y="1332761"/>
              <a:ext cx="360" cy="360"/>
            </p14:xfrm>
          </p:contentPart>
        </mc:Choice>
        <mc:Fallback xmlns="">
          <p:pic>
            <p:nvPicPr>
              <p:cNvPr id="57" name="Ink 56">
                <a:extLst>
                  <a:ext uri="{FF2B5EF4-FFF2-40B4-BE49-F238E27FC236}">
                    <a16:creationId xmlns:a16="http://schemas.microsoft.com/office/drawing/2014/main" id="{D8A63D66-A5DA-EA45-04A0-39E6363FE404}"/>
                  </a:ext>
                </a:extLst>
              </p:cNvPr>
              <p:cNvPicPr/>
              <p:nvPr/>
            </p:nvPicPr>
            <p:blipFill>
              <a:blip r:embed="rId5"/>
              <a:stretch>
                <a:fillRect/>
              </a:stretch>
            </p:blipFill>
            <p:spPr>
              <a:xfrm>
                <a:off x="3925245" y="13266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8" name="Ink 57">
                <a:extLst>
                  <a:ext uri="{FF2B5EF4-FFF2-40B4-BE49-F238E27FC236}">
                    <a16:creationId xmlns:a16="http://schemas.microsoft.com/office/drawing/2014/main" id="{2EC5322D-51C0-542A-CECE-ADBEAAEDA887}"/>
                  </a:ext>
                </a:extLst>
              </p14:cNvPr>
              <p14:cNvContentPartPr/>
              <p14:nvPr/>
            </p14:nvContentPartPr>
            <p14:xfrm>
              <a:off x="4114245" y="1296401"/>
              <a:ext cx="360" cy="360"/>
            </p14:xfrm>
          </p:contentPart>
        </mc:Choice>
        <mc:Fallback xmlns="">
          <p:pic>
            <p:nvPicPr>
              <p:cNvPr id="58" name="Ink 57">
                <a:extLst>
                  <a:ext uri="{FF2B5EF4-FFF2-40B4-BE49-F238E27FC236}">
                    <a16:creationId xmlns:a16="http://schemas.microsoft.com/office/drawing/2014/main" id="{2EC5322D-51C0-542A-CECE-ADBEAAEDA887}"/>
                  </a:ext>
                </a:extLst>
              </p:cNvPr>
              <p:cNvPicPr/>
              <p:nvPr/>
            </p:nvPicPr>
            <p:blipFill>
              <a:blip r:embed="rId5"/>
              <a:stretch>
                <a:fillRect/>
              </a:stretch>
            </p:blipFill>
            <p:spPr>
              <a:xfrm>
                <a:off x="4108125" y="12902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9" name="Ink 58">
                <a:extLst>
                  <a:ext uri="{FF2B5EF4-FFF2-40B4-BE49-F238E27FC236}">
                    <a16:creationId xmlns:a16="http://schemas.microsoft.com/office/drawing/2014/main" id="{78C3B598-68AE-B71E-D04A-7D8F3006DCA5}"/>
                  </a:ext>
                </a:extLst>
              </p14:cNvPr>
              <p14:cNvContentPartPr/>
              <p14:nvPr/>
            </p14:nvContentPartPr>
            <p14:xfrm>
              <a:off x="4178325" y="1250681"/>
              <a:ext cx="360" cy="360"/>
            </p14:xfrm>
          </p:contentPart>
        </mc:Choice>
        <mc:Fallback xmlns="">
          <p:pic>
            <p:nvPicPr>
              <p:cNvPr id="59" name="Ink 58">
                <a:extLst>
                  <a:ext uri="{FF2B5EF4-FFF2-40B4-BE49-F238E27FC236}">
                    <a16:creationId xmlns:a16="http://schemas.microsoft.com/office/drawing/2014/main" id="{78C3B598-68AE-B71E-D04A-7D8F3006DCA5}"/>
                  </a:ext>
                </a:extLst>
              </p:cNvPr>
              <p:cNvPicPr/>
              <p:nvPr/>
            </p:nvPicPr>
            <p:blipFill>
              <a:blip r:embed="rId5"/>
              <a:stretch>
                <a:fillRect/>
              </a:stretch>
            </p:blipFill>
            <p:spPr>
              <a:xfrm>
                <a:off x="4172205" y="1244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0" name="Ink 59">
                <a:extLst>
                  <a:ext uri="{FF2B5EF4-FFF2-40B4-BE49-F238E27FC236}">
                    <a16:creationId xmlns:a16="http://schemas.microsoft.com/office/drawing/2014/main" id="{7A8CEBBE-436A-8DF7-45B1-281CF7AFFA28}"/>
                  </a:ext>
                </a:extLst>
              </p14:cNvPr>
              <p14:cNvContentPartPr/>
              <p14:nvPr/>
            </p14:nvContentPartPr>
            <p14:xfrm>
              <a:off x="4260765" y="1241681"/>
              <a:ext cx="360" cy="360"/>
            </p14:xfrm>
          </p:contentPart>
        </mc:Choice>
        <mc:Fallback xmlns="">
          <p:pic>
            <p:nvPicPr>
              <p:cNvPr id="60" name="Ink 59">
                <a:extLst>
                  <a:ext uri="{FF2B5EF4-FFF2-40B4-BE49-F238E27FC236}">
                    <a16:creationId xmlns:a16="http://schemas.microsoft.com/office/drawing/2014/main" id="{7A8CEBBE-436A-8DF7-45B1-281CF7AFFA28}"/>
                  </a:ext>
                </a:extLst>
              </p:cNvPr>
              <p:cNvPicPr/>
              <p:nvPr/>
            </p:nvPicPr>
            <p:blipFill>
              <a:blip r:embed="rId5"/>
              <a:stretch>
                <a:fillRect/>
              </a:stretch>
            </p:blipFill>
            <p:spPr>
              <a:xfrm>
                <a:off x="4254645" y="1235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1" name="Ink 60">
                <a:extLst>
                  <a:ext uri="{FF2B5EF4-FFF2-40B4-BE49-F238E27FC236}">
                    <a16:creationId xmlns:a16="http://schemas.microsoft.com/office/drawing/2014/main" id="{00F91C7D-E1CC-06DB-80D9-C8642D4F7413}"/>
                  </a:ext>
                </a:extLst>
              </p14:cNvPr>
              <p14:cNvContentPartPr/>
              <p14:nvPr/>
            </p14:nvContentPartPr>
            <p14:xfrm>
              <a:off x="3538245" y="1067801"/>
              <a:ext cx="360" cy="360"/>
            </p14:xfrm>
          </p:contentPart>
        </mc:Choice>
        <mc:Fallback xmlns="">
          <p:pic>
            <p:nvPicPr>
              <p:cNvPr id="61" name="Ink 60">
                <a:extLst>
                  <a:ext uri="{FF2B5EF4-FFF2-40B4-BE49-F238E27FC236}">
                    <a16:creationId xmlns:a16="http://schemas.microsoft.com/office/drawing/2014/main" id="{00F91C7D-E1CC-06DB-80D9-C8642D4F7413}"/>
                  </a:ext>
                </a:extLst>
              </p:cNvPr>
              <p:cNvPicPr/>
              <p:nvPr/>
            </p:nvPicPr>
            <p:blipFill>
              <a:blip r:embed="rId5"/>
              <a:stretch>
                <a:fillRect/>
              </a:stretch>
            </p:blipFill>
            <p:spPr>
              <a:xfrm>
                <a:off x="3532125" y="1061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2" name="Ink 61">
                <a:extLst>
                  <a:ext uri="{FF2B5EF4-FFF2-40B4-BE49-F238E27FC236}">
                    <a16:creationId xmlns:a16="http://schemas.microsoft.com/office/drawing/2014/main" id="{FAF1637F-3C8B-7985-76B0-A40697933BB3}"/>
                  </a:ext>
                </a:extLst>
              </p14:cNvPr>
              <p14:cNvContentPartPr/>
              <p14:nvPr/>
            </p14:nvContentPartPr>
            <p14:xfrm>
              <a:off x="3648045" y="1040081"/>
              <a:ext cx="360" cy="360"/>
            </p14:xfrm>
          </p:contentPart>
        </mc:Choice>
        <mc:Fallback xmlns="">
          <p:pic>
            <p:nvPicPr>
              <p:cNvPr id="62" name="Ink 61">
                <a:extLst>
                  <a:ext uri="{FF2B5EF4-FFF2-40B4-BE49-F238E27FC236}">
                    <a16:creationId xmlns:a16="http://schemas.microsoft.com/office/drawing/2014/main" id="{FAF1637F-3C8B-7985-76B0-A40697933BB3}"/>
                  </a:ext>
                </a:extLst>
              </p:cNvPr>
              <p:cNvPicPr/>
              <p:nvPr/>
            </p:nvPicPr>
            <p:blipFill>
              <a:blip r:embed="rId5"/>
              <a:stretch>
                <a:fillRect/>
              </a:stretch>
            </p:blipFill>
            <p:spPr>
              <a:xfrm>
                <a:off x="3641925" y="10339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3" name="Ink 62">
                <a:extLst>
                  <a:ext uri="{FF2B5EF4-FFF2-40B4-BE49-F238E27FC236}">
                    <a16:creationId xmlns:a16="http://schemas.microsoft.com/office/drawing/2014/main" id="{0614F6D3-9895-1E75-DFA3-287DB143131C}"/>
                  </a:ext>
                </a:extLst>
              </p14:cNvPr>
              <p14:cNvContentPartPr/>
              <p14:nvPr/>
            </p14:nvContentPartPr>
            <p14:xfrm>
              <a:off x="3785205" y="1012721"/>
              <a:ext cx="360" cy="360"/>
            </p14:xfrm>
          </p:contentPart>
        </mc:Choice>
        <mc:Fallback xmlns="">
          <p:pic>
            <p:nvPicPr>
              <p:cNvPr id="63" name="Ink 62">
                <a:extLst>
                  <a:ext uri="{FF2B5EF4-FFF2-40B4-BE49-F238E27FC236}">
                    <a16:creationId xmlns:a16="http://schemas.microsoft.com/office/drawing/2014/main" id="{0614F6D3-9895-1E75-DFA3-287DB143131C}"/>
                  </a:ext>
                </a:extLst>
              </p:cNvPr>
              <p:cNvPicPr/>
              <p:nvPr/>
            </p:nvPicPr>
            <p:blipFill>
              <a:blip r:embed="rId5"/>
              <a:stretch>
                <a:fillRect/>
              </a:stretch>
            </p:blipFill>
            <p:spPr>
              <a:xfrm>
                <a:off x="3779085" y="10066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4" name="Ink 63">
                <a:extLst>
                  <a:ext uri="{FF2B5EF4-FFF2-40B4-BE49-F238E27FC236}">
                    <a16:creationId xmlns:a16="http://schemas.microsoft.com/office/drawing/2014/main" id="{D77D2BE8-B879-10D8-2EA9-628DE3C5A687}"/>
                  </a:ext>
                </a:extLst>
              </p14:cNvPr>
              <p14:cNvContentPartPr/>
              <p14:nvPr/>
            </p14:nvContentPartPr>
            <p14:xfrm>
              <a:off x="3885645" y="985721"/>
              <a:ext cx="360" cy="360"/>
            </p14:xfrm>
          </p:contentPart>
        </mc:Choice>
        <mc:Fallback xmlns="">
          <p:pic>
            <p:nvPicPr>
              <p:cNvPr id="64" name="Ink 63">
                <a:extLst>
                  <a:ext uri="{FF2B5EF4-FFF2-40B4-BE49-F238E27FC236}">
                    <a16:creationId xmlns:a16="http://schemas.microsoft.com/office/drawing/2014/main" id="{D77D2BE8-B879-10D8-2EA9-628DE3C5A687}"/>
                  </a:ext>
                </a:extLst>
              </p:cNvPr>
              <p:cNvPicPr/>
              <p:nvPr/>
            </p:nvPicPr>
            <p:blipFill>
              <a:blip r:embed="rId5"/>
              <a:stretch>
                <a:fillRect/>
              </a:stretch>
            </p:blipFill>
            <p:spPr>
              <a:xfrm>
                <a:off x="3879525" y="9796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5" name="Ink 64">
                <a:extLst>
                  <a:ext uri="{FF2B5EF4-FFF2-40B4-BE49-F238E27FC236}">
                    <a16:creationId xmlns:a16="http://schemas.microsoft.com/office/drawing/2014/main" id="{51EF76F2-F7A2-7F40-9F5C-FC8320D86446}"/>
                  </a:ext>
                </a:extLst>
              </p14:cNvPr>
              <p14:cNvContentPartPr/>
              <p14:nvPr/>
            </p14:nvContentPartPr>
            <p14:xfrm>
              <a:off x="4041525" y="949001"/>
              <a:ext cx="360" cy="360"/>
            </p14:xfrm>
          </p:contentPart>
        </mc:Choice>
        <mc:Fallback xmlns="">
          <p:pic>
            <p:nvPicPr>
              <p:cNvPr id="65" name="Ink 64">
                <a:extLst>
                  <a:ext uri="{FF2B5EF4-FFF2-40B4-BE49-F238E27FC236}">
                    <a16:creationId xmlns:a16="http://schemas.microsoft.com/office/drawing/2014/main" id="{51EF76F2-F7A2-7F40-9F5C-FC8320D86446}"/>
                  </a:ext>
                </a:extLst>
              </p:cNvPr>
              <p:cNvPicPr/>
              <p:nvPr/>
            </p:nvPicPr>
            <p:blipFill>
              <a:blip r:embed="rId5"/>
              <a:stretch>
                <a:fillRect/>
              </a:stretch>
            </p:blipFill>
            <p:spPr>
              <a:xfrm>
                <a:off x="4035405" y="9428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66" name="Ink 65">
                <a:extLst>
                  <a:ext uri="{FF2B5EF4-FFF2-40B4-BE49-F238E27FC236}">
                    <a16:creationId xmlns:a16="http://schemas.microsoft.com/office/drawing/2014/main" id="{B72DFC7F-798E-7A94-3E32-833CDA7CE097}"/>
                  </a:ext>
                </a:extLst>
              </p14:cNvPr>
              <p14:cNvContentPartPr/>
              <p14:nvPr/>
            </p14:nvContentPartPr>
            <p14:xfrm>
              <a:off x="4141965" y="912281"/>
              <a:ext cx="360" cy="360"/>
            </p14:xfrm>
          </p:contentPart>
        </mc:Choice>
        <mc:Fallback xmlns="">
          <p:pic>
            <p:nvPicPr>
              <p:cNvPr id="66" name="Ink 65">
                <a:extLst>
                  <a:ext uri="{FF2B5EF4-FFF2-40B4-BE49-F238E27FC236}">
                    <a16:creationId xmlns:a16="http://schemas.microsoft.com/office/drawing/2014/main" id="{B72DFC7F-798E-7A94-3E32-833CDA7CE097}"/>
                  </a:ext>
                </a:extLst>
              </p:cNvPr>
              <p:cNvPicPr/>
              <p:nvPr/>
            </p:nvPicPr>
            <p:blipFill>
              <a:blip r:embed="rId5"/>
              <a:stretch>
                <a:fillRect/>
              </a:stretch>
            </p:blipFill>
            <p:spPr>
              <a:xfrm>
                <a:off x="4135845" y="906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7" name="Ink 66">
                <a:extLst>
                  <a:ext uri="{FF2B5EF4-FFF2-40B4-BE49-F238E27FC236}">
                    <a16:creationId xmlns:a16="http://schemas.microsoft.com/office/drawing/2014/main" id="{A2B8827D-9C55-4AA2-F306-5FCF25E1840B}"/>
                  </a:ext>
                </a:extLst>
              </p14:cNvPr>
              <p14:cNvContentPartPr/>
              <p14:nvPr/>
            </p14:nvContentPartPr>
            <p14:xfrm>
              <a:off x="4251405" y="875561"/>
              <a:ext cx="360" cy="360"/>
            </p14:xfrm>
          </p:contentPart>
        </mc:Choice>
        <mc:Fallback xmlns="">
          <p:pic>
            <p:nvPicPr>
              <p:cNvPr id="67" name="Ink 66">
                <a:extLst>
                  <a:ext uri="{FF2B5EF4-FFF2-40B4-BE49-F238E27FC236}">
                    <a16:creationId xmlns:a16="http://schemas.microsoft.com/office/drawing/2014/main" id="{A2B8827D-9C55-4AA2-F306-5FCF25E1840B}"/>
                  </a:ext>
                </a:extLst>
              </p:cNvPr>
              <p:cNvPicPr/>
              <p:nvPr/>
            </p:nvPicPr>
            <p:blipFill>
              <a:blip r:embed="rId5"/>
              <a:stretch>
                <a:fillRect/>
              </a:stretch>
            </p:blipFill>
            <p:spPr>
              <a:xfrm>
                <a:off x="4245285" y="869441"/>
                <a:ext cx="12600" cy="12600"/>
              </a:xfrm>
              <a:prstGeom prst="rect">
                <a:avLst/>
              </a:prstGeom>
            </p:spPr>
          </p:pic>
        </mc:Fallback>
      </mc:AlternateContent>
      <p:sp>
        <p:nvSpPr>
          <p:cNvPr id="68" name="TextBox 67">
            <a:extLst>
              <a:ext uri="{FF2B5EF4-FFF2-40B4-BE49-F238E27FC236}">
                <a16:creationId xmlns:a16="http://schemas.microsoft.com/office/drawing/2014/main" id="{904DBD7E-CEE5-DD5E-8E0D-03B14381B37C}"/>
              </a:ext>
            </a:extLst>
          </p:cNvPr>
          <p:cNvSpPr txBox="1"/>
          <p:nvPr/>
        </p:nvSpPr>
        <p:spPr>
          <a:xfrm>
            <a:off x="4240545" y="1576441"/>
            <a:ext cx="550716" cy="261610"/>
          </a:xfrm>
          <a:prstGeom prst="rect">
            <a:avLst/>
          </a:prstGeom>
          <a:noFill/>
        </p:spPr>
        <p:txBody>
          <a:bodyPr wrap="square" rtlCol="0">
            <a:spAutoFit/>
          </a:bodyPr>
          <a:lstStyle/>
          <a:p>
            <a:r>
              <a:rPr lang="en-US" sz="1100" b="1" dirty="0"/>
              <a:t>27.50</a:t>
            </a:r>
          </a:p>
        </p:txBody>
      </p:sp>
      <p:sp>
        <p:nvSpPr>
          <p:cNvPr id="69" name="TextBox 68">
            <a:extLst>
              <a:ext uri="{FF2B5EF4-FFF2-40B4-BE49-F238E27FC236}">
                <a16:creationId xmlns:a16="http://schemas.microsoft.com/office/drawing/2014/main" id="{193181B4-1369-1623-CC35-9B6001710029}"/>
              </a:ext>
            </a:extLst>
          </p:cNvPr>
          <p:cNvSpPr txBox="1"/>
          <p:nvPr/>
        </p:nvSpPr>
        <p:spPr>
          <a:xfrm>
            <a:off x="4322841" y="1274870"/>
            <a:ext cx="550716" cy="261610"/>
          </a:xfrm>
          <a:prstGeom prst="rect">
            <a:avLst/>
          </a:prstGeom>
          <a:noFill/>
        </p:spPr>
        <p:txBody>
          <a:bodyPr wrap="square" rtlCol="0">
            <a:spAutoFit/>
          </a:bodyPr>
          <a:lstStyle/>
          <a:p>
            <a:r>
              <a:rPr lang="en-US" sz="1100" b="1" dirty="0"/>
              <a:t>30</a:t>
            </a:r>
          </a:p>
        </p:txBody>
      </p:sp>
      <p:sp>
        <p:nvSpPr>
          <p:cNvPr id="70" name="TextBox 69">
            <a:extLst>
              <a:ext uri="{FF2B5EF4-FFF2-40B4-BE49-F238E27FC236}">
                <a16:creationId xmlns:a16="http://schemas.microsoft.com/office/drawing/2014/main" id="{44D19D1E-8381-C23F-EF39-C09313BD3F55}"/>
              </a:ext>
            </a:extLst>
          </p:cNvPr>
          <p:cNvSpPr txBox="1"/>
          <p:nvPr/>
        </p:nvSpPr>
        <p:spPr>
          <a:xfrm>
            <a:off x="4302878" y="1053125"/>
            <a:ext cx="550716" cy="261610"/>
          </a:xfrm>
          <a:prstGeom prst="rect">
            <a:avLst/>
          </a:prstGeom>
          <a:noFill/>
        </p:spPr>
        <p:txBody>
          <a:bodyPr wrap="square" rtlCol="0">
            <a:spAutoFit/>
          </a:bodyPr>
          <a:lstStyle/>
          <a:p>
            <a:r>
              <a:rPr lang="en-US" sz="1100" b="1" dirty="0"/>
              <a:t>35</a:t>
            </a:r>
          </a:p>
        </p:txBody>
      </p:sp>
      <p:sp>
        <p:nvSpPr>
          <p:cNvPr id="71" name="TextBox 70">
            <a:extLst>
              <a:ext uri="{FF2B5EF4-FFF2-40B4-BE49-F238E27FC236}">
                <a16:creationId xmlns:a16="http://schemas.microsoft.com/office/drawing/2014/main" id="{06CBD697-13DC-4C79-6D3C-0F8A56DCBAB2}"/>
              </a:ext>
            </a:extLst>
          </p:cNvPr>
          <p:cNvSpPr txBox="1"/>
          <p:nvPr/>
        </p:nvSpPr>
        <p:spPr>
          <a:xfrm>
            <a:off x="4297413" y="742802"/>
            <a:ext cx="550716" cy="261610"/>
          </a:xfrm>
          <a:prstGeom prst="rect">
            <a:avLst/>
          </a:prstGeom>
          <a:noFill/>
        </p:spPr>
        <p:txBody>
          <a:bodyPr wrap="square" rtlCol="0">
            <a:spAutoFit/>
          </a:bodyPr>
          <a:lstStyle/>
          <a:p>
            <a:r>
              <a:rPr lang="en-US" sz="1100" b="1" dirty="0"/>
              <a:t>40</a:t>
            </a:r>
          </a:p>
        </p:txBody>
      </p:sp>
      <mc:AlternateContent xmlns:mc="http://schemas.openxmlformats.org/markup-compatibility/2006" xmlns:p14="http://schemas.microsoft.com/office/powerpoint/2010/main">
        <mc:Choice Requires="p14">
          <p:contentPart p14:bwMode="auto" r:id="rId41">
            <p14:nvContentPartPr>
              <p14:cNvPr id="72" name="Ink 71">
                <a:extLst>
                  <a:ext uri="{FF2B5EF4-FFF2-40B4-BE49-F238E27FC236}">
                    <a16:creationId xmlns:a16="http://schemas.microsoft.com/office/drawing/2014/main" id="{C146C9A8-0CDE-CDB9-7F48-D02B5E5E32F2}"/>
                  </a:ext>
                </a:extLst>
              </p14:cNvPr>
              <p14:cNvContentPartPr/>
              <p14:nvPr/>
            </p14:nvContentPartPr>
            <p14:xfrm>
              <a:off x="2715285" y="1616441"/>
              <a:ext cx="360" cy="360"/>
            </p14:xfrm>
          </p:contentPart>
        </mc:Choice>
        <mc:Fallback xmlns="">
          <p:pic>
            <p:nvPicPr>
              <p:cNvPr id="72" name="Ink 71">
                <a:extLst>
                  <a:ext uri="{FF2B5EF4-FFF2-40B4-BE49-F238E27FC236}">
                    <a16:creationId xmlns:a16="http://schemas.microsoft.com/office/drawing/2014/main" id="{C146C9A8-0CDE-CDB9-7F48-D02B5E5E32F2}"/>
                  </a:ext>
                </a:extLst>
              </p:cNvPr>
              <p:cNvPicPr/>
              <p:nvPr/>
            </p:nvPicPr>
            <p:blipFill>
              <a:blip r:embed="rId5"/>
              <a:stretch>
                <a:fillRect/>
              </a:stretch>
            </p:blipFill>
            <p:spPr>
              <a:xfrm>
                <a:off x="2709165" y="16103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3" name="Ink 72">
                <a:extLst>
                  <a:ext uri="{FF2B5EF4-FFF2-40B4-BE49-F238E27FC236}">
                    <a16:creationId xmlns:a16="http://schemas.microsoft.com/office/drawing/2014/main" id="{68A8350C-E907-1D08-824F-EAC71CD07BB7}"/>
                  </a:ext>
                </a:extLst>
              </p14:cNvPr>
              <p14:cNvContentPartPr/>
              <p14:nvPr/>
            </p14:nvContentPartPr>
            <p14:xfrm>
              <a:off x="2614845" y="1771961"/>
              <a:ext cx="360" cy="360"/>
            </p14:xfrm>
          </p:contentPart>
        </mc:Choice>
        <mc:Fallback xmlns="">
          <p:pic>
            <p:nvPicPr>
              <p:cNvPr id="73" name="Ink 72">
                <a:extLst>
                  <a:ext uri="{FF2B5EF4-FFF2-40B4-BE49-F238E27FC236}">
                    <a16:creationId xmlns:a16="http://schemas.microsoft.com/office/drawing/2014/main" id="{68A8350C-E907-1D08-824F-EAC71CD07BB7}"/>
                  </a:ext>
                </a:extLst>
              </p:cNvPr>
              <p:cNvPicPr/>
              <p:nvPr/>
            </p:nvPicPr>
            <p:blipFill>
              <a:blip r:embed="rId5"/>
              <a:stretch>
                <a:fillRect/>
              </a:stretch>
            </p:blipFill>
            <p:spPr>
              <a:xfrm>
                <a:off x="2608725" y="1765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4" name="Ink 73">
                <a:extLst>
                  <a:ext uri="{FF2B5EF4-FFF2-40B4-BE49-F238E27FC236}">
                    <a16:creationId xmlns:a16="http://schemas.microsoft.com/office/drawing/2014/main" id="{13050446-1A22-0580-767E-5E56B39E0B57}"/>
                  </a:ext>
                </a:extLst>
              </p14:cNvPr>
              <p14:cNvContentPartPr/>
              <p14:nvPr/>
            </p14:nvContentPartPr>
            <p14:xfrm>
              <a:off x="2696925" y="1863401"/>
              <a:ext cx="360" cy="360"/>
            </p14:xfrm>
          </p:contentPart>
        </mc:Choice>
        <mc:Fallback xmlns="">
          <p:pic>
            <p:nvPicPr>
              <p:cNvPr id="74" name="Ink 73">
                <a:extLst>
                  <a:ext uri="{FF2B5EF4-FFF2-40B4-BE49-F238E27FC236}">
                    <a16:creationId xmlns:a16="http://schemas.microsoft.com/office/drawing/2014/main" id="{13050446-1A22-0580-767E-5E56B39E0B57}"/>
                  </a:ext>
                </a:extLst>
              </p:cNvPr>
              <p:cNvPicPr/>
              <p:nvPr/>
            </p:nvPicPr>
            <p:blipFill>
              <a:blip r:embed="rId5"/>
              <a:stretch>
                <a:fillRect/>
              </a:stretch>
            </p:blipFill>
            <p:spPr>
              <a:xfrm>
                <a:off x="2690805" y="18572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5" name="Ink 74">
                <a:extLst>
                  <a:ext uri="{FF2B5EF4-FFF2-40B4-BE49-F238E27FC236}">
                    <a16:creationId xmlns:a16="http://schemas.microsoft.com/office/drawing/2014/main" id="{80274EE5-0068-6256-3CE3-3025A4835466}"/>
                  </a:ext>
                </a:extLst>
              </p14:cNvPr>
              <p14:cNvContentPartPr/>
              <p14:nvPr/>
            </p14:nvContentPartPr>
            <p14:xfrm>
              <a:off x="2806725" y="1909121"/>
              <a:ext cx="360" cy="360"/>
            </p14:xfrm>
          </p:contentPart>
        </mc:Choice>
        <mc:Fallback xmlns="">
          <p:pic>
            <p:nvPicPr>
              <p:cNvPr id="75" name="Ink 74">
                <a:extLst>
                  <a:ext uri="{FF2B5EF4-FFF2-40B4-BE49-F238E27FC236}">
                    <a16:creationId xmlns:a16="http://schemas.microsoft.com/office/drawing/2014/main" id="{80274EE5-0068-6256-3CE3-3025A4835466}"/>
                  </a:ext>
                </a:extLst>
              </p:cNvPr>
              <p:cNvPicPr/>
              <p:nvPr/>
            </p:nvPicPr>
            <p:blipFill>
              <a:blip r:embed="rId5"/>
              <a:stretch>
                <a:fillRect/>
              </a:stretch>
            </p:blipFill>
            <p:spPr>
              <a:xfrm>
                <a:off x="2800605" y="19030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6" name="Ink 75">
                <a:extLst>
                  <a:ext uri="{FF2B5EF4-FFF2-40B4-BE49-F238E27FC236}">
                    <a16:creationId xmlns:a16="http://schemas.microsoft.com/office/drawing/2014/main" id="{B6B1DD9A-1AEB-C3A4-DD8D-50AA9CA2AC17}"/>
                  </a:ext>
                </a:extLst>
              </p14:cNvPr>
              <p14:cNvContentPartPr/>
              <p14:nvPr/>
            </p14:nvContentPartPr>
            <p14:xfrm>
              <a:off x="2907525" y="1909121"/>
              <a:ext cx="360" cy="360"/>
            </p14:xfrm>
          </p:contentPart>
        </mc:Choice>
        <mc:Fallback xmlns="">
          <p:pic>
            <p:nvPicPr>
              <p:cNvPr id="76" name="Ink 75">
                <a:extLst>
                  <a:ext uri="{FF2B5EF4-FFF2-40B4-BE49-F238E27FC236}">
                    <a16:creationId xmlns:a16="http://schemas.microsoft.com/office/drawing/2014/main" id="{B6B1DD9A-1AEB-C3A4-DD8D-50AA9CA2AC17}"/>
                  </a:ext>
                </a:extLst>
              </p:cNvPr>
              <p:cNvPicPr/>
              <p:nvPr/>
            </p:nvPicPr>
            <p:blipFill>
              <a:blip r:embed="rId5"/>
              <a:stretch>
                <a:fillRect/>
              </a:stretch>
            </p:blipFill>
            <p:spPr>
              <a:xfrm>
                <a:off x="2901405" y="19030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77" name="Ink 76">
                <a:extLst>
                  <a:ext uri="{FF2B5EF4-FFF2-40B4-BE49-F238E27FC236}">
                    <a16:creationId xmlns:a16="http://schemas.microsoft.com/office/drawing/2014/main" id="{D57D88F0-9465-28B9-1E87-B5CB256B2D7B}"/>
                  </a:ext>
                </a:extLst>
              </p14:cNvPr>
              <p14:cNvContentPartPr/>
              <p14:nvPr/>
            </p14:nvContentPartPr>
            <p14:xfrm>
              <a:off x="3035325" y="1936481"/>
              <a:ext cx="360" cy="360"/>
            </p14:xfrm>
          </p:contentPart>
        </mc:Choice>
        <mc:Fallback xmlns="">
          <p:pic>
            <p:nvPicPr>
              <p:cNvPr id="77" name="Ink 76">
                <a:extLst>
                  <a:ext uri="{FF2B5EF4-FFF2-40B4-BE49-F238E27FC236}">
                    <a16:creationId xmlns:a16="http://schemas.microsoft.com/office/drawing/2014/main" id="{D57D88F0-9465-28B9-1E87-B5CB256B2D7B}"/>
                  </a:ext>
                </a:extLst>
              </p:cNvPr>
              <p:cNvPicPr/>
              <p:nvPr/>
            </p:nvPicPr>
            <p:blipFill>
              <a:blip r:embed="rId5"/>
              <a:stretch>
                <a:fillRect/>
              </a:stretch>
            </p:blipFill>
            <p:spPr>
              <a:xfrm>
                <a:off x="3029205" y="19303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8" name="Ink 77">
                <a:extLst>
                  <a:ext uri="{FF2B5EF4-FFF2-40B4-BE49-F238E27FC236}">
                    <a16:creationId xmlns:a16="http://schemas.microsoft.com/office/drawing/2014/main" id="{0F10D2D8-B90F-B600-6CC1-B8C4CD28A82F}"/>
                  </a:ext>
                </a:extLst>
              </p14:cNvPr>
              <p14:cNvContentPartPr/>
              <p14:nvPr/>
            </p14:nvContentPartPr>
            <p14:xfrm>
              <a:off x="3126765" y="1945481"/>
              <a:ext cx="360" cy="360"/>
            </p14:xfrm>
          </p:contentPart>
        </mc:Choice>
        <mc:Fallback xmlns="">
          <p:pic>
            <p:nvPicPr>
              <p:cNvPr id="78" name="Ink 77">
                <a:extLst>
                  <a:ext uri="{FF2B5EF4-FFF2-40B4-BE49-F238E27FC236}">
                    <a16:creationId xmlns:a16="http://schemas.microsoft.com/office/drawing/2014/main" id="{0F10D2D8-B90F-B600-6CC1-B8C4CD28A82F}"/>
                  </a:ext>
                </a:extLst>
              </p:cNvPr>
              <p:cNvPicPr/>
              <p:nvPr/>
            </p:nvPicPr>
            <p:blipFill>
              <a:blip r:embed="rId5"/>
              <a:stretch>
                <a:fillRect/>
              </a:stretch>
            </p:blipFill>
            <p:spPr>
              <a:xfrm>
                <a:off x="3120645" y="19393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79" name="Ink 78">
                <a:extLst>
                  <a:ext uri="{FF2B5EF4-FFF2-40B4-BE49-F238E27FC236}">
                    <a16:creationId xmlns:a16="http://schemas.microsoft.com/office/drawing/2014/main" id="{9E704C85-F424-1AA4-F20E-6D8634090CCF}"/>
                  </a:ext>
                </a:extLst>
              </p14:cNvPr>
              <p14:cNvContentPartPr/>
              <p14:nvPr/>
            </p14:nvContentPartPr>
            <p14:xfrm>
              <a:off x="3209205" y="1972841"/>
              <a:ext cx="360" cy="360"/>
            </p14:xfrm>
          </p:contentPart>
        </mc:Choice>
        <mc:Fallback xmlns="">
          <p:pic>
            <p:nvPicPr>
              <p:cNvPr id="79" name="Ink 78">
                <a:extLst>
                  <a:ext uri="{FF2B5EF4-FFF2-40B4-BE49-F238E27FC236}">
                    <a16:creationId xmlns:a16="http://schemas.microsoft.com/office/drawing/2014/main" id="{9E704C85-F424-1AA4-F20E-6D8634090CCF}"/>
                  </a:ext>
                </a:extLst>
              </p:cNvPr>
              <p:cNvPicPr/>
              <p:nvPr/>
            </p:nvPicPr>
            <p:blipFill>
              <a:blip r:embed="rId5"/>
              <a:stretch>
                <a:fillRect/>
              </a:stretch>
            </p:blipFill>
            <p:spPr>
              <a:xfrm>
                <a:off x="3203085" y="19667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80" name="Ink 79">
                <a:extLst>
                  <a:ext uri="{FF2B5EF4-FFF2-40B4-BE49-F238E27FC236}">
                    <a16:creationId xmlns:a16="http://schemas.microsoft.com/office/drawing/2014/main" id="{D0D99543-92A8-7FBF-3F97-C33083EA545B}"/>
                  </a:ext>
                </a:extLst>
              </p14:cNvPr>
              <p14:cNvContentPartPr/>
              <p14:nvPr/>
            </p14:nvContentPartPr>
            <p14:xfrm>
              <a:off x="3355365" y="1982201"/>
              <a:ext cx="360" cy="360"/>
            </p14:xfrm>
          </p:contentPart>
        </mc:Choice>
        <mc:Fallback xmlns="">
          <p:pic>
            <p:nvPicPr>
              <p:cNvPr id="80" name="Ink 79">
                <a:extLst>
                  <a:ext uri="{FF2B5EF4-FFF2-40B4-BE49-F238E27FC236}">
                    <a16:creationId xmlns:a16="http://schemas.microsoft.com/office/drawing/2014/main" id="{D0D99543-92A8-7FBF-3F97-C33083EA545B}"/>
                  </a:ext>
                </a:extLst>
              </p:cNvPr>
              <p:cNvPicPr/>
              <p:nvPr/>
            </p:nvPicPr>
            <p:blipFill>
              <a:blip r:embed="rId5"/>
              <a:stretch>
                <a:fillRect/>
              </a:stretch>
            </p:blipFill>
            <p:spPr>
              <a:xfrm>
                <a:off x="3349245" y="19760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1" name="Ink 80">
                <a:extLst>
                  <a:ext uri="{FF2B5EF4-FFF2-40B4-BE49-F238E27FC236}">
                    <a16:creationId xmlns:a16="http://schemas.microsoft.com/office/drawing/2014/main" id="{04DE8E4D-6080-CB50-45EF-7B58FDCFECF8}"/>
                  </a:ext>
                </a:extLst>
              </p14:cNvPr>
              <p14:cNvContentPartPr/>
              <p14:nvPr/>
            </p14:nvContentPartPr>
            <p14:xfrm>
              <a:off x="3410445" y="2009561"/>
              <a:ext cx="360" cy="360"/>
            </p14:xfrm>
          </p:contentPart>
        </mc:Choice>
        <mc:Fallback xmlns="">
          <p:pic>
            <p:nvPicPr>
              <p:cNvPr id="81" name="Ink 80">
                <a:extLst>
                  <a:ext uri="{FF2B5EF4-FFF2-40B4-BE49-F238E27FC236}">
                    <a16:creationId xmlns:a16="http://schemas.microsoft.com/office/drawing/2014/main" id="{04DE8E4D-6080-CB50-45EF-7B58FDCFECF8}"/>
                  </a:ext>
                </a:extLst>
              </p:cNvPr>
              <p:cNvPicPr/>
              <p:nvPr/>
            </p:nvPicPr>
            <p:blipFill>
              <a:blip r:embed="rId5"/>
              <a:stretch>
                <a:fillRect/>
              </a:stretch>
            </p:blipFill>
            <p:spPr>
              <a:xfrm>
                <a:off x="3404325" y="20034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82" name="Ink 81">
                <a:extLst>
                  <a:ext uri="{FF2B5EF4-FFF2-40B4-BE49-F238E27FC236}">
                    <a16:creationId xmlns:a16="http://schemas.microsoft.com/office/drawing/2014/main" id="{A1A86098-AFC7-A071-DE45-E07424C3B2AE}"/>
                  </a:ext>
                </a:extLst>
              </p14:cNvPr>
              <p14:cNvContentPartPr/>
              <p14:nvPr/>
            </p14:nvContentPartPr>
            <p14:xfrm>
              <a:off x="3519885" y="2009561"/>
              <a:ext cx="360" cy="360"/>
            </p14:xfrm>
          </p:contentPart>
        </mc:Choice>
        <mc:Fallback xmlns="">
          <p:pic>
            <p:nvPicPr>
              <p:cNvPr id="82" name="Ink 81">
                <a:extLst>
                  <a:ext uri="{FF2B5EF4-FFF2-40B4-BE49-F238E27FC236}">
                    <a16:creationId xmlns:a16="http://schemas.microsoft.com/office/drawing/2014/main" id="{A1A86098-AFC7-A071-DE45-E07424C3B2AE}"/>
                  </a:ext>
                </a:extLst>
              </p:cNvPr>
              <p:cNvPicPr/>
              <p:nvPr/>
            </p:nvPicPr>
            <p:blipFill>
              <a:blip r:embed="rId5"/>
              <a:stretch>
                <a:fillRect/>
              </a:stretch>
            </p:blipFill>
            <p:spPr>
              <a:xfrm>
                <a:off x="3513765" y="20034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83" name="Ink 82">
                <a:extLst>
                  <a:ext uri="{FF2B5EF4-FFF2-40B4-BE49-F238E27FC236}">
                    <a16:creationId xmlns:a16="http://schemas.microsoft.com/office/drawing/2014/main" id="{F5765BED-09F7-F29A-FB40-3F0A6D153575}"/>
                  </a:ext>
                </a:extLst>
              </p14:cNvPr>
              <p14:cNvContentPartPr/>
              <p14:nvPr/>
            </p14:nvContentPartPr>
            <p14:xfrm>
              <a:off x="3638685" y="2036921"/>
              <a:ext cx="360" cy="360"/>
            </p14:xfrm>
          </p:contentPart>
        </mc:Choice>
        <mc:Fallback xmlns="">
          <p:pic>
            <p:nvPicPr>
              <p:cNvPr id="83" name="Ink 82">
                <a:extLst>
                  <a:ext uri="{FF2B5EF4-FFF2-40B4-BE49-F238E27FC236}">
                    <a16:creationId xmlns:a16="http://schemas.microsoft.com/office/drawing/2014/main" id="{F5765BED-09F7-F29A-FB40-3F0A6D153575}"/>
                  </a:ext>
                </a:extLst>
              </p:cNvPr>
              <p:cNvPicPr/>
              <p:nvPr/>
            </p:nvPicPr>
            <p:blipFill>
              <a:blip r:embed="rId5"/>
              <a:stretch>
                <a:fillRect/>
              </a:stretch>
            </p:blipFill>
            <p:spPr>
              <a:xfrm>
                <a:off x="3632565" y="2030801"/>
                <a:ext cx="12600" cy="12600"/>
              </a:xfrm>
              <a:prstGeom prst="rect">
                <a:avLst/>
              </a:prstGeom>
            </p:spPr>
          </p:pic>
        </mc:Fallback>
      </mc:AlternateContent>
      <p:grpSp>
        <p:nvGrpSpPr>
          <p:cNvPr id="87" name="Group 86">
            <a:extLst>
              <a:ext uri="{FF2B5EF4-FFF2-40B4-BE49-F238E27FC236}">
                <a16:creationId xmlns:a16="http://schemas.microsoft.com/office/drawing/2014/main" id="{7E2D72C4-49DB-87BA-F9FF-6D7C14F67F04}"/>
              </a:ext>
            </a:extLst>
          </p:cNvPr>
          <p:cNvGrpSpPr/>
          <p:nvPr/>
        </p:nvGrpSpPr>
        <p:grpSpPr>
          <a:xfrm>
            <a:off x="3794205" y="2055281"/>
            <a:ext cx="64440" cy="360"/>
            <a:chOff x="4233384" y="5513616"/>
            <a:chExt cx="64440" cy="360"/>
          </a:xfrm>
        </p:grpSpPr>
        <mc:AlternateContent xmlns:mc="http://schemas.openxmlformats.org/markup-compatibility/2006" xmlns:p14="http://schemas.microsoft.com/office/powerpoint/2010/main">
          <mc:Choice Requires="p14">
            <p:contentPart p14:bwMode="auto" r:id="rId53">
              <p14:nvContentPartPr>
                <p14:cNvPr id="84" name="Ink 83">
                  <a:extLst>
                    <a:ext uri="{FF2B5EF4-FFF2-40B4-BE49-F238E27FC236}">
                      <a16:creationId xmlns:a16="http://schemas.microsoft.com/office/drawing/2014/main" id="{F3A6DB44-28FB-06FF-149E-B1825DB80D55}"/>
                    </a:ext>
                  </a:extLst>
                </p14:cNvPr>
                <p14:cNvContentPartPr/>
                <p14:nvPr/>
              </p14:nvContentPartPr>
              <p14:xfrm>
                <a:off x="4297464" y="5513616"/>
                <a:ext cx="360" cy="360"/>
              </p14:xfrm>
            </p:contentPart>
          </mc:Choice>
          <mc:Fallback xmlns="">
            <p:pic>
              <p:nvPicPr>
                <p:cNvPr id="84" name="Ink 83">
                  <a:extLst>
                    <a:ext uri="{FF2B5EF4-FFF2-40B4-BE49-F238E27FC236}">
                      <a16:creationId xmlns:a16="http://schemas.microsoft.com/office/drawing/2014/main" id="{F3A6DB44-28FB-06FF-149E-B1825DB80D55}"/>
                    </a:ext>
                  </a:extLst>
                </p:cNvPr>
                <p:cNvPicPr/>
                <p:nvPr/>
              </p:nvPicPr>
              <p:blipFill>
                <a:blip r:embed="rId5"/>
                <a:stretch>
                  <a:fillRect/>
                </a:stretch>
              </p:blipFill>
              <p:spPr>
                <a:xfrm>
                  <a:off x="4291344" y="55074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85" name="Ink 84">
                  <a:extLst>
                    <a:ext uri="{FF2B5EF4-FFF2-40B4-BE49-F238E27FC236}">
                      <a16:creationId xmlns:a16="http://schemas.microsoft.com/office/drawing/2014/main" id="{F791442D-66D3-B599-0C9A-4EABA6D3AE68}"/>
                    </a:ext>
                  </a:extLst>
                </p14:cNvPr>
                <p14:cNvContentPartPr/>
                <p14:nvPr/>
              </p14:nvContentPartPr>
              <p14:xfrm>
                <a:off x="4233384" y="5513616"/>
                <a:ext cx="360" cy="360"/>
              </p14:xfrm>
            </p:contentPart>
          </mc:Choice>
          <mc:Fallback xmlns="">
            <p:pic>
              <p:nvPicPr>
                <p:cNvPr id="85" name="Ink 84">
                  <a:extLst>
                    <a:ext uri="{FF2B5EF4-FFF2-40B4-BE49-F238E27FC236}">
                      <a16:creationId xmlns:a16="http://schemas.microsoft.com/office/drawing/2014/main" id="{F791442D-66D3-B599-0C9A-4EABA6D3AE68}"/>
                    </a:ext>
                  </a:extLst>
                </p:cNvPr>
                <p:cNvPicPr/>
                <p:nvPr/>
              </p:nvPicPr>
              <p:blipFill>
                <a:blip r:embed="rId5"/>
                <a:stretch>
                  <a:fillRect/>
                </a:stretch>
              </p:blipFill>
              <p:spPr>
                <a:xfrm>
                  <a:off x="4227264" y="550749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
            <p14:nvContentPartPr>
              <p14:cNvPr id="86" name="Ink 85">
                <a:extLst>
                  <a:ext uri="{FF2B5EF4-FFF2-40B4-BE49-F238E27FC236}">
                    <a16:creationId xmlns:a16="http://schemas.microsoft.com/office/drawing/2014/main" id="{99CA879D-68A1-EE3F-827E-49EAC8CF3D95}"/>
                  </a:ext>
                </a:extLst>
              </p14:cNvPr>
              <p14:cNvContentPartPr/>
              <p14:nvPr/>
            </p14:nvContentPartPr>
            <p14:xfrm>
              <a:off x="3968085" y="2055281"/>
              <a:ext cx="360" cy="360"/>
            </p14:xfrm>
          </p:contentPart>
        </mc:Choice>
        <mc:Fallback xmlns="">
          <p:pic>
            <p:nvPicPr>
              <p:cNvPr id="86" name="Ink 85">
                <a:extLst>
                  <a:ext uri="{FF2B5EF4-FFF2-40B4-BE49-F238E27FC236}">
                    <a16:creationId xmlns:a16="http://schemas.microsoft.com/office/drawing/2014/main" id="{99CA879D-68A1-EE3F-827E-49EAC8CF3D95}"/>
                  </a:ext>
                </a:extLst>
              </p:cNvPr>
              <p:cNvPicPr/>
              <p:nvPr/>
            </p:nvPicPr>
            <p:blipFill>
              <a:blip r:embed="rId5"/>
              <a:stretch>
                <a:fillRect/>
              </a:stretch>
            </p:blipFill>
            <p:spPr>
              <a:xfrm>
                <a:off x="3961965" y="2049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88" name="Ink 87">
                <a:extLst>
                  <a:ext uri="{FF2B5EF4-FFF2-40B4-BE49-F238E27FC236}">
                    <a16:creationId xmlns:a16="http://schemas.microsoft.com/office/drawing/2014/main" id="{689174EE-9F28-7BE6-D6D1-608789DDA665}"/>
                  </a:ext>
                </a:extLst>
              </p14:cNvPr>
              <p14:cNvContentPartPr/>
              <p14:nvPr/>
            </p14:nvContentPartPr>
            <p14:xfrm>
              <a:off x="3721485" y="2064641"/>
              <a:ext cx="360" cy="360"/>
            </p14:xfrm>
          </p:contentPart>
        </mc:Choice>
        <mc:Fallback xmlns="">
          <p:pic>
            <p:nvPicPr>
              <p:cNvPr id="88" name="Ink 87">
                <a:extLst>
                  <a:ext uri="{FF2B5EF4-FFF2-40B4-BE49-F238E27FC236}">
                    <a16:creationId xmlns:a16="http://schemas.microsoft.com/office/drawing/2014/main" id="{689174EE-9F28-7BE6-D6D1-608789DDA665}"/>
                  </a:ext>
                </a:extLst>
              </p:cNvPr>
              <p:cNvPicPr/>
              <p:nvPr/>
            </p:nvPicPr>
            <p:blipFill>
              <a:blip r:embed="rId5"/>
              <a:stretch>
                <a:fillRect/>
              </a:stretch>
            </p:blipFill>
            <p:spPr>
              <a:xfrm>
                <a:off x="3715365" y="2058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89" name="Ink 88">
                <a:extLst>
                  <a:ext uri="{FF2B5EF4-FFF2-40B4-BE49-F238E27FC236}">
                    <a16:creationId xmlns:a16="http://schemas.microsoft.com/office/drawing/2014/main" id="{F34F4F79-5178-BD95-6CFA-9E0E9579A13B}"/>
                  </a:ext>
                </a:extLst>
              </p14:cNvPr>
              <p14:cNvContentPartPr/>
              <p14:nvPr/>
            </p14:nvContentPartPr>
            <p14:xfrm>
              <a:off x="4105245" y="2064641"/>
              <a:ext cx="360" cy="360"/>
            </p14:xfrm>
          </p:contentPart>
        </mc:Choice>
        <mc:Fallback xmlns="">
          <p:pic>
            <p:nvPicPr>
              <p:cNvPr id="89" name="Ink 88">
                <a:extLst>
                  <a:ext uri="{FF2B5EF4-FFF2-40B4-BE49-F238E27FC236}">
                    <a16:creationId xmlns:a16="http://schemas.microsoft.com/office/drawing/2014/main" id="{F34F4F79-5178-BD95-6CFA-9E0E9579A13B}"/>
                  </a:ext>
                </a:extLst>
              </p:cNvPr>
              <p:cNvPicPr/>
              <p:nvPr/>
            </p:nvPicPr>
            <p:blipFill>
              <a:blip r:embed="rId5"/>
              <a:stretch>
                <a:fillRect/>
              </a:stretch>
            </p:blipFill>
            <p:spPr>
              <a:xfrm>
                <a:off x="4099125" y="2058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90" name="Ink 89">
                <a:extLst>
                  <a:ext uri="{FF2B5EF4-FFF2-40B4-BE49-F238E27FC236}">
                    <a16:creationId xmlns:a16="http://schemas.microsoft.com/office/drawing/2014/main" id="{5B20D019-E6CC-ED4B-B416-27B0DF97C384}"/>
                  </a:ext>
                </a:extLst>
              </p14:cNvPr>
              <p14:cNvContentPartPr/>
              <p14:nvPr/>
            </p14:nvContentPartPr>
            <p14:xfrm>
              <a:off x="4242405" y="2027921"/>
              <a:ext cx="360" cy="360"/>
            </p14:xfrm>
          </p:contentPart>
        </mc:Choice>
        <mc:Fallback xmlns="">
          <p:pic>
            <p:nvPicPr>
              <p:cNvPr id="90" name="Ink 89">
                <a:extLst>
                  <a:ext uri="{FF2B5EF4-FFF2-40B4-BE49-F238E27FC236}">
                    <a16:creationId xmlns:a16="http://schemas.microsoft.com/office/drawing/2014/main" id="{5B20D019-E6CC-ED4B-B416-27B0DF97C384}"/>
                  </a:ext>
                </a:extLst>
              </p:cNvPr>
              <p:cNvPicPr/>
              <p:nvPr/>
            </p:nvPicPr>
            <p:blipFill>
              <a:blip r:embed="rId5"/>
              <a:stretch>
                <a:fillRect/>
              </a:stretch>
            </p:blipFill>
            <p:spPr>
              <a:xfrm>
                <a:off x="4236285" y="20218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91" name="Ink 90">
                <a:extLst>
                  <a:ext uri="{FF2B5EF4-FFF2-40B4-BE49-F238E27FC236}">
                    <a16:creationId xmlns:a16="http://schemas.microsoft.com/office/drawing/2014/main" id="{4BF09E4E-08C4-1B30-DE79-EB66189EE810}"/>
                  </a:ext>
                </a:extLst>
              </p14:cNvPr>
              <p14:cNvContentPartPr/>
              <p14:nvPr/>
            </p14:nvContentPartPr>
            <p14:xfrm>
              <a:off x="2624205" y="1790321"/>
              <a:ext cx="360" cy="360"/>
            </p14:xfrm>
          </p:contentPart>
        </mc:Choice>
        <mc:Fallback xmlns="">
          <p:pic>
            <p:nvPicPr>
              <p:cNvPr id="91" name="Ink 90">
                <a:extLst>
                  <a:ext uri="{FF2B5EF4-FFF2-40B4-BE49-F238E27FC236}">
                    <a16:creationId xmlns:a16="http://schemas.microsoft.com/office/drawing/2014/main" id="{4BF09E4E-08C4-1B30-DE79-EB66189EE810}"/>
                  </a:ext>
                </a:extLst>
              </p:cNvPr>
              <p:cNvPicPr/>
              <p:nvPr/>
            </p:nvPicPr>
            <p:blipFill>
              <a:blip r:embed="rId5"/>
              <a:stretch>
                <a:fillRect/>
              </a:stretch>
            </p:blipFill>
            <p:spPr>
              <a:xfrm>
                <a:off x="2618085" y="17842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92" name="Ink 91">
                <a:extLst>
                  <a:ext uri="{FF2B5EF4-FFF2-40B4-BE49-F238E27FC236}">
                    <a16:creationId xmlns:a16="http://schemas.microsoft.com/office/drawing/2014/main" id="{EEC3712B-1FFE-0754-CB25-11B615BBF7FA}"/>
                  </a:ext>
                </a:extLst>
              </p14:cNvPr>
              <p14:cNvContentPartPr/>
              <p14:nvPr/>
            </p14:nvContentPartPr>
            <p14:xfrm>
              <a:off x="2660205" y="1881761"/>
              <a:ext cx="360" cy="360"/>
            </p14:xfrm>
          </p:contentPart>
        </mc:Choice>
        <mc:Fallback xmlns="">
          <p:pic>
            <p:nvPicPr>
              <p:cNvPr id="92" name="Ink 91">
                <a:extLst>
                  <a:ext uri="{FF2B5EF4-FFF2-40B4-BE49-F238E27FC236}">
                    <a16:creationId xmlns:a16="http://schemas.microsoft.com/office/drawing/2014/main" id="{EEC3712B-1FFE-0754-CB25-11B615BBF7FA}"/>
                  </a:ext>
                </a:extLst>
              </p:cNvPr>
              <p:cNvPicPr/>
              <p:nvPr/>
            </p:nvPicPr>
            <p:blipFill>
              <a:blip r:embed="rId5"/>
              <a:stretch>
                <a:fillRect/>
              </a:stretch>
            </p:blipFill>
            <p:spPr>
              <a:xfrm>
                <a:off x="2654085" y="18756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93" name="Ink 92">
                <a:extLst>
                  <a:ext uri="{FF2B5EF4-FFF2-40B4-BE49-F238E27FC236}">
                    <a16:creationId xmlns:a16="http://schemas.microsoft.com/office/drawing/2014/main" id="{233EB7BA-1026-F6CC-5503-37191914AE86}"/>
                  </a:ext>
                </a:extLst>
              </p14:cNvPr>
              <p14:cNvContentPartPr/>
              <p14:nvPr/>
            </p14:nvContentPartPr>
            <p14:xfrm>
              <a:off x="2715285" y="1936481"/>
              <a:ext cx="360" cy="360"/>
            </p14:xfrm>
          </p:contentPart>
        </mc:Choice>
        <mc:Fallback xmlns="">
          <p:pic>
            <p:nvPicPr>
              <p:cNvPr id="93" name="Ink 92">
                <a:extLst>
                  <a:ext uri="{FF2B5EF4-FFF2-40B4-BE49-F238E27FC236}">
                    <a16:creationId xmlns:a16="http://schemas.microsoft.com/office/drawing/2014/main" id="{233EB7BA-1026-F6CC-5503-37191914AE86}"/>
                  </a:ext>
                </a:extLst>
              </p:cNvPr>
              <p:cNvPicPr/>
              <p:nvPr/>
            </p:nvPicPr>
            <p:blipFill>
              <a:blip r:embed="rId5"/>
              <a:stretch>
                <a:fillRect/>
              </a:stretch>
            </p:blipFill>
            <p:spPr>
              <a:xfrm>
                <a:off x="2709165" y="19303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94" name="Ink 93">
                <a:extLst>
                  <a:ext uri="{FF2B5EF4-FFF2-40B4-BE49-F238E27FC236}">
                    <a16:creationId xmlns:a16="http://schemas.microsoft.com/office/drawing/2014/main" id="{DAFE3ED8-E575-0A65-E1A3-887DEA8018E4}"/>
                  </a:ext>
                </a:extLst>
              </p14:cNvPr>
              <p14:cNvContentPartPr/>
              <p14:nvPr/>
            </p14:nvContentPartPr>
            <p14:xfrm>
              <a:off x="2761005" y="1982201"/>
              <a:ext cx="360" cy="360"/>
            </p14:xfrm>
          </p:contentPart>
        </mc:Choice>
        <mc:Fallback xmlns="">
          <p:pic>
            <p:nvPicPr>
              <p:cNvPr id="94" name="Ink 93">
                <a:extLst>
                  <a:ext uri="{FF2B5EF4-FFF2-40B4-BE49-F238E27FC236}">
                    <a16:creationId xmlns:a16="http://schemas.microsoft.com/office/drawing/2014/main" id="{DAFE3ED8-E575-0A65-E1A3-887DEA8018E4}"/>
                  </a:ext>
                </a:extLst>
              </p:cNvPr>
              <p:cNvPicPr/>
              <p:nvPr/>
            </p:nvPicPr>
            <p:blipFill>
              <a:blip r:embed="rId5"/>
              <a:stretch>
                <a:fillRect/>
              </a:stretch>
            </p:blipFill>
            <p:spPr>
              <a:xfrm>
                <a:off x="2754885" y="19760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95" name="Ink 94">
                <a:extLst>
                  <a:ext uri="{FF2B5EF4-FFF2-40B4-BE49-F238E27FC236}">
                    <a16:creationId xmlns:a16="http://schemas.microsoft.com/office/drawing/2014/main" id="{C80DA926-9E5A-ED6B-AB9F-81C39C9B919A}"/>
                  </a:ext>
                </a:extLst>
              </p14:cNvPr>
              <p14:cNvContentPartPr/>
              <p14:nvPr/>
            </p14:nvContentPartPr>
            <p14:xfrm>
              <a:off x="2797365" y="2009561"/>
              <a:ext cx="360" cy="360"/>
            </p14:xfrm>
          </p:contentPart>
        </mc:Choice>
        <mc:Fallback xmlns="">
          <p:pic>
            <p:nvPicPr>
              <p:cNvPr id="95" name="Ink 94">
                <a:extLst>
                  <a:ext uri="{FF2B5EF4-FFF2-40B4-BE49-F238E27FC236}">
                    <a16:creationId xmlns:a16="http://schemas.microsoft.com/office/drawing/2014/main" id="{C80DA926-9E5A-ED6B-AB9F-81C39C9B919A}"/>
                  </a:ext>
                </a:extLst>
              </p:cNvPr>
              <p:cNvPicPr/>
              <p:nvPr/>
            </p:nvPicPr>
            <p:blipFill>
              <a:blip r:embed="rId5"/>
              <a:stretch>
                <a:fillRect/>
              </a:stretch>
            </p:blipFill>
            <p:spPr>
              <a:xfrm>
                <a:off x="2791245" y="20034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96" name="Ink 95">
                <a:extLst>
                  <a:ext uri="{FF2B5EF4-FFF2-40B4-BE49-F238E27FC236}">
                    <a16:creationId xmlns:a16="http://schemas.microsoft.com/office/drawing/2014/main" id="{C5391967-8DAD-3776-7D99-476EE8FA9C63}"/>
                  </a:ext>
                </a:extLst>
              </p14:cNvPr>
              <p14:cNvContentPartPr/>
              <p14:nvPr/>
            </p14:nvContentPartPr>
            <p14:xfrm>
              <a:off x="2843445" y="2064641"/>
              <a:ext cx="360" cy="360"/>
            </p14:xfrm>
          </p:contentPart>
        </mc:Choice>
        <mc:Fallback xmlns="">
          <p:pic>
            <p:nvPicPr>
              <p:cNvPr id="96" name="Ink 95">
                <a:extLst>
                  <a:ext uri="{FF2B5EF4-FFF2-40B4-BE49-F238E27FC236}">
                    <a16:creationId xmlns:a16="http://schemas.microsoft.com/office/drawing/2014/main" id="{C5391967-8DAD-3776-7D99-476EE8FA9C63}"/>
                  </a:ext>
                </a:extLst>
              </p:cNvPr>
              <p:cNvPicPr/>
              <p:nvPr/>
            </p:nvPicPr>
            <p:blipFill>
              <a:blip r:embed="rId5"/>
              <a:stretch>
                <a:fillRect/>
              </a:stretch>
            </p:blipFill>
            <p:spPr>
              <a:xfrm>
                <a:off x="2837325" y="2058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97" name="Ink 96">
                <a:extLst>
                  <a:ext uri="{FF2B5EF4-FFF2-40B4-BE49-F238E27FC236}">
                    <a16:creationId xmlns:a16="http://schemas.microsoft.com/office/drawing/2014/main" id="{8590003D-2CB1-CFC9-AB42-F48F77F7D520}"/>
                  </a:ext>
                </a:extLst>
              </p14:cNvPr>
              <p14:cNvContentPartPr/>
              <p14:nvPr/>
            </p14:nvContentPartPr>
            <p14:xfrm>
              <a:off x="2934885" y="2101361"/>
              <a:ext cx="360" cy="360"/>
            </p14:xfrm>
          </p:contentPart>
        </mc:Choice>
        <mc:Fallback xmlns="">
          <p:pic>
            <p:nvPicPr>
              <p:cNvPr id="97" name="Ink 96">
                <a:extLst>
                  <a:ext uri="{FF2B5EF4-FFF2-40B4-BE49-F238E27FC236}">
                    <a16:creationId xmlns:a16="http://schemas.microsoft.com/office/drawing/2014/main" id="{8590003D-2CB1-CFC9-AB42-F48F77F7D520}"/>
                  </a:ext>
                </a:extLst>
              </p:cNvPr>
              <p:cNvPicPr/>
              <p:nvPr/>
            </p:nvPicPr>
            <p:blipFill>
              <a:blip r:embed="rId5"/>
              <a:stretch>
                <a:fillRect/>
              </a:stretch>
            </p:blipFill>
            <p:spPr>
              <a:xfrm>
                <a:off x="2928765" y="20952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98" name="Ink 97">
                <a:extLst>
                  <a:ext uri="{FF2B5EF4-FFF2-40B4-BE49-F238E27FC236}">
                    <a16:creationId xmlns:a16="http://schemas.microsoft.com/office/drawing/2014/main" id="{A77616A7-85F6-9F08-9193-4E9A911C4A60}"/>
                  </a:ext>
                </a:extLst>
              </p14:cNvPr>
              <p14:cNvContentPartPr/>
              <p14:nvPr/>
            </p14:nvContentPartPr>
            <p14:xfrm>
              <a:off x="3035325" y="2101361"/>
              <a:ext cx="360" cy="360"/>
            </p14:xfrm>
          </p:contentPart>
        </mc:Choice>
        <mc:Fallback xmlns="">
          <p:pic>
            <p:nvPicPr>
              <p:cNvPr id="98" name="Ink 97">
                <a:extLst>
                  <a:ext uri="{FF2B5EF4-FFF2-40B4-BE49-F238E27FC236}">
                    <a16:creationId xmlns:a16="http://schemas.microsoft.com/office/drawing/2014/main" id="{A77616A7-85F6-9F08-9193-4E9A911C4A60}"/>
                  </a:ext>
                </a:extLst>
              </p:cNvPr>
              <p:cNvPicPr/>
              <p:nvPr/>
            </p:nvPicPr>
            <p:blipFill>
              <a:blip r:embed="rId5"/>
              <a:stretch>
                <a:fillRect/>
              </a:stretch>
            </p:blipFill>
            <p:spPr>
              <a:xfrm>
                <a:off x="3029205" y="20952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99" name="Ink 98">
                <a:extLst>
                  <a:ext uri="{FF2B5EF4-FFF2-40B4-BE49-F238E27FC236}">
                    <a16:creationId xmlns:a16="http://schemas.microsoft.com/office/drawing/2014/main" id="{7559A80E-5257-90D0-14A2-5A88276727E5}"/>
                  </a:ext>
                </a:extLst>
              </p14:cNvPr>
              <p14:cNvContentPartPr/>
              <p14:nvPr/>
            </p14:nvContentPartPr>
            <p14:xfrm>
              <a:off x="3135765" y="2174081"/>
              <a:ext cx="360" cy="360"/>
            </p14:xfrm>
          </p:contentPart>
        </mc:Choice>
        <mc:Fallback xmlns="">
          <p:pic>
            <p:nvPicPr>
              <p:cNvPr id="99" name="Ink 98">
                <a:extLst>
                  <a:ext uri="{FF2B5EF4-FFF2-40B4-BE49-F238E27FC236}">
                    <a16:creationId xmlns:a16="http://schemas.microsoft.com/office/drawing/2014/main" id="{7559A80E-5257-90D0-14A2-5A88276727E5}"/>
                  </a:ext>
                </a:extLst>
              </p:cNvPr>
              <p:cNvPicPr/>
              <p:nvPr/>
            </p:nvPicPr>
            <p:blipFill>
              <a:blip r:embed="rId5"/>
              <a:stretch>
                <a:fillRect/>
              </a:stretch>
            </p:blipFill>
            <p:spPr>
              <a:xfrm>
                <a:off x="3129645" y="21679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00" name="Ink 99">
                <a:extLst>
                  <a:ext uri="{FF2B5EF4-FFF2-40B4-BE49-F238E27FC236}">
                    <a16:creationId xmlns:a16="http://schemas.microsoft.com/office/drawing/2014/main" id="{60A5E0BD-EEA6-6CAB-98A4-BA8EACCE8039}"/>
                  </a:ext>
                </a:extLst>
              </p14:cNvPr>
              <p14:cNvContentPartPr/>
              <p14:nvPr/>
            </p14:nvContentPartPr>
            <p14:xfrm>
              <a:off x="3199845" y="2201801"/>
              <a:ext cx="360" cy="360"/>
            </p14:xfrm>
          </p:contentPart>
        </mc:Choice>
        <mc:Fallback xmlns="">
          <p:pic>
            <p:nvPicPr>
              <p:cNvPr id="100" name="Ink 99">
                <a:extLst>
                  <a:ext uri="{FF2B5EF4-FFF2-40B4-BE49-F238E27FC236}">
                    <a16:creationId xmlns:a16="http://schemas.microsoft.com/office/drawing/2014/main" id="{60A5E0BD-EEA6-6CAB-98A4-BA8EACCE8039}"/>
                  </a:ext>
                </a:extLst>
              </p:cNvPr>
              <p:cNvPicPr/>
              <p:nvPr/>
            </p:nvPicPr>
            <p:blipFill>
              <a:blip r:embed="rId5"/>
              <a:stretch>
                <a:fillRect/>
              </a:stretch>
            </p:blipFill>
            <p:spPr>
              <a:xfrm>
                <a:off x="3193725" y="2195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1" name="Ink 100">
                <a:extLst>
                  <a:ext uri="{FF2B5EF4-FFF2-40B4-BE49-F238E27FC236}">
                    <a16:creationId xmlns:a16="http://schemas.microsoft.com/office/drawing/2014/main" id="{E84628D7-10C1-613B-2FCA-F83F6B7B7DF4}"/>
                  </a:ext>
                </a:extLst>
              </p14:cNvPr>
              <p14:cNvContentPartPr/>
              <p14:nvPr/>
            </p14:nvContentPartPr>
            <p14:xfrm>
              <a:off x="3263925" y="2292881"/>
              <a:ext cx="360" cy="360"/>
            </p14:xfrm>
          </p:contentPart>
        </mc:Choice>
        <mc:Fallback xmlns="">
          <p:pic>
            <p:nvPicPr>
              <p:cNvPr id="101" name="Ink 100">
                <a:extLst>
                  <a:ext uri="{FF2B5EF4-FFF2-40B4-BE49-F238E27FC236}">
                    <a16:creationId xmlns:a16="http://schemas.microsoft.com/office/drawing/2014/main" id="{E84628D7-10C1-613B-2FCA-F83F6B7B7DF4}"/>
                  </a:ext>
                </a:extLst>
              </p:cNvPr>
              <p:cNvPicPr/>
              <p:nvPr/>
            </p:nvPicPr>
            <p:blipFill>
              <a:blip r:embed="rId5"/>
              <a:stretch>
                <a:fillRect/>
              </a:stretch>
            </p:blipFill>
            <p:spPr>
              <a:xfrm>
                <a:off x="3257805" y="2286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2" name="Ink 101">
                <a:extLst>
                  <a:ext uri="{FF2B5EF4-FFF2-40B4-BE49-F238E27FC236}">
                    <a16:creationId xmlns:a16="http://schemas.microsoft.com/office/drawing/2014/main" id="{39B8B6C4-2C01-6796-0BF0-CE03529988FC}"/>
                  </a:ext>
                </a:extLst>
              </p14:cNvPr>
              <p14:cNvContentPartPr/>
              <p14:nvPr/>
            </p14:nvContentPartPr>
            <p14:xfrm>
              <a:off x="3383085" y="2302241"/>
              <a:ext cx="360" cy="360"/>
            </p14:xfrm>
          </p:contentPart>
        </mc:Choice>
        <mc:Fallback xmlns="">
          <p:pic>
            <p:nvPicPr>
              <p:cNvPr id="102" name="Ink 101">
                <a:extLst>
                  <a:ext uri="{FF2B5EF4-FFF2-40B4-BE49-F238E27FC236}">
                    <a16:creationId xmlns:a16="http://schemas.microsoft.com/office/drawing/2014/main" id="{39B8B6C4-2C01-6796-0BF0-CE03529988FC}"/>
                  </a:ext>
                </a:extLst>
              </p:cNvPr>
              <p:cNvPicPr/>
              <p:nvPr/>
            </p:nvPicPr>
            <p:blipFill>
              <a:blip r:embed="rId5"/>
              <a:stretch>
                <a:fillRect/>
              </a:stretch>
            </p:blipFill>
            <p:spPr>
              <a:xfrm>
                <a:off x="3376965" y="2296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3" name="Ink 102">
                <a:extLst>
                  <a:ext uri="{FF2B5EF4-FFF2-40B4-BE49-F238E27FC236}">
                    <a16:creationId xmlns:a16="http://schemas.microsoft.com/office/drawing/2014/main" id="{7EA971CB-CB65-F19D-62B6-BF22A7C8B976}"/>
                  </a:ext>
                </a:extLst>
              </p14:cNvPr>
              <p14:cNvContentPartPr/>
              <p14:nvPr/>
            </p14:nvContentPartPr>
            <p14:xfrm>
              <a:off x="3455805" y="2302241"/>
              <a:ext cx="360" cy="360"/>
            </p14:xfrm>
          </p:contentPart>
        </mc:Choice>
        <mc:Fallback xmlns="">
          <p:pic>
            <p:nvPicPr>
              <p:cNvPr id="103" name="Ink 102">
                <a:extLst>
                  <a:ext uri="{FF2B5EF4-FFF2-40B4-BE49-F238E27FC236}">
                    <a16:creationId xmlns:a16="http://schemas.microsoft.com/office/drawing/2014/main" id="{7EA971CB-CB65-F19D-62B6-BF22A7C8B976}"/>
                  </a:ext>
                </a:extLst>
              </p:cNvPr>
              <p:cNvPicPr/>
              <p:nvPr/>
            </p:nvPicPr>
            <p:blipFill>
              <a:blip r:embed="rId5"/>
              <a:stretch>
                <a:fillRect/>
              </a:stretch>
            </p:blipFill>
            <p:spPr>
              <a:xfrm>
                <a:off x="3449685" y="2296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4" name="Ink 103">
                <a:extLst>
                  <a:ext uri="{FF2B5EF4-FFF2-40B4-BE49-F238E27FC236}">
                    <a16:creationId xmlns:a16="http://schemas.microsoft.com/office/drawing/2014/main" id="{A711A59D-DAA9-FDE5-E0EB-FFF2E996E1E6}"/>
                  </a:ext>
                </a:extLst>
              </p14:cNvPr>
              <p14:cNvContentPartPr/>
              <p14:nvPr/>
            </p14:nvContentPartPr>
            <p14:xfrm>
              <a:off x="3529245" y="2338961"/>
              <a:ext cx="360" cy="360"/>
            </p14:xfrm>
          </p:contentPart>
        </mc:Choice>
        <mc:Fallback xmlns="">
          <p:pic>
            <p:nvPicPr>
              <p:cNvPr id="104" name="Ink 103">
                <a:extLst>
                  <a:ext uri="{FF2B5EF4-FFF2-40B4-BE49-F238E27FC236}">
                    <a16:creationId xmlns:a16="http://schemas.microsoft.com/office/drawing/2014/main" id="{A711A59D-DAA9-FDE5-E0EB-FFF2E996E1E6}"/>
                  </a:ext>
                </a:extLst>
              </p:cNvPr>
              <p:cNvPicPr/>
              <p:nvPr/>
            </p:nvPicPr>
            <p:blipFill>
              <a:blip r:embed="rId5"/>
              <a:stretch>
                <a:fillRect/>
              </a:stretch>
            </p:blipFill>
            <p:spPr>
              <a:xfrm>
                <a:off x="3523125" y="2332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5" name="Ink 104">
                <a:extLst>
                  <a:ext uri="{FF2B5EF4-FFF2-40B4-BE49-F238E27FC236}">
                    <a16:creationId xmlns:a16="http://schemas.microsoft.com/office/drawing/2014/main" id="{F9332C18-8C22-36C6-2A1F-A09D07AEF7AD}"/>
                  </a:ext>
                </a:extLst>
              </p14:cNvPr>
              <p14:cNvContentPartPr/>
              <p14:nvPr/>
            </p14:nvContentPartPr>
            <p14:xfrm>
              <a:off x="3620685" y="2329601"/>
              <a:ext cx="360" cy="360"/>
            </p14:xfrm>
          </p:contentPart>
        </mc:Choice>
        <mc:Fallback xmlns="">
          <p:pic>
            <p:nvPicPr>
              <p:cNvPr id="105" name="Ink 104">
                <a:extLst>
                  <a:ext uri="{FF2B5EF4-FFF2-40B4-BE49-F238E27FC236}">
                    <a16:creationId xmlns:a16="http://schemas.microsoft.com/office/drawing/2014/main" id="{F9332C18-8C22-36C6-2A1F-A09D07AEF7AD}"/>
                  </a:ext>
                </a:extLst>
              </p:cNvPr>
              <p:cNvPicPr/>
              <p:nvPr/>
            </p:nvPicPr>
            <p:blipFill>
              <a:blip r:embed="rId5"/>
              <a:stretch>
                <a:fillRect/>
              </a:stretch>
            </p:blipFill>
            <p:spPr>
              <a:xfrm>
                <a:off x="3614565" y="2323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6" name="Ink 105">
                <a:extLst>
                  <a:ext uri="{FF2B5EF4-FFF2-40B4-BE49-F238E27FC236}">
                    <a16:creationId xmlns:a16="http://schemas.microsoft.com/office/drawing/2014/main" id="{56BA28E6-93F0-643A-2D33-CE80964FA4BB}"/>
                  </a:ext>
                </a:extLst>
              </p14:cNvPr>
              <p14:cNvContentPartPr/>
              <p14:nvPr/>
            </p14:nvContentPartPr>
            <p14:xfrm>
              <a:off x="3675405" y="2347961"/>
              <a:ext cx="360" cy="360"/>
            </p14:xfrm>
          </p:contentPart>
        </mc:Choice>
        <mc:Fallback xmlns="">
          <p:pic>
            <p:nvPicPr>
              <p:cNvPr id="106" name="Ink 105">
                <a:extLst>
                  <a:ext uri="{FF2B5EF4-FFF2-40B4-BE49-F238E27FC236}">
                    <a16:creationId xmlns:a16="http://schemas.microsoft.com/office/drawing/2014/main" id="{56BA28E6-93F0-643A-2D33-CE80964FA4BB}"/>
                  </a:ext>
                </a:extLst>
              </p:cNvPr>
              <p:cNvPicPr/>
              <p:nvPr/>
            </p:nvPicPr>
            <p:blipFill>
              <a:blip r:embed="rId5"/>
              <a:stretch>
                <a:fillRect/>
              </a:stretch>
            </p:blipFill>
            <p:spPr>
              <a:xfrm>
                <a:off x="3669285" y="2341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07" name="Ink 106">
                <a:extLst>
                  <a:ext uri="{FF2B5EF4-FFF2-40B4-BE49-F238E27FC236}">
                    <a16:creationId xmlns:a16="http://schemas.microsoft.com/office/drawing/2014/main" id="{60C984E5-C075-34A6-525F-087D868666C0}"/>
                  </a:ext>
                </a:extLst>
              </p14:cNvPr>
              <p14:cNvContentPartPr/>
              <p14:nvPr/>
            </p14:nvContentPartPr>
            <p14:xfrm>
              <a:off x="3739125" y="2347961"/>
              <a:ext cx="360" cy="360"/>
            </p14:xfrm>
          </p:contentPart>
        </mc:Choice>
        <mc:Fallback xmlns="">
          <p:pic>
            <p:nvPicPr>
              <p:cNvPr id="107" name="Ink 106">
                <a:extLst>
                  <a:ext uri="{FF2B5EF4-FFF2-40B4-BE49-F238E27FC236}">
                    <a16:creationId xmlns:a16="http://schemas.microsoft.com/office/drawing/2014/main" id="{60C984E5-C075-34A6-525F-087D868666C0}"/>
                  </a:ext>
                </a:extLst>
              </p:cNvPr>
              <p:cNvPicPr/>
              <p:nvPr/>
            </p:nvPicPr>
            <p:blipFill>
              <a:blip r:embed="rId5"/>
              <a:stretch>
                <a:fillRect/>
              </a:stretch>
            </p:blipFill>
            <p:spPr>
              <a:xfrm>
                <a:off x="3733005" y="2341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08" name="Ink 107">
                <a:extLst>
                  <a:ext uri="{FF2B5EF4-FFF2-40B4-BE49-F238E27FC236}">
                    <a16:creationId xmlns:a16="http://schemas.microsoft.com/office/drawing/2014/main" id="{19455FD5-BBBC-3383-1A58-B015212A65A1}"/>
                  </a:ext>
                </a:extLst>
              </p14:cNvPr>
              <p14:cNvContentPartPr/>
              <p14:nvPr/>
            </p14:nvContentPartPr>
            <p14:xfrm>
              <a:off x="3840285" y="2384681"/>
              <a:ext cx="360" cy="360"/>
            </p14:xfrm>
          </p:contentPart>
        </mc:Choice>
        <mc:Fallback xmlns="">
          <p:pic>
            <p:nvPicPr>
              <p:cNvPr id="108" name="Ink 107">
                <a:extLst>
                  <a:ext uri="{FF2B5EF4-FFF2-40B4-BE49-F238E27FC236}">
                    <a16:creationId xmlns:a16="http://schemas.microsoft.com/office/drawing/2014/main" id="{19455FD5-BBBC-3383-1A58-B015212A65A1}"/>
                  </a:ext>
                </a:extLst>
              </p:cNvPr>
              <p:cNvPicPr/>
              <p:nvPr/>
            </p:nvPicPr>
            <p:blipFill>
              <a:blip r:embed="rId5"/>
              <a:stretch>
                <a:fillRect/>
              </a:stretch>
            </p:blipFill>
            <p:spPr>
              <a:xfrm>
                <a:off x="3834165" y="2378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09" name="Ink 108">
                <a:extLst>
                  <a:ext uri="{FF2B5EF4-FFF2-40B4-BE49-F238E27FC236}">
                    <a16:creationId xmlns:a16="http://schemas.microsoft.com/office/drawing/2014/main" id="{E78E5DE4-0042-99E8-8A8B-5C268AF9D9D1}"/>
                  </a:ext>
                </a:extLst>
              </p14:cNvPr>
              <p14:cNvContentPartPr/>
              <p14:nvPr/>
            </p14:nvContentPartPr>
            <p14:xfrm>
              <a:off x="3904005" y="2384681"/>
              <a:ext cx="360" cy="360"/>
            </p14:xfrm>
          </p:contentPart>
        </mc:Choice>
        <mc:Fallback xmlns="">
          <p:pic>
            <p:nvPicPr>
              <p:cNvPr id="109" name="Ink 108">
                <a:extLst>
                  <a:ext uri="{FF2B5EF4-FFF2-40B4-BE49-F238E27FC236}">
                    <a16:creationId xmlns:a16="http://schemas.microsoft.com/office/drawing/2014/main" id="{E78E5DE4-0042-99E8-8A8B-5C268AF9D9D1}"/>
                  </a:ext>
                </a:extLst>
              </p:cNvPr>
              <p:cNvPicPr/>
              <p:nvPr/>
            </p:nvPicPr>
            <p:blipFill>
              <a:blip r:embed="rId5"/>
              <a:stretch>
                <a:fillRect/>
              </a:stretch>
            </p:blipFill>
            <p:spPr>
              <a:xfrm>
                <a:off x="3897885" y="2378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10" name="Ink 109">
                <a:extLst>
                  <a:ext uri="{FF2B5EF4-FFF2-40B4-BE49-F238E27FC236}">
                    <a16:creationId xmlns:a16="http://schemas.microsoft.com/office/drawing/2014/main" id="{A6D610C8-4D51-9F0B-DE8D-936B014363A4}"/>
                  </a:ext>
                </a:extLst>
              </p14:cNvPr>
              <p14:cNvContentPartPr/>
              <p14:nvPr/>
            </p14:nvContentPartPr>
            <p14:xfrm>
              <a:off x="4041525" y="2421041"/>
              <a:ext cx="360" cy="360"/>
            </p14:xfrm>
          </p:contentPart>
        </mc:Choice>
        <mc:Fallback xmlns="">
          <p:pic>
            <p:nvPicPr>
              <p:cNvPr id="110" name="Ink 109">
                <a:extLst>
                  <a:ext uri="{FF2B5EF4-FFF2-40B4-BE49-F238E27FC236}">
                    <a16:creationId xmlns:a16="http://schemas.microsoft.com/office/drawing/2014/main" id="{A6D610C8-4D51-9F0B-DE8D-936B014363A4}"/>
                  </a:ext>
                </a:extLst>
              </p:cNvPr>
              <p:cNvPicPr/>
              <p:nvPr/>
            </p:nvPicPr>
            <p:blipFill>
              <a:blip r:embed="rId5"/>
              <a:stretch>
                <a:fillRect/>
              </a:stretch>
            </p:blipFill>
            <p:spPr>
              <a:xfrm>
                <a:off x="4035405" y="24149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11" name="Ink 110">
                <a:extLst>
                  <a:ext uri="{FF2B5EF4-FFF2-40B4-BE49-F238E27FC236}">
                    <a16:creationId xmlns:a16="http://schemas.microsoft.com/office/drawing/2014/main" id="{61E675BB-2F5E-E076-2E92-DB4D8FC0692F}"/>
                  </a:ext>
                </a:extLst>
              </p14:cNvPr>
              <p14:cNvContentPartPr/>
              <p14:nvPr/>
            </p14:nvContentPartPr>
            <p14:xfrm>
              <a:off x="3986445" y="2421041"/>
              <a:ext cx="360" cy="360"/>
            </p14:xfrm>
          </p:contentPart>
        </mc:Choice>
        <mc:Fallback xmlns="">
          <p:pic>
            <p:nvPicPr>
              <p:cNvPr id="111" name="Ink 110">
                <a:extLst>
                  <a:ext uri="{FF2B5EF4-FFF2-40B4-BE49-F238E27FC236}">
                    <a16:creationId xmlns:a16="http://schemas.microsoft.com/office/drawing/2014/main" id="{61E675BB-2F5E-E076-2E92-DB4D8FC0692F}"/>
                  </a:ext>
                </a:extLst>
              </p:cNvPr>
              <p:cNvPicPr/>
              <p:nvPr/>
            </p:nvPicPr>
            <p:blipFill>
              <a:blip r:embed="rId5"/>
              <a:stretch>
                <a:fillRect/>
              </a:stretch>
            </p:blipFill>
            <p:spPr>
              <a:xfrm>
                <a:off x="3980325" y="24149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12" name="Ink 111">
                <a:extLst>
                  <a:ext uri="{FF2B5EF4-FFF2-40B4-BE49-F238E27FC236}">
                    <a16:creationId xmlns:a16="http://schemas.microsoft.com/office/drawing/2014/main" id="{B8E6135B-3501-0456-3F16-018FD8442128}"/>
                  </a:ext>
                </a:extLst>
              </p14:cNvPr>
              <p14:cNvContentPartPr/>
              <p14:nvPr/>
            </p14:nvContentPartPr>
            <p14:xfrm>
              <a:off x="4114245" y="2448401"/>
              <a:ext cx="360" cy="360"/>
            </p14:xfrm>
          </p:contentPart>
        </mc:Choice>
        <mc:Fallback xmlns="">
          <p:pic>
            <p:nvPicPr>
              <p:cNvPr id="112" name="Ink 111">
                <a:extLst>
                  <a:ext uri="{FF2B5EF4-FFF2-40B4-BE49-F238E27FC236}">
                    <a16:creationId xmlns:a16="http://schemas.microsoft.com/office/drawing/2014/main" id="{B8E6135B-3501-0456-3F16-018FD8442128}"/>
                  </a:ext>
                </a:extLst>
              </p:cNvPr>
              <p:cNvPicPr/>
              <p:nvPr/>
            </p:nvPicPr>
            <p:blipFill>
              <a:blip r:embed="rId5"/>
              <a:stretch>
                <a:fillRect/>
              </a:stretch>
            </p:blipFill>
            <p:spPr>
              <a:xfrm>
                <a:off x="4108125" y="24422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13" name="Ink 112">
                <a:extLst>
                  <a:ext uri="{FF2B5EF4-FFF2-40B4-BE49-F238E27FC236}">
                    <a16:creationId xmlns:a16="http://schemas.microsoft.com/office/drawing/2014/main" id="{717397AF-4186-2F03-B759-E932B183E72F}"/>
                  </a:ext>
                </a:extLst>
              </p14:cNvPr>
              <p14:cNvContentPartPr/>
              <p14:nvPr/>
            </p14:nvContentPartPr>
            <p14:xfrm>
              <a:off x="4214685" y="2457401"/>
              <a:ext cx="360" cy="360"/>
            </p14:xfrm>
          </p:contentPart>
        </mc:Choice>
        <mc:Fallback xmlns="">
          <p:pic>
            <p:nvPicPr>
              <p:cNvPr id="113" name="Ink 112">
                <a:extLst>
                  <a:ext uri="{FF2B5EF4-FFF2-40B4-BE49-F238E27FC236}">
                    <a16:creationId xmlns:a16="http://schemas.microsoft.com/office/drawing/2014/main" id="{717397AF-4186-2F03-B759-E932B183E72F}"/>
                  </a:ext>
                </a:extLst>
              </p:cNvPr>
              <p:cNvPicPr/>
              <p:nvPr/>
            </p:nvPicPr>
            <p:blipFill>
              <a:blip r:embed="rId5"/>
              <a:stretch>
                <a:fillRect/>
              </a:stretch>
            </p:blipFill>
            <p:spPr>
              <a:xfrm>
                <a:off x="4208565" y="24512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14" name="Ink 113">
                <a:extLst>
                  <a:ext uri="{FF2B5EF4-FFF2-40B4-BE49-F238E27FC236}">
                    <a16:creationId xmlns:a16="http://schemas.microsoft.com/office/drawing/2014/main" id="{2EE0BDBC-6481-2314-E143-7E73D621C267}"/>
                  </a:ext>
                </a:extLst>
              </p14:cNvPr>
              <p14:cNvContentPartPr/>
              <p14:nvPr/>
            </p14:nvContentPartPr>
            <p14:xfrm>
              <a:off x="4260765" y="2457401"/>
              <a:ext cx="360" cy="360"/>
            </p14:xfrm>
          </p:contentPart>
        </mc:Choice>
        <mc:Fallback xmlns="">
          <p:pic>
            <p:nvPicPr>
              <p:cNvPr id="114" name="Ink 113">
                <a:extLst>
                  <a:ext uri="{FF2B5EF4-FFF2-40B4-BE49-F238E27FC236}">
                    <a16:creationId xmlns:a16="http://schemas.microsoft.com/office/drawing/2014/main" id="{2EE0BDBC-6481-2314-E143-7E73D621C267}"/>
                  </a:ext>
                </a:extLst>
              </p:cNvPr>
              <p:cNvPicPr/>
              <p:nvPr/>
            </p:nvPicPr>
            <p:blipFill>
              <a:blip r:embed="rId5"/>
              <a:stretch>
                <a:fillRect/>
              </a:stretch>
            </p:blipFill>
            <p:spPr>
              <a:xfrm>
                <a:off x="4254645" y="2451281"/>
                <a:ext cx="12600" cy="12600"/>
              </a:xfrm>
              <a:prstGeom prst="rect">
                <a:avLst/>
              </a:prstGeom>
            </p:spPr>
          </p:pic>
        </mc:Fallback>
      </mc:AlternateContent>
      <p:sp>
        <p:nvSpPr>
          <p:cNvPr id="115" name="TextBox 114">
            <a:extLst>
              <a:ext uri="{FF2B5EF4-FFF2-40B4-BE49-F238E27FC236}">
                <a16:creationId xmlns:a16="http://schemas.microsoft.com/office/drawing/2014/main" id="{D51AAFB4-3E81-7924-8AAD-778ABD2C0163}"/>
              </a:ext>
            </a:extLst>
          </p:cNvPr>
          <p:cNvSpPr txBox="1"/>
          <p:nvPr/>
        </p:nvSpPr>
        <p:spPr>
          <a:xfrm>
            <a:off x="4260764" y="1904980"/>
            <a:ext cx="550716" cy="261610"/>
          </a:xfrm>
          <a:prstGeom prst="rect">
            <a:avLst/>
          </a:prstGeom>
          <a:noFill/>
        </p:spPr>
        <p:txBody>
          <a:bodyPr wrap="square" rtlCol="0">
            <a:spAutoFit/>
          </a:bodyPr>
          <a:lstStyle/>
          <a:p>
            <a:r>
              <a:rPr lang="en-US" sz="1100" b="1" dirty="0"/>
              <a:t>20.10</a:t>
            </a:r>
          </a:p>
        </p:txBody>
      </p:sp>
      <p:sp>
        <p:nvSpPr>
          <p:cNvPr id="118" name="TextBox 117">
            <a:extLst>
              <a:ext uri="{FF2B5EF4-FFF2-40B4-BE49-F238E27FC236}">
                <a16:creationId xmlns:a16="http://schemas.microsoft.com/office/drawing/2014/main" id="{52B65AD0-7D21-4709-F3D1-2B43DDE7C09C}"/>
              </a:ext>
            </a:extLst>
          </p:cNvPr>
          <p:cNvSpPr txBox="1"/>
          <p:nvPr/>
        </p:nvSpPr>
        <p:spPr>
          <a:xfrm>
            <a:off x="4278088" y="2316111"/>
            <a:ext cx="550716" cy="261610"/>
          </a:xfrm>
          <a:prstGeom prst="rect">
            <a:avLst/>
          </a:prstGeom>
          <a:noFill/>
        </p:spPr>
        <p:txBody>
          <a:bodyPr wrap="square" rtlCol="0">
            <a:spAutoFit/>
          </a:bodyPr>
          <a:lstStyle/>
          <a:p>
            <a:r>
              <a:rPr lang="en-US" sz="1100" b="1" dirty="0"/>
              <a:t>15</a:t>
            </a:r>
          </a:p>
        </p:txBody>
      </p:sp>
      <p:sp>
        <p:nvSpPr>
          <p:cNvPr id="120" name="TextBox 119">
            <a:extLst>
              <a:ext uri="{FF2B5EF4-FFF2-40B4-BE49-F238E27FC236}">
                <a16:creationId xmlns:a16="http://schemas.microsoft.com/office/drawing/2014/main" id="{917920B4-B716-0E35-BFA8-4BC6EA33B3B9}"/>
              </a:ext>
            </a:extLst>
          </p:cNvPr>
          <p:cNvSpPr txBox="1"/>
          <p:nvPr/>
        </p:nvSpPr>
        <p:spPr>
          <a:xfrm>
            <a:off x="386794" y="3166896"/>
            <a:ext cx="4472548" cy="338554"/>
          </a:xfrm>
          <a:prstGeom prst="rect">
            <a:avLst/>
          </a:prstGeom>
          <a:solidFill>
            <a:schemeClr val="accent1">
              <a:lumMod val="40000"/>
              <a:lumOff val="60000"/>
            </a:schemeClr>
          </a:solidFill>
          <a:ln w="28575">
            <a:solidFill>
              <a:schemeClr val="tx1"/>
            </a:solidFill>
          </a:ln>
        </p:spPr>
        <p:txBody>
          <a:bodyPr wrap="square" rtlCol="0">
            <a:spAutoFit/>
          </a:bodyPr>
          <a:lstStyle/>
          <a:p>
            <a:r>
              <a:rPr lang="en-US" sz="1600" b="1" u="sng" dirty="0"/>
              <a:t>Example of Synthetic Long stock for strike @27</a:t>
            </a:r>
          </a:p>
        </p:txBody>
      </p:sp>
      <mc:AlternateContent xmlns:mc="http://schemas.openxmlformats.org/markup-compatibility/2006" xmlns:p14="http://schemas.microsoft.com/office/powerpoint/2010/main">
        <mc:Choice Requires="p14">
          <p:contentPart p14:bwMode="auto" r:id="rId83">
            <p14:nvContentPartPr>
              <p14:cNvPr id="121" name="Ink 120">
                <a:extLst>
                  <a:ext uri="{FF2B5EF4-FFF2-40B4-BE49-F238E27FC236}">
                    <a16:creationId xmlns:a16="http://schemas.microsoft.com/office/drawing/2014/main" id="{619D0DFE-DEAC-E8F1-C340-F7E0C5F23EC7}"/>
                  </a:ext>
                </a:extLst>
              </p14:cNvPr>
              <p14:cNvContentPartPr/>
              <p14:nvPr/>
            </p14:nvContentPartPr>
            <p14:xfrm>
              <a:off x="2641845" y="1744601"/>
              <a:ext cx="360" cy="360"/>
            </p14:xfrm>
          </p:contentPart>
        </mc:Choice>
        <mc:Fallback xmlns="">
          <p:pic>
            <p:nvPicPr>
              <p:cNvPr id="121" name="Ink 120">
                <a:extLst>
                  <a:ext uri="{FF2B5EF4-FFF2-40B4-BE49-F238E27FC236}">
                    <a16:creationId xmlns:a16="http://schemas.microsoft.com/office/drawing/2014/main" id="{619D0DFE-DEAC-E8F1-C340-F7E0C5F23EC7}"/>
                  </a:ext>
                </a:extLst>
              </p:cNvPr>
              <p:cNvPicPr/>
              <p:nvPr/>
            </p:nvPicPr>
            <p:blipFill>
              <a:blip r:embed="rId5"/>
              <a:stretch>
                <a:fillRect/>
              </a:stretch>
            </p:blipFill>
            <p:spPr>
              <a:xfrm>
                <a:off x="2635725" y="1738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22" name="Ink 121">
                <a:extLst>
                  <a:ext uri="{FF2B5EF4-FFF2-40B4-BE49-F238E27FC236}">
                    <a16:creationId xmlns:a16="http://schemas.microsoft.com/office/drawing/2014/main" id="{5B3B85A7-5D5A-A968-E004-B100FDA639D9}"/>
                  </a:ext>
                </a:extLst>
              </p14:cNvPr>
              <p14:cNvContentPartPr/>
              <p14:nvPr/>
            </p14:nvContentPartPr>
            <p14:xfrm>
              <a:off x="2770365" y="1753601"/>
              <a:ext cx="360" cy="360"/>
            </p14:xfrm>
          </p:contentPart>
        </mc:Choice>
        <mc:Fallback xmlns="">
          <p:pic>
            <p:nvPicPr>
              <p:cNvPr id="122" name="Ink 121">
                <a:extLst>
                  <a:ext uri="{FF2B5EF4-FFF2-40B4-BE49-F238E27FC236}">
                    <a16:creationId xmlns:a16="http://schemas.microsoft.com/office/drawing/2014/main" id="{5B3B85A7-5D5A-A968-E004-B100FDA639D9}"/>
                  </a:ext>
                </a:extLst>
              </p:cNvPr>
              <p:cNvPicPr/>
              <p:nvPr/>
            </p:nvPicPr>
            <p:blipFill>
              <a:blip r:embed="rId5"/>
              <a:stretch>
                <a:fillRect/>
              </a:stretch>
            </p:blipFill>
            <p:spPr>
              <a:xfrm>
                <a:off x="276424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23" name="Ink 122">
                <a:extLst>
                  <a:ext uri="{FF2B5EF4-FFF2-40B4-BE49-F238E27FC236}">
                    <a16:creationId xmlns:a16="http://schemas.microsoft.com/office/drawing/2014/main" id="{85C9BEFE-E818-5BD6-DC99-E5C45339D4B7}"/>
                  </a:ext>
                </a:extLst>
              </p14:cNvPr>
              <p14:cNvContentPartPr/>
              <p14:nvPr/>
            </p14:nvContentPartPr>
            <p14:xfrm>
              <a:off x="2898165" y="1753601"/>
              <a:ext cx="360" cy="360"/>
            </p14:xfrm>
          </p:contentPart>
        </mc:Choice>
        <mc:Fallback xmlns="">
          <p:pic>
            <p:nvPicPr>
              <p:cNvPr id="123" name="Ink 122">
                <a:extLst>
                  <a:ext uri="{FF2B5EF4-FFF2-40B4-BE49-F238E27FC236}">
                    <a16:creationId xmlns:a16="http://schemas.microsoft.com/office/drawing/2014/main" id="{85C9BEFE-E818-5BD6-DC99-E5C45339D4B7}"/>
                  </a:ext>
                </a:extLst>
              </p:cNvPr>
              <p:cNvPicPr/>
              <p:nvPr/>
            </p:nvPicPr>
            <p:blipFill>
              <a:blip r:embed="rId5"/>
              <a:stretch>
                <a:fillRect/>
              </a:stretch>
            </p:blipFill>
            <p:spPr>
              <a:xfrm>
                <a:off x="289204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24" name="Ink 123">
                <a:extLst>
                  <a:ext uri="{FF2B5EF4-FFF2-40B4-BE49-F238E27FC236}">
                    <a16:creationId xmlns:a16="http://schemas.microsoft.com/office/drawing/2014/main" id="{523A53A4-E38E-56A3-024B-85C858C89B05}"/>
                  </a:ext>
                </a:extLst>
              </p14:cNvPr>
              <p14:cNvContentPartPr/>
              <p14:nvPr/>
            </p14:nvContentPartPr>
            <p14:xfrm>
              <a:off x="2971245" y="1753601"/>
              <a:ext cx="360" cy="360"/>
            </p14:xfrm>
          </p:contentPart>
        </mc:Choice>
        <mc:Fallback xmlns="">
          <p:pic>
            <p:nvPicPr>
              <p:cNvPr id="124" name="Ink 123">
                <a:extLst>
                  <a:ext uri="{FF2B5EF4-FFF2-40B4-BE49-F238E27FC236}">
                    <a16:creationId xmlns:a16="http://schemas.microsoft.com/office/drawing/2014/main" id="{523A53A4-E38E-56A3-024B-85C858C89B05}"/>
                  </a:ext>
                </a:extLst>
              </p:cNvPr>
              <p:cNvPicPr/>
              <p:nvPr/>
            </p:nvPicPr>
            <p:blipFill>
              <a:blip r:embed="rId5"/>
              <a:stretch>
                <a:fillRect/>
              </a:stretch>
            </p:blipFill>
            <p:spPr>
              <a:xfrm>
                <a:off x="296512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25" name="Ink 124">
                <a:extLst>
                  <a:ext uri="{FF2B5EF4-FFF2-40B4-BE49-F238E27FC236}">
                    <a16:creationId xmlns:a16="http://schemas.microsoft.com/office/drawing/2014/main" id="{C28C08AE-FBF6-F6DA-E75A-05E85B2AC203}"/>
                  </a:ext>
                </a:extLst>
              </p14:cNvPr>
              <p14:cNvContentPartPr/>
              <p14:nvPr/>
            </p14:nvContentPartPr>
            <p14:xfrm>
              <a:off x="3081045" y="1707881"/>
              <a:ext cx="360" cy="360"/>
            </p14:xfrm>
          </p:contentPart>
        </mc:Choice>
        <mc:Fallback xmlns="">
          <p:pic>
            <p:nvPicPr>
              <p:cNvPr id="125" name="Ink 124">
                <a:extLst>
                  <a:ext uri="{FF2B5EF4-FFF2-40B4-BE49-F238E27FC236}">
                    <a16:creationId xmlns:a16="http://schemas.microsoft.com/office/drawing/2014/main" id="{C28C08AE-FBF6-F6DA-E75A-05E85B2AC203}"/>
                  </a:ext>
                </a:extLst>
              </p:cNvPr>
              <p:cNvPicPr/>
              <p:nvPr/>
            </p:nvPicPr>
            <p:blipFill>
              <a:blip r:embed="rId5"/>
              <a:stretch>
                <a:fillRect/>
              </a:stretch>
            </p:blipFill>
            <p:spPr>
              <a:xfrm>
                <a:off x="3074925" y="1701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26" name="Ink 125">
                <a:extLst>
                  <a:ext uri="{FF2B5EF4-FFF2-40B4-BE49-F238E27FC236}">
                    <a16:creationId xmlns:a16="http://schemas.microsoft.com/office/drawing/2014/main" id="{DC039920-52BF-37D2-C671-4930029F735E}"/>
                  </a:ext>
                </a:extLst>
              </p14:cNvPr>
              <p14:cNvContentPartPr/>
              <p14:nvPr/>
            </p14:nvContentPartPr>
            <p14:xfrm>
              <a:off x="3181845" y="1689521"/>
              <a:ext cx="360" cy="360"/>
            </p14:xfrm>
          </p:contentPart>
        </mc:Choice>
        <mc:Fallback xmlns="">
          <p:pic>
            <p:nvPicPr>
              <p:cNvPr id="126" name="Ink 125">
                <a:extLst>
                  <a:ext uri="{FF2B5EF4-FFF2-40B4-BE49-F238E27FC236}">
                    <a16:creationId xmlns:a16="http://schemas.microsoft.com/office/drawing/2014/main" id="{DC039920-52BF-37D2-C671-4930029F735E}"/>
                  </a:ext>
                </a:extLst>
              </p:cNvPr>
              <p:cNvPicPr/>
              <p:nvPr/>
            </p:nvPicPr>
            <p:blipFill>
              <a:blip r:embed="rId5"/>
              <a:stretch>
                <a:fillRect/>
              </a:stretch>
            </p:blipFill>
            <p:spPr>
              <a:xfrm>
                <a:off x="3175725" y="1683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27" name="Ink 126">
                <a:extLst>
                  <a:ext uri="{FF2B5EF4-FFF2-40B4-BE49-F238E27FC236}">
                    <a16:creationId xmlns:a16="http://schemas.microsoft.com/office/drawing/2014/main" id="{6B7D6F86-53C0-36AB-5871-194B650B06C1}"/>
                  </a:ext>
                </a:extLst>
              </p14:cNvPr>
              <p14:cNvContentPartPr/>
              <p14:nvPr/>
            </p14:nvContentPartPr>
            <p14:xfrm>
              <a:off x="3309645" y="1652801"/>
              <a:ext cx="360" cy="360"/>
            </p14:xfrm>
          </p:contentPart>
        </mc:Choice>
        <mc:Fallback xmlns="">
          <p:pic>
            <p:nvPicPr>
              <p:cNvPr id="127" name="Ink 126">
                <a:extLst>
                  <a:ext uri="{FF2B5EF4-FFF2-40B4-BE49-F238E27FC236}">
                    <a16:creationId xmlns:a16="http://schemas.microsoft.com/office/drawing/2014/main" id="{6B7D6F86-53C0-36AB-5871-194B650B06C1}"/>
                  </a:ext>
                </a:extLst>
              </p:cNvPr>
              <p:cNvPicPr/>
              <p:nvPr/>
            </p:nvPicPr>
            <p:blipFill>
              <a:blip r:embed="rId5"/>
              <a:stretch>
                <a:fillRect/>
              </a:stretch>
            </p:blipFill>
            <p:spPr>
              <a:xfrm>
                <a:off x="3303525" y="1646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28" name="Ink 127">
                <a:extLst>
                  <a:ext uri="{FF2B5EF4-FFF2-40B4-BE49-F238E27FC236}">
                    <a16:creationId xmlns:a16="http://schemas.microsoft.com/office/drawing/2014/main" id="{FA51F91A-30FA-60A5-9E70-0EBCDB955D26}"/>
                  </a:ext>
                </a:extLst>
              </p14:cNvPr>
              <p14:cNvContentPartPr/>
              <p14:nvPr/>
            </p14:nvContentPartPr>
            <p14:xfrm>
              <a:off x="3383085" y="1680521"/>
              <a:ext cx="360" cy="360"/>
            </p14:xfrm>
          </p:contentPart>
        </mc:Choice>
        <mc:Fallback xmlns="">
          <p:pic>
            <p:nvPicPr>
              <p:cNvPr id="128" name="Ink 127">
                <a:extLst>
                  <a:ext uri="{FF2B5EF4-FFF2-40B4-BE49-F238E27FC236}">
                    <a16:creationId xmlns:a16="http://schemas.microsoft.com/office/drawing/2014/main" id="{FA51F91A-30FA-60A5-9E70-0EBCDB955D26}"/>
                  </a:ext>
                </a:extLst>
              </p:cNvPr>
              <p:cNvPicPr/>
              <p:nvPr/>
            </p:nvPicPr>
            <p:blipFill>
              <a:blip r:embed="rId5"/>
              <a:stretch>
                <a:fillRect/>
              </a:stretch>
            </p:blipFill>
            <p:spPr>
              <a:xfrm>
                <a:off x="3376965" y="1674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29" name="Ink 128">
                <a:extLst>
                  <a:ext uri="{FF2B5EF4-FFF2-40B4-BE49-F238E27FC236}">
                    <a16:creationId xmlns:a16="http://schemas.microsoft.com/office/drawing/2014/main" id="{CE79935C-26A4-48CA-3A4F-827715F4EB46}"/>
                  </a:ext>
                </a:extLst>
              </p14:cNvPr>
              <p14:cNvContentPartPr/>
              <p14:nvPr/>
            </p14:nvContentPartPr>
            <p14:xfrm>
              <a:off x="3437445" y="1716881"/>
              <a:ext cx="360" cy="360"/>
            </p14:xfrm>
          </p:contentPart>
        </mc:Choice>
        <mc:Fallback xmlns="">
          <p:pic>
            <p:nvPicPr>
              <p:cNvPr id="129" name="Ink 128">
                <a:extLst>
                  <a:ext uri="{FF2B5EF4-FFF2-40B4-BE49-F238E27FC236}">
                    <a16:creationId xmlns:a16="http://schemas.microsoft.com/office/drawing/2014/main" id="{CE79935C-26A4-48CA-3A4F-827715F4EB46}"/>
                  </a:ext>
                </a:extLst>
              </p:cNvPr>
              <p:cNvPicPr/>
              <p:nvPr/>
            </p:nvPicPr>
            <p:blipFill>
              <a:blip r:embed="rId5"/>
              <a:stretch>
                <a:fillRect/>
              </a:stretch>
            </p:blipFill>
            <p:spPr>
              <a:xfrm>
                <a:off x="3431325" y="1710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30" name="Ink 129">
                <a:extLst>
                  <a:ext uri="{FF2B5EF4-FFF2-40B4-BE49-F238E27FC236}">
                    <a16:creationId xmlns:a16="http://schemas.microsoft.com/office/drawing/2014/main" id="{FE8DC0A3-9DAE-0A93-E762-D8F292BDE1FD}"/>
                  </a:ext>
                </a:extLst>
              </p14:cNvPr>
              <p14:cNvContentPartPr/>
              <p14:nvPr/>
            </p14:nvContentPartPr>
            <p14:xfrm>
              <a:off x="3519885" y="1771961"/>
              <a:ext cx="360" cy="360"/>
            </p14:xfrm>
          </p:contentPart>
        </mc:Choice>
        <mc:Fallback xmlns="">
          <p:pic>
            <p:nvPicPr>
              <p:cNvPr id="130" name="Ink 129">
                <a:extLst>
                  <a:ext uri="{FF2B5EF4-FFF2-40B4-BE49-F238E27FC236}">
                    <a16:creationId xmlns:a16="http://schemas.microsoft.com/office/drawing/2014/main" id="{FE8DC0A3-9DAE-0A93-E762-D8F292BDE1FD}"/>
                  </a:ext>
                </a:extLst>
              </p:cNvPr>
              <p:cNvPicPr/>
              <p:nvPr/>
            </p:nvPicPr>
            <p:blipFill>
              <a:blip r:embed="rId5"/>
              <a:stretch>
                <a:fillRect/>
              </a:stretch>
            </p:blipFill>
            <p:spPr>
              <a:xfrm>
                <a:off x="3513765" y="1765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31" name="Ink 130">
                <a:extLst>
                  <a:ext uri="{FF2B5EF4-FFF2-40B4-BE49-F238E27FC236}">
                    <a16:creationId xmlns:a16="http://schemas.microsoft.com/office/drawing/2014/main" id="{F3948018-3C45-2BA8-21DA-82011BAC2AF7}"/>
                  </a:ext>
                </a:extLst>
              </p14:cNvPr>
              <p14:cNvContentPartPr/>
              <p14:nvPr/>
            </p14:nvContentPartPr>
            <p14:xfrm>
              <a:off x="3602325" y="1808321"/>
              <a:ext cx="360" cy="360"/>
            </p14:xfrm>
          </p:contentPart>
        </mc:Choice>
        <mc:Fallback xmlns="">
          <p:pic>
            <p:nvPicPr>
              <p:cNvPr id="131" name="Ink 130">
                <a:extLst>
                  <a:ext uri="{FF2B5EF4-FFF2-40B4-BE49-F238E27FC236}">
                    <a16:creationId xmlns:a16="http://schemas.microsoft.com/office/drawing/2014/main" id="{F3948018-3C45-2BA8-21DA-82011BAC2AF7}"/>
                  </a:ext>
                </a:extLst>
              </p:cNvPr>
              <p:cNvPicPr/>
              <p:nvPr/>
            </p:nvPicPr>
            <p:blipFill>
              <a:blip r:embed="rId5"/>
              <a:stretch>
                <a:fillRect/>
              </a:stretch>
            </p:blipFill>
            <p:spPr>
              <a:xfrm>
                <a:off x="3596205" y="1802201"/>
                <a:ext cx="12600" cy="12600"/>
              </a:xfrm>
              <a:prstGeom prst="rect">
                <a:avLst/>
              </a:prstGeom>
            </p:spPr>
          </p:pic>
        </mc:Fallback>
      </mc:AlternateContent>
      <p:grpSp>
        <p:nvGrpSpPr>
          <p:cNvPr id="146" name="Group 145">
            <a:extLst>
              <a:ext uri="{FF2B5EF4-FFF2-40B4-BE49-F238E27FC236}">
                <a16:creationId xmlns:a16="http://schemas.microsoft.com/office/drawing/2014/main" id="{31D463F4-A157-5DE6-84EC-AF7994CBADD1}"/>
              </a:ext>
            </a:extLst>
          </p:cNvPr>
          <p:cNvGrpSpPr/>
          <p:nvPr/>
        </p:nvGrpSpPr>
        <p:grpSpPr>
          <a:xfrm>
            <a:off x="3703125" y="1817321"/>
            <a:ext cx="45720" cy="360"/>
            <a:chOff x="4142304" y="5275656"/>
            <a:chExt cx="45720" cy="360"/>
          </a:xfrm>
        </p:grpSpPr>
        <mc:AlternateContent xmlns:mc="http://schemas.openxmlformats.org/markup-compatibility/2006" xmlns:p14="http://schemas.microsoft.com/office/powerpoint/2010/main">
          <mc:Choice Requires="p14">
            <p:contentPart p14:bwMode="auto" r:id="rId94">
              <p14:nvContentPartPr>
                <p14:cNvPr id="132" name="Ink 131">
                  <a:extLst>
                    <a:ext uri="{FF2B5EF4-FFF2-40B4-BE49-F238E27FC236}">
                      <a16:creationId xmlns:a16="http://schemas.microsoft.com/office/drawing/2014/main" id="{19DB3037-7E7A-F969-C88F-FDB445ACEAC2}"/>
                    </a:ext>
                  </a:extLst>
                </p14:cNvPr>
                <p14:cNvContentPartPr/>
                <p14:nvPr/>
              </p14:nvContentPartPr>
              <p14:xfrm>
                <a:off x="4142304" y="5275656"/>
                <a:ext cx="360" cy="360"/>
              </p14:xfrm>
            </p:contentPart>
          </mc:Choice>
          <mc:Fallback xmlns="">
            <p:pic>
              <p:nvPicPr>
                <p:cNvPr id="132" name="Ink 131">
                  <a:extLst>
                    <a:ext uri="{FF2B5EF4-FFF2-40B4-BE49-F238E27FC236}">
                      <a16:creationId xmlns:a16="http://schemas.microsoft.com/office/drawing/2014/main" id="{19DB3037-7E7A-F969-C88F-FDB445ACEAC2}"/>
                    </a:ext>
                  </a:extLst>
                </p:cNvPr>
                <p:cNvPicPr/>
                <p:nvPr/>
              </p:nvPicPr>
              <p:blipFill>
                <a:blip r:embed="rId5"/>
                <a:stretch>
                  <a:fillRect/>
                </a:stretch>
              </p:blipFill>
              <p:spPr>
                <a:xfrm>
                  <a:off x="4136184" y="52695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33" name="Ink 132">
                  <a:extLst>
                    <a:ext uri="{FF2B5EF4-FFF2-40B4-BE49-F238E27FC236}">
                      <a16:creationId xmlns:a16="http://schemas.microsoft.com/office/drawing/2014/main" id="{34B2B94F-2BF3-58A6-C89C-42A2F49D8F54}"/>
                    </a:ext>
                  </a:extLst>
                </p14:cNvPr>
                <p14:cNvContentPartPr/>
                <p14:nvPr/>
              </p14:nvContentPartPr>
              <p14:xfrm>
                <a:off x="4187664" y="5275656"/>
                <a:ext cx="360" cy="360"/>
              </p14:xfrm>
            </p:contentPart>
          </mc:Choice>
          <mc:Fallback xmlns="">
            <p:pic>
              <p:nvPicPr>
                <p:cNvPr id="133" name="Ink 132">
                  <a:extLst>
                    <a:ext uri="{FF2B5EF4-FFF2-40B4-BE49-F238E27FC236}">
                      <a16:creationId xmlns:a16="http://schemas.microsoft.com/office/drawing/2014/main" id="{34B2B94F-2BF3-58A6-C89C-42A2F49D8F54}"/>
                    </a:ext>
                  </a:extLst>
                </p:cNvPr>
                <p:cNvPicPr/>
                <p:nvPr/>
              </p:nvPicPr>
              <p:blipFill>
                <a:blip r:embed="rId5"/>
                <a:stretch>
                  <a:fillRect/>
                </a:stretch>
              </p:blipFill>
              <p:spPr>
                <a:xfrm>
                  <a:off x="4181544" y="526953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6">
            <p14:nvContentPartPr>
              <p14:cNvPr id="134" name="Ink 133">
                <a:extLst>
                  <a:ext uri="{FF2B5EF4-FFF2-40B4-BE49-F238E27FC236}">
                    <a16:creationId xmlns:a16="http://schemas.microsoft.com/office/drawing/2014/main" id="{B4588423-52EA-410B-46DC-DF5E0C714E69}"/>
                  </a:ext>
                </a:extLst>
              </p14:cNvPr>
              <p14:cNvContentPartPr/>
              <p14:nvPr/>
            </p14:nvContentPartPr>
            <p14:xfrm>
              <a:off x="3821925" y="1798961"/>
              <a:ext cx="360" cy="360"/>
            </p14:xfrm>
          </p:contentPart>
        </mc:Choice>
        <mc:Fallback xmlns="">
          <p:pic>
            <p:nvPicPr>
              <p:cNvPr id="134" name="Ink 133">
                <a:extLst>
                  <a:ext uri="{FF2B5EF4-FFF2-40B4-BE49-F238E27FC236}">
                    <a16:creationId xmlns:a16="http://schemas.microsoft.com/office/drawing/2014/main" id="{B4588423-52EA-410B-46DC-DF5E0C714E69}"/>
                  </a:ext>
                </a:extLst>
              </p:cNvPr>
              <p:cNvPicPr/>
              <p:nvPr/>
            </p:nvPicPr>
            <p:blipFill>
              <a:blip r:embed="rId5"/>
              <a:stretch>
                <a:fillRect/>
              </a:stretch>
            </p:blipFill>
            <p:spPr>
              <a:xfrm>
                <a:off x="3815805" y="1792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35" name="Ink 134">
                <a:extLst>
                  <a:ext uri="{FF2B5EF4-FFF2-40B4-BE49-F238E27FC236}">
                    <a16:creationId xmlns:a16="http://schemas.microsoft.com/office/drawing/2014/main" id="{8C8D9996-3497-3CDA-BC20-82E37C3C3AFA}"/>
                  </a:ext>
                </a:extLst>
              </p14:cNvPr>
              <p14:cNvContentPartPr/>
              <p14:nvPr/>
            </p14:nvContentPartPr>
            <p14:xfrm>
              <a:off x="3904005" y="1762961"/>
              <a:ext cx="360" cy="360"/>
            </p14:xfrm>
          </p:contentPart>
        </mc:Choice>
        <mc:Fallback xmlns="">
          <p:pic>
            <p:nvPicPr>
              <p:cNvPr id="135" name="Ink 134">
                <a:extLst>
                  <a:ext uri="{FF2B5EF4-FFF2-40B4-BE49-F238E27FC236}">
                    <a16:creationId xmlns:a16="http://schemas.microsoft.com/office/drawing/2014/main" id="{8C8D9996-3497-3CDA-BC20-82E37C3C3AFA}"/>
                  </a:ext>
                </a:extLst>
              </p:cNvPr>
              <p:cNvPicPr/>
              <p:nvPr/>
            </p:nvPicPr>
            <p:blipFill>
              <a:blip r:embed="rId5"/>
              <a:stretch>
                <a:fillRect/>
              </a:stretch>
            </p:blipFill>
            <p:spPr>
              <a:xfrm>
                <a:off x="3897885" y="1756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36" name="Ink 135">
                <a:extLst>
                  <a:ext uri="{FF2B5EF4-FFF2-40B4-BE49-F238E27FC236}">
                    <a16:creationId xmlns:a16="http://schemas.microsoft.com/office/drawing/2014/main" id="{C3DCA70F-9AE1-F68D-E8CD-5621AC5A362E}"/>
                  </a:ext>
                </a:extLst>
              </p14:cNvPr>
              <p14:cNvContentPartPr/>
              <p14:nvPr/>
            </p14:nvContentPartPr>
            <p14:xfrm>
              <a:off x="3931365" y="1735241"/>
              <a:ext cx="360" cy="360"/>
            </p14:xfrm>
          </p:contentPart>
        </mc:Choice>
        <mc:Fallback xmlns="">
          <p:pic>
            <p:nvPicPr>
              <p:cNvPr id="136" name="Ink 135">
                <a:extLst>
                  <a:ext uri="{FF2B5EF4-FFF2-40B4-BE49-F238E27FC236}">
                    <a16:creationId xmlns:a16="http://schemas.microsoft.com/office/drawing/2014/main" id="{C3DCA70F-9AE1-F68D-E8CD-5621AC5A362E}"/>
                  </a:ext>
                </a:extLst>
              </p:cNvPr>
              <p:cNvPicPr/>
              <p:nvPr/>
            </p:nvPicPr>
            <p:blipFill>
              <a:blip r:embed="rId5"/>
              <a:stretch>
                <a:fillRect/>
              </a:stretch>
            </p:blipFill>
            <p:spPr>
              <a:xfrm>
                <a:off x="3925245" y="1729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37" name="Ink 136">
                <a:extLst>
                  <a:ext uri="{FF2B5EF4-FFF2-40B4-BE49-F238E27FC236}">
                    <a16:creationId xmlns:a16="http://schemas.microsoft.com/office/drawing/2014/main" id="{CD845197-72B4-A908-C56F-2212E0891B3D}"/>
                  </a:ext>
                </a:extLst>
              </p14:cNvPr>
              <p14:cNvContentPartPr/>
              <p14:nvPr/>
            </p14:nvContentPartPr>
            <p14:xfrm>
              <a:off x="4013805" y="1680521"/>
              <a:ext cx="360" cy="360"/>
            </p14:xfrm>
          </p:contentPart>
        </mc:Choice>
        <mc:Fallback xmlns="">
          <p:pic>
            <p:nvPicPr>
              <p:cNvPr id="137" name="Ink 136">
                <a:extLst>
                  <a:ext uri="{FF2B5EF4-FFF2-40B4-BE49-F238E27FC236}">
                    <a16:creationId xmlns:a16="http://schemas.microsoft.com/office/drawing/2014/main" id="{CD845197-72B4-A908-C56F-2212E0891B3D}"/>
                  </a:ext>
                </a:extLst>
              </p:cNvPr>
              <p:cNvPicPr/>
              <p:nvPr/>
            </p:nvPicPr>
            <p:blipFill>
              <a:blip r:embed="rId5"/>
              <a:stretch>
                <a:fillRect/>
              </a:stretch>
            </p:blipFill>
            <p:spPr>
              <a:xfrm>
                <a:off x="4007685" y="1674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38" name="Ink 137">
                <a:extLst>
                  <a:ext uri="{FF2B5EF4-FFF2-40B4-BE49-F238E27FC236}">
                    <a16:creationId xmlns:a16="http://schemas.microsoft.com/office/drawing/2014/main" id="{1957C034-07F8-B22B-E422-DED204616E91}"/>
                  </a:ext>
                </a:extLst>
              </p14:cNvPr>
              <p14:cNvContentPartPr/>
              <p14:nvPr/>
            </p14:nvContentPartPr>
            <p14:xfrm>
              <a:off x="4059525" y="1671161"/>
              <a:ext cx="360" cy="360"/>
            </p14:xfrm>
          </p:contentPart>
        </mc:Choice>
        <mc:Fallback xmlns="">
          <p:pic>
            <p:nvPicPr>
              <p:cNvPr id="138" name="Ink 137">
                <a:extLst>
                  <a:ext uri="{FF2B5EF4-FFF2-40B4-BE49-F238E27FC236}">
                    <a16:creationId xmlns:a16="http://schemas.microsoft.com/office/drawing/2014/main" id="{1957C034-07F8-B22B-E422-DED204616E91}"/>
                  </a:ext>
                </a:extLst>
              </p:cNvPr>
              <p:cNvPicPr/>
              <p:nvPr/>
            </p:nvPicPr>
            <p:blipFill>
              <a:blip r:embed="rId5"/>
              <a:stretch>
                <a:fillRect/>
              </a:stretch>
            </p:blipFill>
            <p:spPr>
              <a:xfrm>
                <a:off x="4053405" y="1665041"/>
                <a:ext cx="12600" cy="12600"/>
              </a:xfrm>
              <a:prstGeom prst="rect">
                <a:avLst/>
              </a:prstGeom>
            </p:spPr>
          </p:pic>
        </mc:Fallback>
      </mc:AlternateContent>
      <p:grpSp>
        <p:nvGrpSpPr>
          <p:cNvPr id="145" name="Group 144">
            <a:extLst>
              <a:ext uri="{FF2B5EF4-FFF2-40B4-BE49-F238E27FC236}">
                <a16:creationId xmlns:a16="http://schemas.microsoft.com/office/drawing/2014/main" id="{79DC5605-EDC3-B98A-6D23-72121563C93E}"/>
              </a:ext>
            </a:extLst>
          </p:cNvPr>
          <p:cNvGrpSpPr/>
          <p:nvPr/>
        </p:nvGrpSpPr>
        <p:grpSpPr>
          <a:xfrm>
            <a:off x="4169325" y="1662161"/>
            <a:ext cx="9360" cy="360"/>
            <a:chOff x="4608504" y="5120496"/>
            <a:chExt cx="9360" cy="360"/>
          </a:xfrm>
        </p:grpSpPr>
        <mc:AlternateContent xmlns:mc="http://schemas.openxmlformats.org/markup-compatibility/2006" xmlns:p14="http://schemas.microsoft.com/office/powerpoint/2010/main">
          <mc:Choice Requires="p14">
            <p:contentPart p14:bwMode="auto" r:id="rId101">
              <p14:nvContentPartPr>
                <p14:cNvPr id="139" name="Ink 138">
                  <a:extLst>
                    <a:ext uri="{FF2B5EF4-FFF2-40B4-BE49-F238E27FC236}">
                      <a16:creationId xmlns:a16="http://schemas.microsoft.com/office/drawing/2014/main" id="{1C461CF9-A68D-68CF-C06D-1003CF7C3626}"/>
                    </a:ext>
                  </a:extLst>
                </p14:cNvPr>
                <p14:cNvContentPartPr/>
                <p14:nvPr/>
              </p14:nvContentPartPr>
              <p14:xfrm>
                <a:off x="4608504" y="5120496"/>
                <a:ext cx="360" cy="360"/>
              </p14:xfrm>
            </p:contentPart>
          </mc:Choice>
          <mc:Fallback xmlns="">
            <p:pic>
              <p:nvPicPr>
                <p:cNvPr id="139" name="Ink 138">
                  <a:extLst>
                    <a:ext uri="{FF2B5EF4-FFF2-40B4-BE49-F238E27FC236}">
                      <a16:creationId xmlns:a16="http://schemas.microsoft.com/office/drawing/2014/main" id="{1C461CF9-A68D-68CF-C06D-1003CF7C3626}"/>
                    </a:ext>
                  </a:extLst>
                </p:cNvPr>
                <p:cNvPicPr/>
                <p:nvPr/>
              </p:nvPicPr>
              <p:blipFill>
                <a:blip r:embed="rId5"/>
                <a:stretch>
                  <a:fillRect/>
                </a:stretch>
              </p:blipFill>
              <p:spPr>
                <a:xfrm>
                  <a:off x="4602384" y="51143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40" name="Ink 139">
                  <a:extLst>
                    <a:ext uri="{FF2B5EF4-FFF2-40B4-BE49-F238E27FC236}">
                      <a16:creationId xmlns:a16="http://schemas.microsoft.com/office/drawing/2014/main" id="{2C7EC7FF-CCC7-BC7F-8CF0-BB9F89ABBF69}"/>
                    </a:ext>
                  </a:extLst>
                </p14:cNvPr>
                <p14:cNvContentPartPr/>
                <p14:nvPr/>
              </p14:nvContentPartPr>
              <p14:xfrm>
                <a:off x="4617504" y="5120496"/>
                <a:ext cx="360" cy="360"/>
              </p14:xfrm>
            </p:contentPart>
          </mc:Choice>
          <mc:Fallback xmlns="">
            <p:pic>
              <p:nvPicPr>
                <p:cNvPr id="140" name="Ink 139">
                  <a:extLst>
                    <a:ext uri="{FF2B5EF4-FFF2-40B4-BE49-F238E27FC236}">
                      <a16:creationId xmlns:a16="http://schemas.microsoft.com/office/drawing/2014/main" id="{2C7EC7FF-CCC7-BC7F-8CF0-BB9F89ABBF69}"/>
                    </a:ext>
                  </a:extLst>
                </p:cNvPr>
                <p:cNvPicPr/>
                <p:nvPr/>
              </p:nvPicPr>
              <p:blipFill>
                <a:blip r:embed="rId5"/>
                <a:stretch>
                  <a:fillRect/>
                </a:stretch>
              </p:blipFill>
              <p:spPr>
                <a:xfrm>
                  <a:off x="4611384" y="511437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3">
            <p14:nvContentPartPr>
              <p14:cNvPr id="141" name="Ink 140">
                <a:extLst>
                  <a:ext uri="{FF2B5EF4-FFF2-40B4-BE49-F238E27FC236}">
                    <a16:creationId xmlns:a16="http://schemas.microsoft.com/office/drawing/2014/main" id="{F5B1C694-1DB4-DD28-FBF0-07B769ABC0FD}"/>
                  </a:ext>
                </a:extLst>
              </p14:cNvPr>
              <p14:cNvContentPartPr/>
              <p14:nvPr/>
            </p14:nvContentPartPr>
            <p14:xfrm>
              <a:off x="4242405" y="1707881"/>
              <a:ext cx="360" cy="360"/>
            </p14:xfrm>
          </p:contentPart>
        </mc:Choice>
        <mc:Fallback xmlns="">
          <p:pic>
            <p:nvPicPr>
              <p:cNvPr id="141" name="Ink 140">
                <a:extLst>
                  <a:ext uri="{FF2B5EF4-FFF2-40B4-BE49-F238E27FC236}">
                    <a16:creationId xmlns:a16="http://schemas.microsoft.com/office/drawing/2014/main" id="{F5B1C694-1DB4-DD28-FBF0-07B769ABC0FD}"/>
                  </a:ext>
                </a:extLst>
              </p:cNvPr>
              <p:cNvPicPr/>
              <p:nvPr/>
            </p:nvPicPr>
            <p:blipFill>
              <a:blip r:embed="rId5"/>
              <a:stretch>
                <a:fillRect/>
              </a:stretch>
            </p:blipFill>
            <p:spPr>
              <a:xfrm>
                <a:off x="4236285" y="1701761"/>
                <a:ext cx="12600" cy="12600"/>
              </a:xfrm>
              <a:prstGeom prst="rect">
                <a:avLst/>
              </a:prstGeom>
            </p:spPr>
          </p:pic>
        </mc:Fallback>
      </mc:AlternateContent>
      <p:grpSp>
        <p:nvGrpSpPr>
          <p:cNvPr id="144" name="Group 143">
            <a:extLst>
              <a:ext uri="{FF2B5EF4-FFF2-40B4-BE49-F238E27FC236}">
                <a16:creationId xmlns:a16="http://schemas.microsoft.com/office/drawing/2014/main" id="{34663AB5-DDD5-AAAA-EFE5-980309D0D745}"/>
              </a:ext>
            </a:extLst>
          </p:cNvPr>
          <p:cNvGrpSpPr/>
          <p:nvPr/>
        </p:nvGrpSpPr>
        <p:grpSpPr>
          <a:xfrm>
            <a:off x="4297125" y="1707881"/>
            <a:ext cx="18720" cy="360"/>
            <a:chOff x="4736304" y="5166216"/>
            <a:chExt cx="18720" cy="360"/>
          </a:xfrm>
        </p:grpSpPr>
        <mc:AlternateContent xmlns:mc="http://schemas.openxmlformats.org/markup-compatibility/2006" xmlns:p14="http://schemas.microsoft.com/office/powerpoint/2010/main">
          <mc:Choice Requires="p14">
            <p:contentPart p14:bwMode="auto" r:id="rId104">
              <p14:nvContentPartPr>
                <p14:cNvPr id="142" name="Ink 141">
                  <a:extLst>
                    <a:ext uri="{FF2B5EF4-FFF2-40B4-BE49-F238E27FC236}">
                      <a16:creationId xmlns:a16="http://schemas.microsoft.com/office/drawing/2014/main" id="{84CAE1D8-BE48-B36B-2267-0F397D72C5FA}"/>
                    </a:ext>
                  </a:extLst>
                </p14:cNvPr>
                <p14:cNvContentPartPr/>
                <p14:nvPr/>
              </p14:nvContentPartPr>
              <p14:xfrm>
                <a:off x="4736304" y="5166216"/>
                <a:ext cx="360" cy="360"/>
              </p14:xfrm>
            </p:contentPart>
          </mc:Choice>
          <mc:Fallback xmlns="">
            <p:pic>
              <p:nvPicPr>
                <p:cNvPr id="142" name="Ink 141">
                  <a:extLst>
                    <a:ext uri="{FF2B5EF4-FFF2-40B4-BE49-F238E27FC236}">
                      <a16:creationId xmlns:a16="http://schemas.microsoft.com/office/drawing/2014/main" id="{84CAE1D8-BE48-B36B-2267-0F397D72C5FA}"/>
                    </a:ext>
                  </a:extLst>
                </p:cNvPr>
                <p:cNvPicPr/>
                <p:nvPr/>
              </p:nvPicPr>
              <p:blipFill>
                <a:blip r:embed="rId5"/>
                <a:stretch>
                  <a:fillRect/>
                </a:stretch>
              </p:blipFill>
              <p:spPr>
                <a:xfrm>
                  <a:off x="4730184" y="5160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43" name="Ink 142">
                  <a:extLst>
                    <a:ext uri="{FF2B5EF4-FFF2-40B4-BE49-F238E27FC236}">
                      <a16:creationId xmlns:a16="http://schemas.microsoft.com/office/drawing/2014/main" id="{6777C96C-BE3E-9327-4D8F-AEE731E8C5B8}"/>
                    </a:ext>
                  </a:extLst>
                </p14:cNvPr>
                <p14:cNvContentPartPr/>
                <p14:nvPr/>
              </p14:nvContentPartPr>
              <p14:xfrm>
                <a:off x="4754664" y="5166216"/>
                <a:ext cx="360" cy="360"/>
              </p14:xfrm>
            </p:contentPart>
          </mc:Choice>
          <mc:Fallback xmlns="">
            <p:pic>
              <p:nvPicPr>
                <p:cNvPr id="143" name="Ink 142">
                  <a:extLst>
                    <a:ext uri="{FF2B5EF4-FFF2-40B4-BE49-F238E27FC236}">
                      <a16:creationId xmlns:a16="http://schemas.microsoft.com/office/drawing/2014/main" id="{6777C96C-BE3E-9327-4D8F-AEE731E8C5B8}"/>
                    </a:ext>
                  </a:extLst>
                </p:cNvPr>
                <p:cNvPicPr/>
                <p:nvPr/>
              </p:nvPicPr>
              <p:blipFill>
                <a:blip r:embed="rId5"/>
                <a:stretch>
                  <a:fillRect/>
                </a:stretch>
              </p:blipFill>
              <p:spPr>
                <a:xfrm>
                  <a:off x="4748544" y="516009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6">
            <p14:nvContentPartPr>
              <p14:cNvPr id="147" name="Ink 146">
                <a:extLst>
                  <a:ext uri="{FF2B5EF4-FFF2-40B4-BE49-F238E27FC236}">
                    <a16:creationId xmlns:a16="http://schemas.microsoft.com/office/drawing/2014/main" id="{ABEDF324-0FDD-8D54-CD0F-57A678C6CA59}"/>
                  </a:ext>
                </a:extLst>
              </p14:cNvPr>
              <p14:cNvContentPartPr/>
              <p14:nvPr/>
            </p14:nvContentPartPr>
            <p14:xfrm>
              <a:off x="3300285" y="1762961"/>
              <a:ext cx="360" cy="360"/>
            </p14:xfrm>
          </p:contentPart>
        </mc:Choice>
        <mc:Fallback xmlns="">
          <p:pic>
            <p:nvPicPr>
              <p:cNvPr id="147" name="Ink 146">
                <a:extLst>
                  <a:ext uri="{FF2B5EF4-FFF2-40B4-BE49-F238E27FC236}">
                    <a16:creationId xmlns:a16="http://schemas.microsoft.com/office/drawing/2014/main" id="{ABEDF324-0FDD-8D54-CD0F-57A678C6CA59}"/>
                  </a:ext>
                </a:extLst>
              </p:cNvPr>
              <p:cNvPicPr/>
              <p:nvPr/>
            </p:nvPicPr>
            <p:blipFill>
              <a:blip r:embed="rId5"/>
              <a:stretch>
                <a:fillRect/>
              </a:stretch>
            </p:blipFill>
            <p:spPr>
              <a:xfrm>
                <a:off x="3294165" y="1756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48" name="Ink 147">
                <a:extLst>
                  <a:ext uri="{FF2B5EF4-FFF2-40B4-BE49-F238E27FC236}">
                    <a16:creationId xmlns:a16="http://schemas.microsoft.com/office/drawing/2014/main" id="{8599937A-C677-0601-A677-8A8FB1D520CE}"/>
                  </a:ext>
                </a:extLst>
              </p14:cNvPr>
              <p14:cNvContentPartPr/>
              <p14:nvPr/>
            </p14:nvContentPartPr>
            <p14:xfrm>
              <a:off x="3565965" y="1735241"/>
              <a:ext cx="360" cy="360"/>
            </p14:xfrm>
          </p:contentPart>
        </mc:Choice>
        <mc:Fallback xmlns="">
          <p:pic>
            <p:nvPicPr>
              <p:cNvPr id="148" name="Ink 147">
                <a:extLst>
                  <a:ext uri="{FF2B5EF4-FFF2-40B4-BE49-F238E27FC236}">
                    <a16:creationId xmlns:a16="http://schemas.microsoft.com/office/drawing/2014/main" id="{8599937A-C677-0601-A677-8A8FB1D520CE}"/>
                  </a:ext>
                </a:extLst>
              </p:cNvPr>
              <p:cNvPicPr/>
              <p:nvPr/>
            </p:nvPicPr>
            <p:blipFill>
              <a:blip r:embed="rId5"/>
              <a:stretch>
                <a:fillRect/>
              </a:stretch>
            </p:blipFill>
            <p:spPr>
              <a:xfrm>
                <a:off x="3559845" y="1729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49" name="Ink 148">
                <a:extLst>
                  <a:ext uri="{FF2B5EF4-FFF2-40B4-BE49-F238E27FC236}">
                    <a16:creationId xmlns:a16="http://schemas.microsoft.com/office/drawing/2014/main" id="{78754508-98D3-199E-45CA-19DEC0B237EF}"/>
                  </a:ext>
                </a:extLst>
              </p14:cNvPr>
              <p14:cNvContentPartPr/>
              <p14:nvPr/>
            </p14:nvContentPartPr>
            <p14:xfrm>
              <a:off x="3666405" y="1716881"/>
              <a:ext cx="360" cy="360"/>
            </p14:xfrm>
          </p:contentPart>
        </mc:Choice>
        <mc:Fallback xmlns="">
          <p:pic>
            <p:nvPicPr>
              <p:cNvPr id="149" name="Ink 148">
                <a:extLst>
                  <a:ext uri="{FF2B5EF4-FFF2-40B4-BE49-F238E27FC236}">
                    <a16:creationId xmlns:a16="http://schemas.microsoft.com/office/drawing/2014/main" id="{78754508-98D3-199E-45CA-19DEC0B237EF}"/>
                  </a:ext>
                </a:extLst>
              </p:cNvPr>
              <p:cNvPicPr/>
              <p:nvPr/>
            </p:nvPicPr>
            <p:blipFill>
              <a:blip r:embed="rId5"/>
              <a:stretch>
                <a:fillRect/>
              </a:stretch>
            </p:blipFill>
            <p:spPr>
              <a:xfrm>
                <a:off x="3660285" y="1710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50" name="Ink 149">
                <a:extLst>
                  <a:ext uri="{FF2B5EF4-FFF2-40B4-BE49-F238E27FC236}">
                    <a16:creationId xmlns:a16="http://schemas.microsoft.com/office/drawing/2014/main" id="{8F48CD38-58AE-1426-9CA6-68ACF81F3923}"/>
                  </a:ext>
                </a:extLst>
              </p14:cNvPr>
              <p14:cNvContentPartPr/>
              <p14:nvPr/>
            </p14:nvContentPartPr>
            <p14:xfrm>
              <a:off x="3730125" y="1707881"/>
              <a:ext cx="360" cy="360"/>
            </p14:xfrm>
          </p:contentPart>
        </mc:Choice>
        <mc:Fallback xmlns="">
          <p:pic>
            <p:nvPicPr>
              <p:cNvPr id="150" name="Ink 149">
                <a:extLst>
                  <a:ext uri="{FF2B5EF4-FFF2-40B4-BE49-F238E27FC236}">
                    <a16:creationId xmlns:a16="http://schemas.microsoft.com/office/drawing/2014/main" id="{8F48CD38-58AE-1426-9CA6-68ACF81F3923}"/>
                  </a:ext>
                </a:extLst>
              </p:cNvPr>
              <p:cNvPicPr/>
              <p:nvPr/>
            </p:nvPicPr>
            <p:blipFill>
              <a:blip r:embed="rId5"/>
              <a:stretch>
                <a:fillRect/>
              </a:stretch>
            </p:blipFill>
            <p:spPr>
              <a:xfrm>
                <a:off x="3724005" y="1701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51" name="Ink 150">
                <a:extLst>
                  <a:ext uri="{FF2B5EF4-FFF2-40B4-BE49-F238E27FC236}">
                    <a16:creationId xmlns:a16="http://schemas.microsoft.com/office/drawing/2014/main" id="{5CB826F5-8DDF-C8C1-C252-E115BBC2AEB9}"/>
                  </a:ext>
                </a:extLst>
              </p14:cNvPr>
              <p14:cNvContentPartPr/>
              <p14:nvPr/>
            </p14:nvContentPartPr>
            <p14:xfrm>
              <a:off x="3666405" y="1726241"/>
              <a:ext cx="360" cy="360"/>
            </p14:xfrm>
          </p:contentPart>
        </mc:Choice>
        <mc:Fallback xmlns="">
          <p:pic>
            <p:nvPicPr>
              <p:cNvPr id="151" name="Ink 150">
                <a:extLst>
                  <a:ext uri="{FF2B5EF4-FFF2-40B4-BE49-F238E27FC236}">
                    <a16:creationId xmlns:a16="http://schemas.microsoft.com/office/drawing/2014/main" id="{5CB826F5-8DDF-C8C1-C252-E115BBC2AEB9}"/>
                  </a:ext>
                </a:extLst>
              </p:cNvPr>
              <p:cNvPicPr/>
              <p:nvPr/>
            </p:nvPicPr>
            <p:blipFill>
              <a:blip r:embed="rId5"/>
              <a:stretch>
                <a:fillRect/>
              </a:stretch>
            </p:blipFill>
            <p:spPr>
              <a:xfrm>
                <a:off x="3660285" y="1720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52" name="Ink 151">
                <a:extLst>
                  <a:ext uri="{FF2B5EF4-FFF2-40B4-BE49-F238E27FC236}">
                    <a16:creationId xmlns:a16="http://schemas.microsoft.com/office/drawing/2014/main" id="{C4CCE6BF-D467-2063-AB98-230C62931CCE}"/>
                  </a:ext>
                </a:extLst>
              </p14:cNvPr>
              <p14:cNvContentPartPr/>
              <p14:nvPr/>
            </p14:nvContentPartPr>
            <p14:xfrm>
              <a:off x="4251405" y="1689521"/>
              <a:ext cx="360" cy="360"/>
            </p14:xfrm>
          </p:contentPart>
        </mc:Choice>
        <mc:Fallback xmlns="">
          <p:pic>
            <p:nvPicPr>
              <p:cNvPr id="152" name="Ink 151">
                <a:extLst>
                  <a:ext uri="{FF2B5EF4-FFF2-40B4-BE49-F238E27FC236}">
                    <a16:creationId xmlns:a16="http://schemas.microsoft.com/office/drawing/2014/main" id="{C4CCE6BF-D467-2063-AB98-230C62931CCE}"/>
                  </a:ext>
                </a:extLst>
              </p:cNvPr>
              <p:cNvPicPr/>
              <p:nvPr/>
            </p:nvPicPr>
            <p:blipFill>
              <a:blip r:embed="rId5"/>
              <a:stretch>
                <a:fillRect/>
              </a:stretch>
            </p:blipFill>
            <p:spPr>
              <a:xfrm>
                <a:off x="4245285" y="1683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53" name="Ink 152">
                <a:extLst>
                  <a:ext uri="{FF2B5EF4-FFF2-40B4-BE49-F238E27FC236}">
                    <a16:creationId xmlns:a16="http://schemas.microsoft.com/office/drawing/2014/main" id="{6FF8E910-1832-E778-35FF-5B20CC31D57D}"/>
                  </a:ext>
                </a:extLst>
              </p14:cNvPr>
              <p14:cNvContentPartPr/>
              <p14:nvPr/>
            </p14:nvContentPartPr>
            <p14:xfrm>
              <a:off x="4178325" y="2046281"/>
              <a:ext cx="360" cy="360"/>
            </p14:xfrm>
          </p:contentPart>
        </mc:Choice>
        <mc:Fallback xmlns="">
          <p:pic>
            <p:nvPicPr>
              <p:cNvPr id="153" name="Ink 152">
                <a:extLst>
                  <a:ext uri="{FF2B5EF4-FFF2-40B4-BE49-F238E27FC236}">
                    <a16:creationId xmlns:a16="http://schemas.microsoft.com/office/drawing/2014/main" id="{6FF8E910-1832-E778-35FF-5B20CC31D57D}"/>
                  </a:ext>
                </a:extLst>
              </p:cNvPr>
              <p:cNvPicPr/>
              <p:nvPr/>
            </p:nvPicPr>
            <p:blipFill>
              <a:blip r:embed="rId5"/>
              <a:stretch>
                <a:fillRect/>
              </a:stretch>
            </p:blipFill>
            <p:spPr>
              <a:xfrm>
                <a:off x="4172205" y="2040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54" name="Ink 153">
                <a:extLst>
                  <a:ext uri="{FF2B5EF4-FFF2-40B4-BE49-F238E27FC236}">
                    <a16:creationId xmlns:a16="http://schemas.microsoft.com/office/drawing/2014/main" id="{4065F10A-1638-BC05-2075-DB903EE85CB4}"/>
                  </a:ext>
                </a:extLst>
              </p14:cNvPr>
              <p14:cNvContentPartPr/>
              <p14:nvPr/>
            </p14:nvContentPartPr>
            <p14:xfrm>
              <a:off x="3199845" y="1278041"/>
              <a:ext cx="360" cy="360"/>
            </p14:xfrm>
          </p:contentPart>
        </mc:Choice>
        <mc:Fallback xmlns="">
          <p:pic>
            <p:nvPicPr>
              <p:cNvPr id="154" name="Ink 153">
                <a:extLst>
                  <a:ext uri="{FF2B5EF4-FFF2-40B4-BE49-F238E27FC236}">
                    <a16:creationId xmlns:a16="http://schemas.microsoft.com/office/drawing/2014/main" id="{4065F10A-1638-BC05-2075-DB903EE85CB4}"/>
                  </a:ext>
                </a:extLst>
              </p:cNvPr>
              <p:cNvPicPr/>
              <p:nvPr/>
            </p:nvPicPr>
            <p:blipFill>
              <a:blip r:embed="rId5"/>
              <a:stretch>
                <a:fillRect/>
              </a:stretch>
            </p:blipFill>
            <p:spPr>
              <a:xfrm>
                <a:off x="3193725" y="12719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55" name="Ink 154">
                <a:extLst>
                  <a:ext uri="{FF2B5EF4-FFF2-40B4-BE49-F238E27FC236}">
                    <a16:creationId xmlns:a16="http://schemas.microsoft.com/office/drawing/2014/main" id="{9576278E-54B6-5795-0B09-E7C952DCC0EB}"/>
                  </a:ext>
                </a:extLst>
              </p14:cNvPr>
              <p14:cNvContentPartPr/>
              <p14:nvPr/>
            </p14:nvContentPartPr>
            <p14:xfrm>
              <a:off x="4023165" y="1332761"/>
              <a:ext cx="360" cy="360"/>
            </p14:xfrm>
          </p:contentPart>
        </mc:Choice>
        <mc:Fallback xmlns="">
          <p:pic>
            <p:nvPicPr>
              <p:cNvPr id="155" name="Ink 154">
                <a:extLst>
                  <a:ext uri="{FF2B5EF4-FFF2-40B4-BE49-F238E27FC236}">
                    <a16:creationId xmlns:a16="http://schemas.microsoft.com/office/drawing/2014/main" id="{9576278E-54B6-5795-0B09-E7C952DCC0EB}"/>
                  </a:ext>
                </a:extLst>
              </p:cNvPr>
              <p:cNvPicPr/>
              <p:nvPr/>
            </p:nvPicPr>
            <p:blipFill>
              <a:blip r:embed="rId5"/>
              <a:stretch>
                <a:fillRect/>
              </a:stretch>
            </p:blipFill>
            <p:spPr>
              <a:xfrm>
                <a:off x="4017045" y="1326641"/>
                <a:ext cx="12600" cy="12600"/>
              </a:xfrm>
              <a:prstGeom prst="rect">
                <a:avLst/>
              </a:prstGeom>
            </p:spPr>
          </p:pic>
        </mc:Fallback>
      </mc:AlternateContent>
      <p:cxnSp>
        <p:nvCxnSpPr>
          <p:cNvPr id="14" name="Straight Connector 13">
            <a:extLst>
              <a:ext uri="{FF2B5EF4-FFF2-40B4-BE49-F238E27FC236}">
                <a16:creationId xmlns:a16="http://schemas.microsoft.com/office/drawing/2014/main" id="{9590A632-5EB1-A6F7-E36C-D6AF6A3ADE95}"/>
              </a:ext>
            </a:extLst>
          </p:cNvPr>
          <p:cNvCxnSpPr>
            <a:cxnSpLocks/>
          </p:cNvCxnSpPr>
          <p:nvPr/>
        </p:nvCxnSpPr>
        <p:spPr>
          <a:xfrm>
            <a:off x="2552480" y="848489"/>
            <a:ext cx="15719" cy="2128537"/>
          </a:xfrm>
          <a:prstGeom prst="line">
            <a:avLst/>
          </a:prstGeom>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A1DA090E-5E5A-F1F5-DC34-BEEBEA4C04AB}"/>
              </a:ext>
            </a:extLst>
          </p:cNvPr>
          <p:cNvSpPr txBox="1"/>
          <p:nvPr/>
        </p:nvSpPr>
        <p:spPr>
          <a:xfrm>
            <a:off x="462040" y="2231346"/>
            <a:ext cx="1643945" cy="600164"/>
          </a:xfrm>
          <a:prstGeom prst="rect">
            <a:avLst/>
          </a:prstGeom>
          <a:noFill/>
        </p:spPr>
        <p:txBody>
          <a:bodyPr wrap="square" rtlCol="0">
            <a:spAutoFit/>
          </a:bodyPr>
          <a:lstStyle/>
          <a:p>
            <a:r>
              <a:rPr lang="en-US" sz="1100" b="1" dirty="0"/>
              <a:t>Puts Premium = 6.90</a:t>
            </a:r>
          </a:p>
          <a:p>
            <a:r>
              <a:rPr lang="en-US" sz="1100" b="1" dirty="0"/>
              <a:t>Calls Premium = 8.90</a:t>
            </a:r>
          </a:p>
          <a:p>
            <a:r>
              <a:rPr lang="en-US" sz="1100" b="1" dirty="0"/>
              <a:t>Net Debit = 2.00</a:t>
            </a:r>
          </a:p>
        </p:txBody>
      </p:sp>
    </p:spTree>
    <p:extLst>
      <p:ext uri="{BB962C8B-B14F-4D97-AF65-F5344CB8AC3E}">
        <p14:creationId xmlns:p14="http://schemas.microsoft.com/office/powerpoint/2010/main" val="1172049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0B235-692E-5CF4-6AD4-BE225D4DC6AC}"/>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33C415C9-0477-5B38-FDED-6ED2A500A00C}"/>
              </a:ext>
            </a:extLst>
          </p:cNvPr>
          <p:cNvSpPr txBox="1">
            <a:spLocks/>
          </p:cNvSpPr>
          <p:nvPr/>
        </p:nvSpPr>
        <p:spPr>
          <a:xfrm>
            <a:off x="118872" y="58901"/>
            <a:ext cx="11740896" cy="670772"/>
          </a:xfrm>
          <a:prstGeom prst="rect">
            <a:avLst/>
          </a:prstGeom>
          <a:solidFill>
            <a:schemeClr val="accent2">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t>Synthetic Long Stock - 3</a:t>
            </a:r>
          </a:p>
          <a:p>
            <a:pPr marL="0" indent="0" algn="ctr">
              <a:buNone/>
            </a:pPr>
            <a:r>
              <a:rPr lang="en-US" sz="1600" b="1" dirty="0"/>
              <a:t>When you think stock has bottomed or near the bottom and you are bullish for the stock price at around expiry</a:t>
            </a:r>
          </a:p>
        </p:txBody>
      </p:sp>
      <p:sp>
        <p:nvSpPr>
          <p:cNvPr id="5" name="Content Placeholder 3">
            <a:extLst>
              <a:ext uri="{FF2B5EF4-FFF2-40B4-BE49-F238E27FC236}">
                <a16:creationId xmlns:a16="http://schemas.microsoft.com/office/drawing/2014/main" id="{B436F4C0-0F4A-EA5D-83C9-E5B0DB25AA02}"/>
              </a:ext>
            </a:extLst>
          </p:cNvPr>
          <p:cNvSpPr txBox="1">
            <a:spLocks/>
          </p:cNvSpPr>
          <p:nvPr/>
        </p:nvSpPr>
        <p:spPr>
          <a:xfrm>
            <a:off x="4885316" y="729673"/>
            <a:ext cx="7129540" cy="6040147"/>
          </a:xfrm>
          <a:prstGeom prst="rect">
            <a:avLst/>
          </a:prstGeom>
          <a:noFill/>
          <a:ln w="12700">
            <a:solidFill>
              <a:schemeClr val="tx1"/>
            </a:solidFill>
          </a:ln>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b="1" u="sng" dirty="0"/>
              <a:t>Case 1: SOFI goes to $</a:t>
            </a:r>
            <a:r>
              <a:rPr lang="en-US" sz="1500" b="1" u="sng" dirty="0">
                <a:solidFill>
                  <a:srgbClr val="00B050"/>
                </a:solidFill>
              </a:rPr>
              <a:t>40 (You gain .85 + ($40-$30) = 10.85 vs $40-27.50 = 12.50, so your gain is slightly less b/c your strike was above the stock price at the time of putting the strategy)</a:t>
            </a:r>
          </a:p>
          <a:p>
            <a:r>
              <a:rPr lang="en-US" sz="1500" dirty="0"/>
              <a:t>Short Puts lose value, Long calls increase in value</a:t>
            </a:r>
          </a:p>
          <a:p>
            <a:r>
              <a:rPr lang="en-US" sz="1500" dirty="0"/>
              <a:t>At the end, Puts should be close to $0, and call should have all intrinsic ($40-$30).</a:t>
            </a:r>
          </a:p>
          <a:p>
            <a:r>
              <a:rPr lang="en-US" sz="1500" dirty="0"/>
              <a:t>The gain (all from long calls) should be same as if you had bought stock @30</a:t>
            </a:r>
          </a:p>
          <a:p>
            <a:pPr marL="0" indent="0">
              <a:buNone/>
            </a:pPr>
            <a:r>
              <a:rPr lang="en-US" sz="1500" b="1" u="sng" dirty="0"/>
              <a:t>Case 2, Case 3 : SOFI goes to up </a:t>
            </a:r>
            <a:r>
              <a:rPr lang="en-US" sz="1500" b="1" u="sng" dirty="0">
                <a:solidFill>
                  <a:srgbClr val="00B050"/>
                </a:solidFill>
              </a:rPr>
              <a:t>(You gain (.85 + (stock price - $30)) vs stock price – 27.50, so your gain is </a:t>
            </a:r>
            <a:r>
              <a:rPr lang="en-US" sz="1500" b="1" u="sng" dirty="0" err="1">
                <a:solidFill>
                  <a:srgbClr val="00B050"/>
                </a:solidFill>
              </a:rPr>
              <a:t>slighty</a:t>
            </a:r>
            <a:r>
              <a:rPr lang="en-US" sz="1500" b="1" u="sng" dirty="0">
                <a:solidFill>
                  <a:srgbClr val="00B050"/>
                </a:solidFill>
              </a:rPr>
              <a:t> less b/c your strike was above the stock price at the time of putting the strategy)</a:t>
            </a:r>
          </a:p>
          <a:p>
            <a:r>
              <a:rPr lang="en-US" sz="1500" dirty="0"/>
              <a:t>Short Puts lose value, Long calls increase in value</a:t>
            </a:r>
          </a:p>
          <a:p>
            <a:r>
              <a:rPr lang="en-US" sz="1500" dirty="0"/>
              <a:t>At the end, Puts should be close to $0, and call should have all intrinsic ($40-stock price at expiry)</a:t>
            </a:r>
          </a:p>
          <a:p>
            <a:r>
              <a:rPr lang="en-US" sz="1500" dirty="0"/>
              <a:t>The gain (all from long calls) should be same as if you had bought stock @30</a:t>
            </a:r>
          </a:p>
          <a:p>
            <a:pPr marL="0" indent="0">
              <a:buNone/>
            </a:pPr>
            <a:r>
              <a:rPr lang="en-US" sz="1500" b="1" u="sng" dirty="0"/>
              <a:t>Case 4 – SOFI ends up at same price $27.50 </a:t>
            </a:r>
            <a:r>
              <a:rPr lang="en-US" sz="1500" b="1" u="sng" dirty="0">
                <a:solidFill>
                  <a:srgbClr val="C00000"/>
                </a:solidFill>
              </a:rPr>
              <a:t>(You lose -1.65 vs 0)</a:t>
            </a:r>
          </a:p>
          <a:p>
            <a:r>
              <a:rPr lang="en-US" sz="1500" dirty="0"/>
              <a:t>At the end, Short Puts are ITM, intrinsic = $2.50, Long calls lose value and go to $0</a:t>
            </a:r>
          </a:p>
          <a:p>
            <a:r>
              <a:rPr lang="en-US" sz="1500" dirty="0"/>
              <a:t>So when you close the Puts @expiry, you lose +.85 -2.50 = </a:t>
            </a:r>
            <a:r>
              <a:rPr lang="en-US" sz="1500" b="1" u="sng" dirty="0"/>
              <a:t>-1.65</a:t>
            </a:r>
            <a:r>
              <a:rPr lang="en-US" sz="1500" dirty="0"/>
              <a:t> </a:t>
            </a:r>
          </a:p>
          <a:p>
            <a:pPr lvl="1"/>
            <a:r>
              <a:rPr lang="en-US" sz="1300" dirty="0"/>
              <a:t>Note that it is unlikely that the SOFI will be put until towards the very end as the BE on short put side is 21.40</a:t>
            </a:r>
          </a:p>
          <a:p>
            <a:r>
              <a:rPr lang="en-US" sz="1500" dirty="0"/>
              <a:t>This is slightly worse than holding the stock, as the stock value is unchanged, your loss =</a:t>
            </a:r>
            <a:r>
              <a:rPr lang="en-US" sz="1500" b="1" u="sng" dirty="0"/>
              <a:t> 0</a:t>
            </a:r>
          </a:p>
          <a:p>
            <a:pPr marL="0" indent="0">
              <a:buNone/>
            </a:pPr>
            <a:r>
              <a:rPr lang="en-US" sz="1500" b="1" u="sng" dirty="0"/>
              <a:t>Case 5 – SOFI ends up at Put Breakeven @21.40 </a:t>
            </a:r>
            <a:r>
              <a:rPr lang="en-US" sz="1500" b="1" u="sng" dirty="0">
                <a:solidFill>
                  <a:srgbClr val="C00000"/>
                </a:solidFill>
              </a:rPr>
              <a:t>(You lose -7.75 vs -6.10)</a:t>
            </a:r>
          </a:p>
          <a:p>
            <a:r>
              <a:rPr lang="en-US" sz="1500" dirty="0"/>
              <a:t>At the end, Short Puts are ITM, intrinsic = $8.60, Long calls lose value and go to $0</a:t>
            </a:r>
          </a:p>
          <a:p>
            <a:r>
              <a:rPr lang="en-US" sz="1500" dirty="0"/>
              <a:t>So when you close the Puts @expiry, you lose +.85 -8.60 = </a:t>
            </a:r>
            <a:r>
              <a:rPr lang="en-US" sz="1500" b="1" u="sng" dirty="0"/>
              <a:t>-7.75</a:t>
            </a:r>
            <a:r>
              <a:rPr lang="en-US" sz="1500" dirty="0"/>
              <a:t> </a:t>
            </a:r>
          </a:p>
          <a:p>
            <a:pPr lvl="1"/>
            <a:r>
              <a:rPr lang="en-US" sz="1300" dirty="0"/>
              <a:t>Note that it is unlikely that the SOFI will be put until towards the very end as the BE on short put side is 21.40</a:t>
            </a:r>
          </a:p>
          <a:p>
            <a:r>
              <a:rPr lang="en-US" sz="1500" dirty="0"/>
              <a:t>This is slightly worse than holding the stock, as your loss would have been 27.50-21.40 = </a:t>
            </a:r>
            <a:r>
              <a:rPr lang="en-US" sz="1500" b="1" u="sng" dirty="0"/>
              <a:t>-6.10</a:t>
            </a:r>
          </a:p>
          <a:p>
            <a:pPr marL="0" indent="0">
              <a:buNone/>
            </a:pPr>
            <a:r>
              <a:rPr lang="en-US" sz="1500" b="1" u="sng" dirty="0"/>
              <a:t>Case 6 – SOFI ends up at $15 </a:t>
            </a:r>
            <a:r>
              <a:rPr lang="en-US" sz="1500" b="1" u="sng" dirty="0">
                <a:solidFill>
                  <a:srgbClr val="C00000"/>
                </a:solidFill>
              </a:rPr>
              <a:t>(You lose -14.15 vs -12.50)</a:t>
            </a:r>
          </a:p>
          <a:p>
            <a:r>
              <a:rPr lang="en-US" sz="1500" dirty="0"/>
              <a:t>At the end, Short Puts are ITM, intrinsic = $15, Long calls lose value and go to $0</a:t>
            </a:r>
          </a:p>
          <a:p>
            <a:r>
              <a:rPr lang="en-US" sz="1500" dirty="0"/>
              <a:t>So when you close the Puts @expiry, you lose +.85 -15 = </a:t>
            </a:r>
            <a:r>
              <a:rPr lang="en-US" sz="1500" b="1" u="sng" dirty="0"/>
              <a:t>-14.15</a:t>
            </a:r>
            <a:r>
              <a:rPr lang="en-US" sz="1500" dirty="0"/>
              <a:t> </a:t>
            </a:r>
          </a:p>
          <a:p>
            <a:pPr lvl="1"/>
            <a:r>
              <a:rPr lang="en-US" sz="1300" dirty="0"/>
              <a:t>You need to actively manage this as you can have SOFI put to you in this scenario</a:t>
            </a:r>
          </a:p>
          <a:p>
            <a:r>
              <a:rPr lang="en-US" sz="1500" dirty="0"/>
              <a:t>This is slightly worse than holding the stock, as your loss would have been 27.50-15 = </a:t>
            </a:r>
            <a:r>
              <a:rPr lang="en-US" sz="1500" b="1" u="sng" dirty="0"/>
              <a:t>-12.50</a:t>
            </a:r>
            <a:endParaRPr lang="en-US" sz="1500" dirty="0"/>
          </a:p>
          <a:p>
            <a:pPr marL="0" indent="0">
              <a:buNone/>
            </a:pPr>
            <a:endParaRPr lang="en-US" sz="1200" dirty="0"/>
          </a:p>
        </p:txBody>
      </p:sp>
      <p:cxnSp>
        <p:nvCxnSpPr>
          <p:cNvPr id="9" name="Straight Connector 8">
            <a:extLst>
              <a:ext uri="{FF2B5EF4-FFF2-40B4-BE49-F238E27FC236}">
                <a16:creationId xmlns:a16="http://schemas.microsoft.com/office/drawing/2014/main" id="{A52FDF1D-52D5-D7AF-8EC1-6934B80467B6}"/>
              </a:ext>
            </a:extLst>
          </p:cNvPr>
          <p:cNvCxnSpPr>
            <a:cxnSpLocks/>
          </p:cNvCxnSpPr>
          <p:nvPr/>
        </p:nvCxnSpPr>
        <p:spPr>
          <a:xfrm flipH="1">
            <a:off x="118872" y="1711378"/>
            <a:ext cx="4196541" cy="4458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855E163-8BF6-283A-E0B7-BCBD05209299}"/>
              </a:ext>
            </a:extLst>
          </p:cNvPr>
          <p:cNvSpPr txBox="1"/>
          <p:nvPr/>
        </p:nvSpPr>
        <p:spPr>
          <a:xfrm>
            <a:off x="2217142" y="729673"/>
            <a:ext cx="863398" cy="523220"/>
          </a:xfrm>
          <a:prstGeom prst="rect">
            <a:avLst/>
          </a:prstGeom>
          <a:noFill/>
        </p:spPr>
        <p:txBody>
          <a:bodyPr wrap="square" rtlCol="0">
            <a:spAutoFit/>
          </a:bodyPr>
          <a:lstStyle/>
          <a:p>
            <a:r>
              <a:rPr lang="en-US" sz="1400" dirty="0"/>
              <a:t>SOFI @27.50</a:t>
            </a:r>
          </a:p>
        </p:txBody>
      </p:sp>
      <p:sp>
        <p:nvSpPr>
          <p:cNvPr id="13" name="TextBox 12">
            <a:extLst>
              <a:ext uri="{FF2B5EF4-FFF2-40B4-BE49-F238E27FC236}">
                <a16:creationId xmlns:a16="http://schemas.microsoft.com/office/drawing/2014/main" id="{D3254F1E-FAAD-CE6F-0B79-138C57E9C725}"/>
              </a:ext>
            </a:extLst>
          </p:cNvPr>
          <p:cNvSpPr txBox="1"/>
          <p:nvPr/>
        </p:nvSpPr>
        <p:spPr>
          <a:xfrm>
            <a:off x="1647283" y="1831802"/>
            <a:ext cx="1978066" cy="461665"/>
          </a:xfrm>
          <a:prstGeom prst="rect">
            <a:avLst/>
          </a:prstGeom>
          <a:noFill/>
        </p:spPr>
        <p:txBody>
          <a:bodyPr wrap="square" rtlCol="0">
            <a:spAutoFit/>
          </a:bodyPr>
          <a:lstStyle/>
          <a:p>
            <a:pPr algn="ctr"/>
            <a:r>
              <a:rPr lang="en-US" sz="1200" b="1" dirty="0">
                <a:solidFill>
                  <a:schemeClr val="accent5">
                    <a:lumMod val="60000"/>
                    <a:lumOff val="40000"/>
                  </a:schemeClr>
                </a:solidFill>
              </a:rPr>
              <a:t>Strike @30 </a:t>
            </a:r>
          </a:p>
          <a:p>
            <a:r>
              <a:rPr lang="en-US" sz="1200" b="1" dirty="0">
                <a:solidFill>
                  <a:srgbClr val="FF0000"/>
                </a:solidFill>
              </a:rPr>
              <a:t>Sell Puts </a:t>
            </a:r>
            <a:r>
              <a:rPr lang="en-US" sz="1200" b="1" dirty="0"/>
              <a:t>and</a:t>
            </a:r>
            <a:r>
              <a:rPr lang="en-US" sz="1200" b="1" dirty="0">
                <a:solidFill>
                  <a:srgbClr val="FF0000"/>
                </a:solidFill>
              </a:rPr>
              <a:t> </a:t>
            </a:r>
            <a:r>
              <a:rPr lang="en-US" sz="1200" b="1" dirty="0">
                <a:solidFill>
                  <a:srgbClr val="00CC00"/>
                </a:solidFill>
              </a:rPr>
              <a:t>Buy Calls</a:t>
            </a:r>
            <a:endParaRPr lang="en-US" sz="1200" b="1" dirty="0">
              <a:solidFill>
                <a:srgbClr val="FF0000"/>
              </a:solidFill>
            </a:endParaRPr>
          </a:p>
        </p:txBody>
      </p:sp>
      <p:cxnSp>
        <p:nvCxnSpPr>
          <p:cNvPr id="15" name="Straight Arrow Connector 14">
            <a:extLst>
              <a:ext uri="{FF2B5EF4-FFF2-40B4-BE49-F238E27FC236}">
                <a16:creationId xmlns:a16="http://schemas.microsoft.com/office/drawing/2014/main" id="{A5079DCD-C621-1FBF-B229-3ED16208A53A}"/>
              </a:ext>
            </a:extLst>
          </p:cNvPr>
          <p:cNvCxnSpPr>
            <a:cxnSpLocks/>
          </p:cNvCxnSpPr>
          <p:nvPr/>
        </p:nvCxnSpPr>
        <p:spPr>
          <a:xfrm>
            <a:off x="2357471" y="1249784"/>
            <a:ext cx="192745" cy="4279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6" name="Ink 15">
                <a:extLst>
                  <a:ext uri="{FF2B5EF4-FFF2-40B4-BE49-F238E27FC236}">
                    <a16:creationId xmlns:a16="http://schemas.microsoft.com/office/drawing/2014/main" id="{2ADBB920-CA7D-97FA-48CE-77985FFFE9D7}"/>
                  </a:ext>
                </a:extLst>
              </p14:cNvPr>
              <p14:cNvContentPartPr/>
              <p14:nvPr/>
            </p14:nvContentPartPr>
            <p14:xfrm>
              <a:off x="237602" y="1460201"/>
              <a:ext cx="2348280" cy="476640"/>
            </p14:xfrm>
          </p:contentPart>
        </mc:Choice>
        <mc:Fallback xmlns="">
          <p:pic>
            <p:nvPicPr>
              <p:cNvPr id="16" name="Ink 15">
                <a:extLst>
                  <a:ext uri="{FF2B5EF4-FFF2-40B4-BE49-F238E27FC236}">
                    <a16:creationId xmlns:a16="http://schemas.microsoft.com/office/drawing/2014/main" id="{2ADBB920-CA7D-97FA-48CE-77985FFFE9D7}"/>
                  </a:ext>
                </a:extLst>
              </p:cNvPr>
              <p:cNvPicPr/>
              <p:nvPr/>
            </p:nvPicPr>
            <p:blipFill>
              <a:blip r:embed="rId3"/>
              <a:stretch>
                <a:fillRect/>
              </a:stretch>
            </p:blipFill>
            <p:spPr>
              <a:xfrm>
                <a:off x="231482" y="1454081"/>
                <a:ext cx="2360520" cy="488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ACB8A179-28D7-AA8D-7A62-CD9F71214571}"/>
                  </a:ext>
                </a:extLst>
              </p14:cNvPr>
              <p14:cNvContentPartPr/>
              <p14:nvPr/>
            </p14:nvContentPartPr>
            <p14:xfrm>
              <a:off x="2770365" y="1798961"/>
              <a:ext cx="360" cy="360"/>
            </p14:xfrm>
          </p:contentPart>
        </mc:Choice>
        <mc:Fallback xmlns="">
          <p:pic>
            <p:nvPicPr>
              <p:cNvPr id="17" name="Ink 16">
                <a:extLst>
                  <a:ext uri="{FF2B5EF4-FFF2-40B4-BE49-F238E27FC236}">
                    <a16:creationId xmlns:a16="http://schemas.microsoft.com/office/drawing/2014/main" id="{ACB8A179-28D7-AA8D-7A62-CD9F71214571}"/>
                  </a:ext>
                </a:extLst>
              </p:cNvPr>
              <p:cNvPicPr/>
              <p:nvPr/>
            </p:nvPicPr>
            <p:blipFill>
              <a:blip r:embed="rId5"/>
              <a:stretch>
                <a:fillRect/>
              </a:stretch>
            </p:blipFill>
            <p:spPr>
              <a:xfrm>
                <a:off x="2764245" y="1792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327866FC-1EF9-15AF-AD9E-DEB7E3A11BD1}"/>
                  </a:ext>
                </a:extLst>
              </p14:cNvPr>
              <p14:cNvContentPartPr/>
              <p14:nvPr/>
            </p14:nvContentPartPr>
            <p14:xfrm>
              <a:off x="2907525" y="1798961"/>
              <a:ext cx="360" cy="360"/>
            </p14:xfrm>
          </p:contentPart>
        </mc:Choice>
        <mc:Fallback xmlns="">
          <p:pic>
            <p:nvPicPr>
              <p:cNvPr id="19" name="Ink 18">
                <a:extLst>
                  <a:ext uri="{FF2B5EF4-FFF2-40B4-BE49-F238E27FC236}">
                    <a16:creationId xmlns:a16="http://schemas.microsoft.com/office/drawing/2014/main" id="{327866FC-1EF9-15AF-AD9E-DEB7E3A11BD1}"/>
                  </a:ext>
                </a:extLst>
              </p:cNvPr>
              <p:cNvPicPr/>
              <p:nvPr/>
            </p:nvPicPr>
            <p:blipFill>
              <a:blip r:embed="rId5"/>
              <a:stretch>
                <a:fillRect/>
              </a:stretch>
            </p:blipFill>
            <p:spPr>
              <a:xfrm>
                <a:off x="2901405" y="1792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695C2AAE-AFB7-1CE3-A3B5-CBF1D5C28DCE}"/>
                  </a:ext>
                </a:extLst>
              </p14:cNvPr>
              <p14:cNvContentPartPr/>
              <p14:nvPr/>
            </p14:nvContentPartPr>
            <p14:xfrm>
              <a:off x="3044685" y="1781321"/>
              <a:ext cx="360" cy="360"/>
            </p14:xfrm>
          </p:contentPart>
        </mc:Choice>
        <mc:Fallback xmlns="">
          <p:pic>
            <p:nvPicPr>
              <p:cNvPr id="21" name="Ink 20">
                <a:extLst>
                  <a:ext uri="{FF2B5EF4-FFF2-40B4-BE49-F238E27FC236}">
                    <a16:creationId xmlns:a16="http://schemas.microsoft.com/office/drawing/2014/main" id="{695C2AAE-AFB7-1CE3-A3B5-CBF1D5C28DCE}"/>
                  </a:ext>
                </a:extLst>
              </p:cNvPr>
              <p:cNvPicPr/>
              <p:nvPr/>
            </p:nvPicPr>
            <p:blipFill>
              <a:blip r:embed="rId5"/>
              <a:stretch>
                <a:fillRect/>
              </a:stretch>
            </p:blipFill>
            <p:spPr>
              <a:xfrm>
                <a:off x="3038565" y="17752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122D9C2B-73FB-FA6B-CDC1-898105B9258F}"/>
                  </a:ext>
                </a:extLst>
              </p14:cNvPr>
              <p14:cNvContentPartPr/>
              <p14:nvPr/>
            </p14:nvContentPartPr>
            <p14:xfrm>
              <a:off x="2733645" y="1753601"/>
              <a:ext cx="360" cy="360"/>
            </p14:xfrm>
          </p:contentPart>
        </mc:Choice>
        <mc:Fallback xmlns="">
          <p:pic>
            <p:nvPicPr>
              <p:cNvPr id="23" name="Ink 22">
                <a:extLst>
                  <a:ext uri="{FF2B5EF4-FFF2-40B4-BE49-F238E27FC236}">
                    <a16:creationId xmlns:a16="http://schemas.microsoft.com/office/drawing/2014/main" id="{122D9C2B-73FB-FA6B-CDC1-898105B9258F}"/>
                  </a:ext>
                </a:extLst>
              </p:cNvPr>
              <p:cNvPicPr/>
              <p:nvPr/>
            </p:nvPicPr>
            <p:blipFill>
              <a:blip r:embed="rId5"/>
              <a:stretch>
                <a:fillRect/>
              </a:stretch>
            </p:blipFill>
            <p:spPr>
              <a:xfrm>
                <a:off x="272752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5" name="Ink 24">
                <a:extLst>
                  <a:ext uri="{FF2B5EF4-FFF2-40B4-BE49-F238E27FC236}">
                    <a16:creationId xmlns:a16="http://schemas.microsoft.com/office/drawing/2014/main" id="{113703F4-4BAE-A86B-EF73-39F25EDF6510}"/>
                  </a:ext>
                </a:extLst>
              </p14:cNvPr>
              <p14:cNvContentPartPr/>
              <p14:nvPr/>
            </p14:nvContentPartPr>
            <p14:xfrm>
              <a:off x="3063045" y="1643801"/>
              <a:ext cx="360" cy="360"/>
            </p14:xfrm>
          </p:contentPart>
        </mc:Choice>
        <mc:Fallback xmlns="">
          <p:pic>
            <p:nvPicPr>
              <p:cNvPr id="25" name="Ink 24">
                <a:extLst>
                  <a:ext uri="{FF2B5EF4-FFF2-40B4-BE49-F238E27FC236}">
                    <a16:creationId xmlns:a16="http://schemas.microsoft.com/office/drawing/2014/main" id="{113703F4-4BAE-A86B-EF73-39F25EDF6510}"/>
                  </a:ext>
                </a:extLst>
              </p:cNvPr>
              <p:cNvPicPr/>
              <p:nvPr/>
            </p:nvPicPr>
            <p:blipFill>
              <a:blip r:embed="rId5"/>
              <a:stretch>
                <a:fillRect/>
              </a:stretch>
            </p:blipFill>
            <p:spPr>
              <a:xfrm>
                <a:off x="3056925" y="1637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6" name="Ink 25">
                <a:extLst>
                  <a:ext uri="{FF2B5EF4-FFF2-40B4-BE49-F238E27FC236}">
                    <a16:creationId xmlns:a16="http://schemas.microsoft.com/office/drawing/2014/main" id="{C65DEFB0-1662-E0E9-07D4-86A85F6C6613}"/>
                  </a:ext>
                </a:extLst>
              </p14:cNvPr>
              <p14:cNvContentPartPr/>
              <p14:nvPr/>
            </p14:nvContentPartPr>
            <p14:xfrm>
              <a:off x="3272925" y="1561721"/>
              <a:ext cx="360" cy="360"/>
            </p14:xfrm>
          </p:contentPart>
        </mc:Choice>
        <mc:Fallback xmlns="">
          <p:pic>
            <p:nvPicPr>
              <p:cNvPr id="26" name="Ink 25">
                <a:extLst>
                  <a:ext uri="{FF2B5EF4-FFF2-40B4-BE49-F238E27FC236}">
                    <a16:creationId xmlns:a16="http://schemas.microsoft.com/office/drawing/2014/main" id="{C65DEFB0-1662-E0E9-07D4-86A85F6C6613}"/>
                  </a:ext>
                </a:extLst>
              </p:cNvPr>
              <p:cNvPicPr/>
              <p:nvPr/>
            </p:nvPicPr>
            <p:blipFill>
              <a:blip r:embed="rId5"/>
              <a:stretch>
                <a:fillRect/>
              </a:stretch>
            </p:blipFill>
            <p:spPr>
              <a:xfrm>
                <a:off x="3266805" y="1555601"/>
                <a:ext cx="12600" cy="12600"/>
              </a:xfrm>
              <a:prstGeom prst="rect">
                <a:avLst/>
              </a:prstGeom>
            </p:spPr>
          </p:pic>
        </mc:Fallback>
      </mc:AlternateContent>
      <p:grpSp>
        <p:nvGrpSpPr>
          <p:cNvPr id="29" name="Group 28">
            <a:extLst>
              <a:ext uri="{FF2B5EF4-FFF2-40B4-BE49-F238E27FC236}">
                <a16:creationId xmlns:a16="http://schemas.microsoft.com/office/drawing/2014/main" id="{DDA80CA1-57B1-F061-22E6-090029E92B0B}"/>
              </a:ext>
            </a:extLst>
          </p:cNvPr>
          <p:cNvGrpSpPr/>
          <p:nvPr/>
        </p:nvGrpSpPr>
        <p:grpSpPr>
          <a:xfrm>
            <a:off x="2678565" y="1689521"/>
            <a:ext cx="201600" cy="9360"/>
            <a:chOff x="3117744" y="5147856"/>
            <a:chExt cx="201600" cy="9360"/>
          </a:xfrm>
        </p:grpSpPr>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F0FC4F9C-10A0-10C8-7A75-332AA7A86378}"/>
                    </a:ext>
                  </a:extLst>
                </p14:cNvPr>
                <p14:cNvContentPartPr/>
                <p14:nvPr/>
              </p14:nvContentPartPr>
              <p14:xfrm>
                <a:off x="3318984" y="5156856"/>
                <a:ext cx="360" cy="360"/>
              </p14:xfrm>
            </p:contentPart>
          </mc:Choice>
          <mc:Fallback xmlns="">
            <p:pic>
              <p:nvPicPr>
                <p:cNvPr id="24" name="Ink 23">
                  <a:extLst>
                    <a:ext uri="{FF2B5EF4-FFF2-40B4-BE49-F238E27FC236}">
                      <a16:creationId xmlns:a16="http://schemas.microsoft.com/office/drawing/2014/main" id="{F0FC4F9C-10A0-10C8-7A75-332AA7A86378}"/>
                    </a:ext>
                  </a:extLst>
                </p:cNvPr>
                <p:cNvPicPr/>
                <p:nvPr/>
              </p:nvPicPr>
              <p:blipFill>
                <a:blip r:embed="rId5"/>
                <a:stretch>
                  <a:fillRect/>
                </a:stretch>
              </p:blipFill>
              <p:spPr>
                <a:xfrm>
                  <a:off x="3312864" y="51507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8" name="Ink 27">
                  <a:extLst>
                    <a:ext uri="{FF2B5EF4-FFF2-40B4-BE49-F238E27FC236}">
                      <a16:creationId xmlns:a16="http://schemas.microsoft.com/office/drawing/2014/main" id="{4BE04047-4F26-9319-1098-22358C4D94EE}"/>
                    </a:ext>
                  </a:extLst>
                </p14:cNvPr>
                <p14:cNvContentPartPr/>
                <p14:nvPr/>
              </p14:nvContentPartPr>
              <p14:xfrm>
                <a:off x="3117744" y="5147856"/>
                <a:ext cx="1800" cy="360"/>
              </p14:xfrm>
            </p:contentPart>
          </mc:Choice>
          <mc:Fallback xmlns="">
            <p:pic>
              <p:nvPicPr>
                <p:cNvPr id="28" name="Ink 27">
                  <a:extLst>
                    <a:ext uri="{FF2B5EF4-FFF2-40B4-BE49-F238E27FC236}">
                      <a16:creationId xmlns:a16="http://schemas.microsoft.com/office/drawing/2014/main" id="{4BE04047-4F26-9319-1098-22358C4D94EE}"/>
                    </a:ext>
                  </a:extLst>
                </p:cNvPr>
                <p:cNvPicPr/>
                <p:nvPr/>
              </p:nvPicPr>
              <p:blipFill>
                <a:blip r:embed="rId5"/>
                <a:stretch>
                  <a:fillRect/>
                </a:stretch>
              </p:blipFill>
              <p:spPr>
                <a:xfrm>
                  <a:off x="3111624" y="5141736"/>
                  <a:ext cx="1404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30" name="Ink 29">
                <a:extLst>
                  <a:ext uri="{FF2B5EF4-FFF2-40B4-BE49-F238E27FC236}">
                    <a16:creationId xmlns:a16="http://schemas.microsoft.com/office/drawing/2014/main" id="{3885F651-118A-8E0F-9925-B4E308A097CC}"/>
                  </a:ext>
                </a:extLst>
              </p14:cNvPr>
              <p14:cNvContentPartPr/>
              <p14:nvPr/>
            </p14:nvContentPartPr>
            <p14:xfrm>
              <a:off x="2797365" y="1552361"/>
              <a:ext cx="360" cy="360"/>
            </p14:xfrm>
          </p:contentPart>
        </mc:Choice>
        <mc:Fallback xmlns="">
          <p:pic>
            <p:nvPicPr>
              <p:cNvPr id="30" name="Ink 29">
                <a:extLst>
                  <a:ext uri="{FF2B5EF4-FFF2-40B4-BE49-F238E27FC236}">
                    <a16:creationId xmlns:a16="http://schemas.microsoft.com/office/drawing/2014/main" id="{3885F651-118A-8E0F-9925-B4E308A097CC}"/>
                  </a:ext>
                </a:extLst>
              </p:cNvPr>
              <p:cNvPicPr/>
              <p:nvPr/>
            </p:nvPicPr>
            <p:blipFill>
              <a:blip r:embed="rId5"/>
              <a:stretch>
                <a:fillRect/>
              </a:stretch>
            </p:blipFill>
            <p:spPr>
              <a:xfrm>
                <a:off x="2791245" y="15462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Ink 30">
                <a:extLst>
                  <a:ext uri="{FF2B5EF4-FFF2-40B4-BE49-F238E27FC236}">
                    <a16:creationId xmlns:a16="http://schemas.microsoft.com/office/drawing/2014/main" id="{EABFB531-D8B0-AA92-EDE8-B3BE4CC0ED5C}"/>
                  </a:ext>
                </a:extLst>
              </p14:cNvPr>
              <p14:cNvContentPartPr/>
              <p14:nvPr/>
            </p14:nvContentPartPr>
            <p14:xfrm>
              <a:off x="2962245" y="1488281"/>
              <a:ext cx="360" cy="360"/>
            </p14:xfrm>
          </p:contentPart>
        </mc:Choice>
        <mc:Fallback xmlns="">
          <p:pic>
            <p:nvPicPr>
              <p:cNvPr id="31" name="Ink 30">
                <a:extLst>
                  <a:ext uri="{FF2B5EF4-FFF2-40B4-BE49-F238E27FC236}">
                    <a16:creationId xmlns:a16="http://schemas.microsoft.com/office/drawing/2014/main" id="{EABFB531-D8B0-AA92-EDE8-B3BE4CC0ED5C}"/>
                  </a:ext>
                </a:extLst>
              </p:cNvPr>
              <p:cNvPicPr/>
              <p:nvPr/>
            </p:nvPicPr>
            <p:blipFill>
              <a:blip r:embed="rId5"/>
              <a:stretch>
                <a:fillRect/>
              </a:stretch>
            </p:blipFill>
            <p:spPr>
              <a:xfrm>
                <a:off x="2956125" y="1482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2" name="Ink 31">
                <a:extLst>
                  <a:ext uri="{FF2B5EF4-FFF2-40B4-BE49-F238E27FC236}">
                    <a16:creationId xmlns:a16="http://schemas.microsoft.com/office/drawing/2014/main" id="{A9AA0EFD-B35F-631E-6823-91748EF74F55}"/>
                  </a:ext>
                </a:extLst>
              </p14:cNvPr>
              <p14:cNvContentPartPr/>
              <p14:nvPr/>
            </p14:nvContentPartPr>
            <p14:xfrm>
              <a:off x="3090405" y="1360121"/>
              <a:ext cx="360" cy="360"/>
            </p14:xfrm>
          </p:contentPart>
        </mc:Choice>
        <mc:Fallback xmlns="">
          <p:pic>
            <p:nvPicPr>
              <p:cNvPr id="32" name="Ink 31">
                <a:extLst>
                  <a:ext uri="{FF2B5EF4-FFF2-40B4-BE49-F238E27FC236}">
                    <a16:creationId xmlns:a16="http://schemas.microsoft.com/office/drawing/2014/main" id="{A9AA0EFD-B35F-631E-6823-91748EF74F55}"/>
                  </a:ext>
                </a:extLst>
              </p:cNvPr>
              <p:cNvPicPr/>
              <p:nvPr/>
            </p:nvPicPr>
            <p:blipFill>
              <a:blip r:embed="rId5"/>
              <a:stretch>
                <a:fillRect/>
              </a:stretch>
            </p:blipFill>
            <p:spPr>
              <a:xfrm>
                <a:off x="3084285" y="13540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3" name="Ink 32">
                <a:extLst>
                  <a:ext uri="{FF2B5EF4-FFF2-40B4-BE49-F238E27FC236}">
                    <a16:creationId xmlns:a16="http://schemas.microsoft.com/office/drawing/2014/main" id="{82C2D01D-FF29-9EE3-51C2-09760892AE6C}"/>
                  </a:ext>
                </a:extLst>
              </p14:cNvPr>
              <p14:cNvContentPartPr/>
              <p14:nvPr/>
            </p14:nvContentPartPr>
            <p14:xfrm>
              <a:off x="3328005" y="1195601"/>
              <a:ext cx="360" cy="360"/>
            </p14:xfrm>
          </p:contentPart>
        </mc:Choice>
        <mc:Fallback xmlns="">
          <p:pic>
            <p:nvPicPr>
              <p:cNvPr id="33" name="Ink 32">
                <a:extLst>
                  <a:ext uri="{FF2B5EF4-FFF2-40B4-BE49-F238E27FC236}">
                    <a16:creationId xmlns:a16="http://schemas.microsoft.com/office/drawing/2014/main" id="{82C2D01D-FF29-9EE3-51C2-09760892AE6C}"/>
                  </a:ext>
                </a:extLst>
              </p:cNvPr>
              <p:cNvPicPr/>
              <p:nvPr/>
            </p:nvPicPr>
            <p:blipFill>
              <a:blip r:embed="rId5"/>
              <a:stretch>
                <a:fillRect/>
              </a:stretch>
            </p:blipFill>
            <p:spPr>
              <a:xfrm>
                <a:off x="3321885" y="1189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4" name="Ink 33">
                <a:extLst>
                  <a:ext uri="{FF2B5EF4-FFF2-40B4-BE49-F238E27FC236}">
                    <a16:creationId xmlns:a16="http://schemas.microsoft.com/office/drawing/2014/main" id="{CB27B994-8571-4857-C1E4-17D266211A94}"/>
                  </a:ext>
                </a:extLst>
              </p14:cNvPr>
              <p14:cNvContentPartPr/>
              <p14:nvPr/>
            </p14:nvContentPartPr>
            <p14:xfrm>
              <a:off x="3410445" y="1113521"/>
              <a:ext cx="360" cy="360"/>
            </p14:xfrm>
          </p:contentPart>
        </mc:Choice>
        <mc:Fallback xmlns="">
          <p:pic>
            <p:nvPicPr>
              <p:cNvPr id="34" name="Ink 33">
                <a:extLst>
                  <a:ext uri="{FF2B5EF4-FFF2-40B4-BE49-F238E27FC236}">
                    <a16:creationId xmlns:a16="http://schemas.microsoft.com/office/drawing/2014/main" id="{CB27B994-8571-4857-C1E4-17D266211A94}"/>
                  </a:ext>
                </a:extLst>
              </p:cNvPr>
              <p:cNvPicPr/>
              <p:nvPr/>
            </p:nvPicPr>
            <p:blipFill>
              <a:blip r:embed="rId5"/>
              <a:stretch>
                <a:fillRect/>
              </a:stretch>
            </p:blipFill>
            <p:spPr>
              <a:xfrm>
                <a:off x="3404325" y="1107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5" name="Ink 34">
                <a:extLst>
                  <a:ext uri="{FF2B5EF4-FFF2-40B4-BE49-F238E27FC236}">
                    <a16:creationId xmlns:a16="http://schemas.microsoft.com/office/drawing/2014/main" id="{0A4844FC-4892-F302-0311-4F9B64822CD4}"/>
                  </a:ext>
                </a:extLst>
              </p14:cNvPr>
              <p14:cNvContentPartPr/>
              <p14:nvPr/>
            </p14:nvContentPartPr>
            <p14:xfrm>
              <a:off x="3419445" y="1515641"/>
              <a:ext cx="360" cy="360"/>
            </p14:xfrm>
          </p:contentPart>
        </mc:Choice>
        <mc:Fallback xmlns="">
          <p:pic>
            <p:nvPicPr>
              <p:cNvPr id="35" name="Ink 34">
                <a:extLst>
                  <a:ext uri="{FF2B5EF4-FFF2-40B4-BE49-F238E27FC236}">
                    <a16:creationId xmlns:a16="http://schemas.microsoft.com/office/drawing/2014/main" id="{0A4844FC-4892-F302-0311-4F9B64822CD4}"/>
                  </a:ext>
                </a:extLst>
              </p:cNvPr>
              <p:cNvPicPr/>
              <p:nvPr/>
            </p:nvPicPr>
            <p:blipFill>
              <a:blip r:embed="rId5"/>
              <a:stretch>
                <a:fillRect/>
              </a:stretch>
            </p:blipFill>
            <p:spPr>
              <a:xfrm>
                <a:off x="3413325" y="1509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6" name="Ink 35">
                <a:extLst>
                  <a:ext uri="{FF2B5EF4-FFF2-40B4-BE49-F238E27FC236}">
                    <a16:creationId xmlns:a16="http://schemas.microsoft.com/office/drawing/2014/main" id="{12F1D9BE-DF40-492F-0463-D906A061C3D6}"/>
                  </a:ext>
                </a:extLst>
              </p14:cNvPr>
              <p14:cNvContentPartPr/>
              <p14:nvPr/>
            </p14:nvContentPartPr>
            <p14:xfrm>
              <a:off x="3666405" y="1406201"/>
              <a:ext cx="360" cy="360"/>
            </p14:xfrm>
          </p:contentPart>
        </mc:Choice>
        <mc:Fallback xmlns="">
          <p:pic>
            <p:nvPicPr>
              <p:cNvPr id="36" name="Ink 35">
                <a:extLst>
                  <a:ext uri="{FF2B5EF4-FFF2-40B4-BE49-F238E27FC236}">
                    <a16:creationId xmlns:a16="http://schemas.microsoft.com/office/drawing/2014/main" id="{12F1D9BE-DF40-492F-0463-D906A061C3D6}"/>
                  </a:ext>
                </a:extLst>
              </p:cNvPr>
              <p:cNvPicPr/>
              <p:nvPr/>
            </p:nvPicPr>
            <p:blipFill>
              <a:blip r:embed="rId5"/>
              <a:stretch>
                <a:fillRect/>
              </a:stretch>
            </p:blipFill>
            <p:spPr>
              <a:xfrm>
                <a:off x="3660285" y="14000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7" name="Ink 36">
                <a:extLst>
                  <a:ext uri="{FF2B5EF4-FFF2-40B4-BE49-F238E27FC236}">
                    <a16:creationId xmlns:a16="http://schemas.microsoft.com/office/drawing/2014/main" id="{0DF5E24B-F9F6-3A9D-7DF4-C0BFA9CE250E}"/>
                  </a:ext>
                </a:extLst>
              </p14:cNvPr>
              <p14:cNvContentPartPr/>
              <p14:nvPr/>
            </p14:nvContentPartPr>
            <p14:xfrm>
              <a:off x="3190845" y="1771961"/>
              <a:ext cx="360" cy="360"/>
            </p14:xfrm>
          </p:contentPart>
        </mc:Choice>
        <mc:Fallback xmlns="">
          <p:pic>
            <p:nvPicPr>
              <p:cNvPr id="37" name="Ink 36">
                <a:extLst>
                  <a:ext uri="{FF2B5EF4-FFF2-40B4-BE49-F238E27FC236}">
                    <a16:creationId xmlns:a16="http://schemas.microsoft.com/office/drawing/2014/main" id="{0DF5E24B-F9F6-3A9D-7DF4-C0BFA9CE250E}"/>
                  </a:ext>
                </a:extLst>
              </p:cNvPr>
              <p:cNvPicPr/>
              <p:nvPr/>
            </p:nvPicPr>
            <p:blipFill>
              <a:blip r:embed="rId5"/>
              <a:stretch>
                <a:fillRect/>
              </a:stretch>
            </p:blipFill>
            <p:spPr>
              <a:xfrm>
                <a:off x="3184725" y="1765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8" name="Ink 37">
                <a:extLst>
                  <a:ext uri="{FF2B5EF4-FFF2-40B4-BE49-F238E27FC236}">
                    <a16:creationId xmlns:a16="http://schemas.microsoft.com/office/drawing/2014/main" id="{63AEB799-90E2-2B47-D0E9-3160C337E4BD}"/>
                  </a:ext>
                </a:extLst>
              </p14:cNvPr>
              <p14:cNvContentPartPr/>
              <p14:nvPr/>
            </p14:nvContentPartPr>
            <p14:xfrm>
              <a:off x="3437445" y="1753601"/>
              <a:ext cx="360" cy="360"/>
            </p14:xfrm>
          </p:contentPart>
        </mc:Choice>
        <mc:Fallback xmlns="">
          <p:pic>
            <p:nvPicPr>
              <p:cNvPr id="38" name="Ink 37">
                <a:extLst>
                  <a:ext uri="{FF2B5EF4-FFF2-40B4-BE49-F238E27FC236}">
                    <a16:creationId xmlns:a16="http://schemas.microsoft.com/office/drawing/2014/main" id="{63AEB799-90E2-2B47-D0E9-3160C337E4BD}"/>
                  </a:ext>
                </a:extLst>
              </p:cNvPr>
              <p:cNvPicPr/>
              <p:nvPr/>
            </p:nvPicPr>
            <p:blipFill>
              <a:blip r:embed="rId5"/>
              <a:stretch>
                <a:fillRect/>
              </a:stretch>
            </p:blipFill>
            <p:spPr>
              <a:xfrm>
                <a:off x="343132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9" name="Ink 38">
                <a:extLst>
                  <a:ext uri="{FF2B5EF4-FFF2-40B4-BE49-F238E27FC236}">
                    <a16:creationId xmlns:a16="http://schemas.microsoft.com/office/drawing/2014/main" id="{134447EB-0875-3A9E-04F2-6AE7C4D61347}"/>
                  </a:ext>
                </a:extLst>
              </p14:cNvPr>
              <p14:cNvContentPartPr/>
              <p14:nvPr/>
            </p14:nvContentPartPr>
            <p14:xfrm>
              <a:off x="3629685" y="1716881"/>
              <a:ext cx="360" cy="360"/>
            </p14:xfrm>
          </p:contentPart>
        </mc:Choice>
        <mc:Fallback xmlns="">
          <p:pic>
            <p:nvPicPr>
              <p:cNvPr id="39" name="Ink 38">
                <a:extLst>
                  <a:ext uri="{FF2B5EF4-FFF2-40B4-BE49-F238E27FC236}">
                    <a16:creationId xmlns:a16="http://schemas.microsoft.com/office/drawing/2014/main" id="{134447EB-0875-3A9E-04F2-6AE7C4D61347}"/>
                  </a:ext>
                </a:extLst>
              </p:cNvPr>
              <p:cNvPicPr/>
              <p:nvPr/>
            </p:nvPicPr>
            <p:blipFill>
              <a:blip r:embed="rId5"/>
              <a:stretch>
                <a:fillRect/>
              </a:stretch>
            </p:blipFill>
            <p:spPr>
              <a:xfrm>
                <a:off x="3623565" y="1710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0" name="Ink 39">
                <a:extLst>
                  <a:ext uri="{FF2B5EF4-FFF2-40B4-BE49-F238E27FC236}">
                    <a16:creationId xmlns:a16="http://schemas.microsoft.com/office/drawing/2014/main" id="{D3033AAF-1767-1DAC-13F0-FC00F001B030}"/>
                  </a:ext>
                </a:extLst>
              </p14:cNvPr>
              <p14:cNvContentPartPr/>
              <p14:nvPr/>
            </p14:nvContentPartPr>
            <p14:xfrm>
              <a:off x="3885645" y="1625801"/>
              <a:ext cx="360" cy="360"/>
            </p14:xfrm>
          </p:contentPart>
        </mc:Choice>
        <mc:Fallback xmlns="">
          <p:pic>
            <p:nvPicPr>
              <p:cNvPr id="40" name="Ink 39">
                <a:extLst>
                  <a:ext uri="{FF2B5EF4-FFF2-40B4-BE49-F238E27FC236}">
                    <a16:creationId xmlns:a16="http://schemas.microsoft.com/office/drawing/2014/main" id="{D3033AAF-1767-1DAC-13F0-FC00F001B030}"/>
                  </a:ext>
                </a:extLst>
              </p:cNvPr>
              <p:cNvPicPr/>
              <p:nvPr/>
            </p:nvPicPr>
            <p:blipFill>
              <a:blip r:embed="rId5"/>
              <a:stretch>
                <a:fillRect/>
              </a:stretch>
            </p:blipFill>
            <p:spPr>
              <a:xfrm>
                <a:off x="3879525" y="1619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1" name="Ink 40">
                <a:extLst>
                  <a:ext uri="{FF2B5EF4-FFF2-40B4-BE49-F238E27FC236}">
                    <a16:creationId xmlns:a16="http://schemas.microsoft.com/office/drawing/2014/main" id="{8B7CD137-BE88-5929-890F-7C66738BDA4A}"/>
                  </a:ext>
                </a:extLst>
              </p14:cNvPr>
              <p14:cNvContentPartPr/>
              <p14:nvPr/>
            </p14:nvContentPartPr>
            <p14:xfrm>
              <a:off x="4050165" y="1552361"/>
              <a:ext cx="360" cy="360"/>
            </p14:xfrm>
          </p:contentPart>
        </mc:Choice>
        <mc:Fallback xmlns="">
          <p:pic>
            <p:nvPicPr>
              <p:cNvPr id="41" name="Ink 40">
                <a:extLst>
                  <a:ext uri="{FF2B5EF4-FFF2-40B4-BE49-F238E27FC236}">
                    <a16:creationId xmlns:a16="http://schemas.microsoft.com/office/drawing/2014/main" id="{8B7CD137-BE88-5929-890F-7C66738BDA4A}"/>
                  </a:ext>
                </a:extLst>
              </p:cNvPr>
              <p:cNvPicPr/>
              <p:nvPr/>
            </p:nvPicPr>
            <p:blipFill>
              <a:blip r:embed="rId5"/>
              <a:stretch>
                <a:fillRect/>
              </a:stretch>
            </p:blipFill>
            <p:spPr>
              <a:xfrm>
                <a:off x="4044045" y="1546241"/>
                <a:ext cx="12600" cy="12600"/>
              </a:xfrm>
              <a:prstGeom prst="rect">
                <a:avLst/>
              </a:prstGeom>
            </p:spPr>
          </p:pic>
        </mc:Fallback>
      </mc:AlternateContent>
      <p:cxnSp>
        <p:nvCxnSpPr>
          <p:cNvPr id="43" name="Straight Connector 42">
            <a:extLst>
              <a:ext uri="{FF2B5EF4-FFF2-40B4-BE49-F238E27FC236}">
                <a16:creationId xmlns:a16="http://schemas.microsoft.com/office/drawing/2014/main" id="{21F08060-055A-6301-64CC-D60A5EFE6EA8}"/>
              </a:ext>
            </a:extLst>
          </p:cNvPr>
          <p:cNvCxnSpPr>
            <a:cxnSpLocks/>
          </p:cNvCxnSpPr>
          <p:nvPr/>
        </p:nvCxnSpPr>
        <p:spPr>
          <a:xfrm>
            <a:off x="4297413" y="848489"/>
            <a:ext cx="15719" cy="2128537"/>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93FF71B9-FB7E-C751-99D6-470CCADF6738}"/>
              </a:ext>
            </a:extLst>
          </p:cNvPr>
          <p:cNvCxnSpPr>
            <a:cxnSpLocks/>
          </p:cNvCxnSpPr>
          <p:nvPr/>
        </p:nvCxnSpPr>
        <p:spPr>
          <a:xfrm flipH="1" flipV="1">
            <a:off x="4313132" y="2626741"/>
            <a:ext cx="246888"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34AAABD9-6740-0E17-8B44-6487BCB8197B}"/>
              </a:ext>
            </a:extLst>
          </p:cNvPr>
          <p:cNvSpPr txBox="1"/>
          <p:nvPr/>
        </p:nvSpPr>
        <p:spPr>
          <a:xfrm>
            <a:off x="3996304" y="2771457"/>
            <a:ext cx="863398" cy="261610"/>
          </a:xfrm>
          <a:prstGeom prst="rect">
            <a:avLst/>
          </a:prstGeom>
          <a:noFill/>
        </p:spPr>
        <p:txBody>
          <a:bodyPr wrap="square" rtlCol="0">
            <a:spAutoFit/>
          </a:bodyPr>
          <a:lstStyle/>
          <a:p>
            <a:r>
              <a:rPr lang="en-US" sz="1100" b="1" dirty="0"/>
              <a:t>1/15/2027</a:t>
            </a:r>
          </a:p>
        </p:txBody>
      </p:sp>
      <p:sp>
        <p:nvSpPr>
          <p:cNvPr id="50" name="TextBox 49">
            <a:extLst>
              <a:ext uri="{FF2B5EF4-FFF2-40B4-BE49-F238E27FC236}">
                <a16:creationId xmlns:a16="http://schemas.microsoft.com/office/drawing/2014/main" id="{3B2F25AE-D7FD-7A6D-30AE-2EB050F1B77D}"/>
              </a:ext>
            </a:extLst>
          </p:cNvPr>
          <p:cNvSpPr txBox="1"/>
          <p:nvPr/>
        </p:nvSpPr>
        <p:spPr>
          <a:xfrm>
            <a:off x="2516235" y="2666260"/>
            <a:ext cx="863398" cy="261610"/>
          </a:xfrm>
          <a:prstGeom prst="rect">
            <a:avLst/>
          </a:prstGeom>
          <a:noFill/>
        </p:spPr>
        <p:txBody>
          <a:bodyPr wrap="square" rtlCol="0">
            <a:spAutoFit/>
          </a:bodyPr>
          <a:lstStyle/>
          <a:p>
            <a:r>
              <a:rPr lang="en-US" sz="1100" b="1" dirty="0"/>
              <a:t>12/5/2025</a:t>
            </a:r>
          </a:p>
        </p:txBody>
      </p:sp>
      <p:cxnSp>
        <p:nvCxnSpPr>
          <p:cNvPr id="51" name="Straight Arrow Connector 50">
            <a:extLst>
              <a:ext uri="{FF2B5EF4-FFF2-40B4-BE49-F238E27FC236}">
                <a16:creationId xmlns:a16="http://schemas.microsoft.com/office/drawing/2014/main" id="{F9E91BB6-487E-956A-404B-AE553A1579BC}"/>
              </a:ext>
            </a:extLst>
          </p:cNvPr>
          <p:cNvCxnSpPr>
            <a:cxnSpLocks/>
          </p:cNvCxnSpPr>
          <p:nvPr/>
        </p:nvCxnSpPr>
        <p:spPr>
          <a:xfrm flipH="1" flipV="1">
            <a:off x="2585882" y="2507066"/>
            <a:ext cx="246888"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5">
            <p14:nvContentPartPr>
              <p14:cNvPr id="52" name="Ink 51">
                <a:extLst>
                  <a:ext uri="{FF2B5EF4-FFF2-40B4-BE49-F238E27FC236}">
                    <a16:creationId xmlns:a16="http://schemas.microsoft.com/office/drawing/2014/main" id="{41AFEB16-43E0-636C-FFEC-FA57FAE93870}"/>
                  </a:ext>
                </a:extLst>
              </p14:cNvPr>
              <p14:cNvContentPartPr/>
              <p14:nvPr/>
            </p14:nvContentPartPr>
            <p14:xfrm>
              <a:off x="3785205" y="1680521"/>
              <a:ext cx="360" cy="360"/>
            </p14:xfrm>
          </p:contentPart>
        </mc:Choice>
        <mc:Fallback xmlns="">
          <p:pic>
            <p:nvPicPr>
              <p:cNvPr id="52" name="Ink 51">
                <a:extLst>
                  <a:ext uri="{FF2B5EF4-FFF2-40B4-BE49-F238E27FC236}">
                    <a16:creationId xmlns:a16="http://schemas.microsoft.com/office/drawing/2014/main" id="{41AFEB16-43E0-636C-FFEC-FA57FAE93870}"/>
                  </a:ext>
                </a:extLst>
              </p:cNvPr>
              <p:cNvPicPr/>
              <p:nvPr/>
            </p:nvPicPr>
            <p:blipFill>
              <a:blip r:embed="rId5"/>
              <a:stretch>
                <a:fillRect/>
              </a:stretch>
            </p:blipFill>
            <p:spPr>
              <a:xfrm>
                <a:off x="3779085" y="1674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3" name="Ink 52">
                <a:extLst>
                  <a:ext uri="{FF2B5EF4-FFF2-40B4-BE49-F238E27FC236}">
                    <a16:creationId xmlns:a16="http://schemas.microsoft.com/office/drawing/2014/main" id="{75B2B3AB-F8C9-53A2-D4D4-A09B74042CF5}"/>
                  </a:ext>
                </a:extLst>
              </p14:cNvPr>
              <p14:cNvContentPartPr/>
              <p14:nvPr/>
            </p14:nvContentPartPr>
            <p14:xfrm>
              <a:off x="4123605" y="1515641"/>
              <a:ext cx="360" cy="360"/>
            </p14:xfrm>
          </p:contentPart>
        </mc:Choice>
        <mc:Fallback xmlns="">
          <p:pic>
            <p:nvPicPr>
              <p:cNvPr id="53" name="Ink 52">
                <a:extLst>
                  <a:ext uri="{FF2B5EF4-FFF2-40B4-BE49-F238E27FC236}">
                    <a16:creationId xmlns:a16="http://schemas.microsoft.com/office/drawing/2014/main" id="{75B2B3AB-F8C9-53A2-D4D4-A09B74042CF5}"/>
                  </a:ext>
                </a:extLst>
              </p:cNvPr>
              <p:cNvPicPr/>
              <p:nvPr/>
            </p:nvPicPr>
            <p:blipFill>
              <a:blip r:embed="rId5"/>
              <a:stretch>
                <a:fillRect/>
              </a:stretch>
            </p:blipFill>
            <p:spPr>
              <a:xfrm>
                <a:off x="4117485" y="1509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4" name="Ink 53">
                <a:extLst>
                  <a:ext uri="{FF2B5EF4-FFF2-40B4-BE49-F238E27FC236}">
                    <a16:creationId xmlns:a16="http://schemas.microsoft.com/office/drawing/2014/main" id="{9E8ECAB6-9B29-FED3-C6C5-86B27006B856}"/>
                  </a:ext>
                </a:extLst>
              </p14:cNvPr>
              <p14:cNvContentPartPr/>
              <p14:nvPr/>
            </p14:nvContentPartPr>
            <p14:xfrm>
              <a:off x="4251405" y="1470281"/>
              <a:ext cx="360" cy="360"/>
            </p14:xfrm>
          </p:contentPart>
        </mc:Choice>
        <mc:Fallback xmlns="">
          <p:pic>
            <p:nvPicPr>
              <p:cNvPr id="54" name="Ink 53">
                <a:extLst>
                  <a:ext uri="{FF2B5EF4-FFF2-40B4-BE49-F238E27FC236}">
                    <a16:creationId xmlns:a16="http://schemas.microsoft.com/office/drawing/2014/main" id="{9E8ECAB6-9B29-FED3-C6C5-86B27006B856}"/>
                  </a:ext>
                </a:extLst>
              </p:cNvPr>
              <p:cNvPicPr/>
              <p:nvPr/>
            </p:nvPicPr>
            <p:blipFill>
              <a:blip r:embed="rId5"/>
              <a:stretch>
                <a:fillRect/>
              </a:stretch>
            </p:blipFill>
            <p:spPr>
              <a:xfrm>
                <a:off x="4245285" y="1464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5" name="Ink 54">
                <a:extLst>
                  <a:ext uri="{FF2B5EF4-FFF2-40B4-BE49-F238E27FC236}">
                    <a16:creationId xmlns:a16="http://schemas.microsoft.com/office/drawing/2014/main" id="{4B8A7624-B0E5-D4B9-4781-B985E72C3791}"/>
                  </a:ext>
                </a:extLst>
              </p14:cNvPr>
              <p14:cNvContentPartPr/>
              <p14:nvPr/>
            </p14:nvContentPartPr>
            <p14:xfrm>
              <a:off x="3547605" y="1479281"/>
              <a:ext cx="360" cy="360"/>
            </p14:xfrm>
          </p:contentPart>
        </mc:Choice>
        <mc:Fallback xmlns="">
          <p:pic>
            <p:nvPicPr>
              <p:cNvPr id="55" name="Ink 54">
                <a:extLst>
                  <a:ext uri="{FF2B5EF4-FFF2-40B4-BE49-F238E27FC236}">
                    <a16:creationId xmlns:a16="http://schemas.microsoft.com/office/drawing/2014/main" id="{4B8A7624-B0E5-D4B9-4781-B985E72C3791}"/>
                  </a:ext>
                </a:extLst>
              </p:cNvPr>
              <p:cNvPicPr/>
              <p:nvPr/>
            </p:nvPicPr>
            <p:blipFill>
              <a:blip r:embed="rId5"/>
              <a:stretch>
                <a:fillRect/>
              </a:stretch>
            </p:blipFill>
            <p:spPr>
              <a:xfrm>
                <a:off x="3541485" y="1473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6" name="Ink 55">
                <a:extLst>
                  <a:ext uri="{FF2B5EF4-FFF2-40B4-BE49-F238E27FC236}">
                    <a16:creationId xmlns:a16="http://schemas.microsoft.com/office/drawing/2014/main" id="{8F8F57F3-4914-A24F-A200-32B8B0874CFC}"/>
                  </a:ext>
                </a:extLst>
              </p14:cNvPr>
              <p14:cNvContentPartPr/>
              <p14:nvPr/>
            </p14:nvContentPartPr>
            <p14:xfrm>
              <a:off x="3766845" y="1360121"/>
              <a:ext cx="360" cy="360"/>
            </p14:xfrm>
          </p:contentPart>
        </mc:Choice>
        <mc:Fallback xmlns="">
          <p:pic>
            <p:nvPicPr>
              <p:cNvPr id="56" name="Ink 55">
                <a:extLst>
                  <a:ext uri="{FF2B5EF4-FFF2-40B4-BE49-F238E27FC236}">
                    <a16:creationId xmlns:a16="http://schemas.microsoft.com/office/drawing/2014/main" id="{8F8F57F3-4914-A24F-A200-32B8B0874CFC}"/>
                  </a:ext>
                </a:extLst>
              </p:cNvPr>
              <p:cNvPicPr/>
              <p:nvPr/>
            </p:nvPicPr>
            <p:blipFill>
              <a:blip r:embed="rId5"/>
              <a:stretch>
                <a:fillRect/>
              </a:stretch>
            </p:blipFill>
            <p:spPr>
              <a:xfrm>
                <a:off x="3760725" y="13540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7" name="Ink 56">
                <a:extLst>
                  <a:ext uri="{FF2B5EF4-FFF2-40B4-BE49-F238E27FC236}">
                    <a16:creationId xmlns:a16="http://schemas.microsoft.com/office/drawing/2014/main" id="{95033DC6-909E-17DE-6506-B7A0B69BAEC4}"/>
                  </a:ext>
                </a:extLst>
              </p14:cNvPr>
              <p14:cNvContentPartPr/>
              <p14:nvPr/>
            </p14:nvContentPartPr>
            <p14:xfrm>
              <a:off x="3931365" y="1332761"/>
              <a:ext cx="360" cy="360"/>
            </p14:xfrm>
          </p:contentPart>
        </mc:Choice>
        <mc:Fallback xmlns="">
          <p:pic>
            <p:nvPicPr>
              <p:cNvPr id="57" name="Ink 56">
                <a:extLst>
                  <a:ext uri="{FF2B5EF4-FFF2-40B4-BE49-F238E27FC236}">
                    <a16:creationId xmlns:a16="http://schemas.microsoft.com/office/drawing/2014/main" id="{95033DC6-909E-17DE-6506-B7A0B69BAEC4}"/>
                  </a:ext>
                </a:extLst>
              </p:cNvPr>
              <p:cNvPicPr/>
              <p:nvPr/>
            </p:nvPicPr>
            <p:blipFill>
              <a:blip r:embed="rId5"/>
              <a:stretch>
                <a:fillRect/>
              </a:stretch>
            </p:blipFill>
            <p:spPr>
              <a:xfrm>
                <a:off x="3925245" y="13266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8" name="Ink 57">
                <a:extLst>
                  <a:ext uri="{FF2B5EF4-FFF2-40B4-BE49-F238E27FC236}">
                    <a16:creationId xmlns:a16="http://schemas.microsoft.com/office/drawing/2014/main" id="{A5621A2A-0D6D-43FE-D4FB-CB93C753F3A6}"/>
                  </a:ext>
                </a:extLst>
              </p14:cNvPr>
              <p14:cNvContentPartPr/>
              <p14:nvPr/>
            </p14:nvContentPartPr>
            <p14:xfrm>
              <a:off x="4114245" y="1296401"/>
              <a:ext cx="360" cy="360"/>
            </p14:xfrm>
          </p:contentPart>
        </mc:Choice>
        <mc:Fallback xmlns="">
          <p:pic>
            <p:nvPicPr>
              <p:cNvPr id="58" name="Ink 57">
                <a:extLst>
                  <a:ext uri="{FF2B5EF4-FFF2-40B4-BE49-F238E27FC236}">
                    <a16:creationId xmlns:a16="http://schemas.microsoft.com/office/drawing/2014/main" id="{A5621A2A-0D6D-43FE-D4FB-CB93C753F3A6}"/>
                  </a:ext>
                </a:extLst>
              </p:cNvPr>
              <p:cNvPicPr/>
              <p:nvPr/>
            </p:nvPicPr>
            <p:blipFill>
              <a:blip r:embed="rId5"/>
              <a:stretch>
                <a:fillRect/>
              </a:stretch>
            </p:blipFill>
            <p:spPr>
              <a:xfrm>
                <a:off x="4108125" y="12902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9" name="Ink 58">
                <a:extLst>
                  <a:ext uri="{FF2B5EF4-FFF2-40B4-BE49-F238E27FC236}">
                    <a16:creationId xmlns:a16="http://schemas.microsoft.com/office/drawing/2014/main" id="{C21A114E-E20F-BE37-28DC-0845BED55627}"/>
                  </a:ext>
                </a:extLst>
              </p14:cNvPr>
              <p14:cNvContentPartPr/>
              <p14:nvPr/>
            </p14:nvContentPartPr>
            <p14:xfrm>
              <a:off x="4178325" y="1250681"/>
              <a:ext cx="360" cy="360"/>
            </p14:xfrm>
          </p:contentPart>
        </mc:Choice>
        <mc:Fallback xmlns="">
          <p:pic>
            <p:nvPicPr>
              <p:cNvPr id="59" name="Ink 58">
                <a:extLst>
                  <a:ext uri="{FF2B5EF4-FFF2-40B4-BE49-F238E27FC236}">
                    <a16:creationId xmlns:a16="http://schemas.microsoft.com/office/drawing/2014/main" id="{C21A114E-E20F-BE37-28DC-0845BED55627}"/>
                  </a:ext>
                </a:extLst>
              </p:cNvPr>
              <p:cNvPicPr/>
              <p:nvPr/>
            </p:nvPicPr>
            <p:blipFill>
              <a:blip r:embed="rId5"/>
              <a:stretch>
                <a:fillRect/>
              </a:stretch>
            </p:blipFill>
            <p:spPr>
              <a:xfrm>
                <a:off x="4172205" y="1244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0" name="Ink 59">
                <a:extLst>
                  <a:ext uri="{FF2B5EF4-FFF2-40B4-BE49-F238E27FC236}">
                    <a16:creationId xmlns:a16="http://schemas.microsoft.com/office/drawing/2014/main" id="{985F7B3F-3696-941F-DDA9-0D5440DD52EF}"/>
                  </a:ext>
                </a:extLst>
              </p14:cNvPr>
              <p14:cNvContentPartPr/>
              <p14:nvPr/>
            </p14:nvContentPartPr>
            <p14:xfrm>
              <a:off x="4260765" y="1241681"/>
              <a:ext cx="360" cy="360"/>
            </p14:xfrm>
          </p:contentPart>
        </mc:Choice>
        <mc:Fallback xmlns="">
          <p:pic>
            <p:nvPicPr>
              <p:cNvPr id="60" name="Ink 59">
                <a:extLst>
                  <a:ext uri="{FF2B5EF4-FFF2-40B4-BE49-F238E27FC236}">
                    <a16:creationId xmlns:a16="http://schemas.microsoft.com/office/drawing/2014/main" id="{985F7B3F-3696-941F-DDA9-0D5440DD52EF}"/>
                  </a:ext>
                </a:extLst>
              </p:cNvPr>
              <p:cNvPicPr/>
              <p:nvPr/>
            </p:nvPicPr>
            <p:blipFill>
              <a:blip r:embed="rId5"/>
              <a:stretch>
                <a:fillRect/>
              </a:stretch>
            </p:blipFill>
            <p:spPr>
              <a:xfrm>
                <a:off x="4254645" y="1235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1" name="Ink 60">
                <a:extLst>
                  <a:ext uri="{FF2B5EF4-FFF2-40B4-BE49-F238E27FC236}">
                    <a16:creationId xmlns:a16="http://schemas.microsoft.com/office/drawing/2014/main" id="{229B92A2-504E-36CC-2B2B-C53CCFC57C27}"/>
                  </a:ext>
                </a:extLst>
              </p14:cNvPr>
              <p14:cNvContentPartPr/>
              <p14:nvPr/>
            </p14:nvContentPartPr>
            <p14:xfrm>
              <a:off x="3538245" y="1067801"/>
              <a:ext cx="360" cy="360"/>
            </p14:xfrm>
          </p:contentPart>
        </mc:Choice>
        <mc:Fallback xmlns="">
          <p:pic>
            <p:nvPicPr>
              <p:cNvPr id="61" name="Ink 60">
                <a:extLst>
                  <a:ext uri="{FF2B5EF4-FFF2-40B4-BE49-F238E27FC236}">
                    <a16:creationId xmlns:a16="http://schemas.microsoft.com/office/drawing/2014/main" id="{229B92A2-504E-36CC-2B2B-C53CCFC57C27}"/>
                  </a:ext>
                </a:extLst>
              </p:cNvPr>
              <p:cNvPicPr/>
              <p:nvPr/>
            </p:nvPicPr>
            <p:blipFill>
              <a:blip r:embed="rId5"/>
              <a:stretch>
                <a:fillRect/>
              </a:stretch>
            </p:blipFill>
            <p:spPr>
              <a:xfrm>
                <a:off x="3532125" y="1061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2" name="Ink 61">
                <a:extLst>
                  <a:ext uri="{FF2B5EF4-FFF2-40B4-BE49-F238E27FC236}">
                    <a16:creationId xmlns:a16="http://schemas.microsoft.com/office/drawing/2014/main" id="{6611FFDB-6EF0-A559-6B4A-AA65238232A9}"/>
                  </a:ext>
                </a:extLst>
              </p14:cNvPr>
              <p14:cNvContentPartPr/>
              <p14:nvPr/>
            </p14:nvContentPartPr>
            <p14:xfrm>
              <a:off x="3648045" y="1040081"/>
              <a:ext cx="360" cy="360"/>
            </p14:xfrm>
          </p:contentPart>
        </mc:Choice>
        <mc:Fallback xmlns="">
          <p:pic>
            <p:nvPicPr>
              <p:cNvPr id="62" name="Ink 61">
                <a:extLst>
                  <a:ext uri="{FF2B5EF4-FFF2-40B4-BE49-F238E27FC236}">
                    <a16:creationId xmlns:a16="http://schemas.microsoft.com/office/drawing/2014/main" id="{6611FFDB-6EF0-A559-6B4A-AA65238232A9}"/>
                  </a:ext>
                </a:extLst>
              </p:cNvPr>
              <p:cNvPicPr/>
              <p:nvPr/>
            </p:nvPicPr>
            <p:blipFill>
              <a:blip r:embed="rId5"/>
              <a:stretch>
                <a:fillRect/>
              </a:stretch>
            </p:blipFill>
            <p:spPr>
              <a:xfrm>
                <a:off x="3641925" y="10339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3" name="Ink 62">
                <a:extLst>
                  <a:ext uri="{FF2B5EF4-FFF2-40B4-BE49-F238E27FC236}">
                    <a16:creationId xmlns:a16="http://schemas.microsoft.com/office/drawing/2014/main" id="{2CA4DA81-97E6-1A86-1647-9D8FBB23A432}"/>
                  </a:ext>
                </a:extLst>
              </p14:cNvPr>
              <p14:cNvContentPartPr/>
              <p14:nvPr/>
            </p14:nvContentPartPr>
            <p14:xfrm>
              <a:off x="3785205" y="1012721"/>
              <a:ext cx="360" cy="360"/>
            </p14:xfrm>
          </p:contentPart>
        </mc:Choice>
        <mc:Fallback xmlns="">
          <p:pic>
            <p:nvPicPr>
              <p:cNvPr id="63" name="Ink 62">
                <a:extLst>
                  <a:ext uri="{FF2B5EF4-FFF2-40B4-BE49-F238E27FC236}">
                    <a16:creationId xmlns:a16="http://schemas.microsoft.com/office/drawing/2014/main" id="{2CA4DA81-97E6-1A86-1647-9D8FBB23A432}"/>
                  </a:ext>
                </a:extLst>
              </p:cNvPr>
              <p:cNvPicPr/>
              <p:nvPr/>
            </p:nvPicPr>
            <p:blipFill>
              <a:blip r:embed="rId5"/>
              <a:stretch>
                <a:fillRect/>
              </a:stretch>
            </p:blipFill>
            <p:spPr>
              <a:xfrm>
                <a:off x="3779085" y="10066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4" name="Ink 63">
                <a:extLst>
                  <a:ext uri="{FF2B5EF4-FFF2-40B4-BE49-F238E27FC236}">
                    <a16:creationId xmlns:a16="http://schemas.microsoft.com/office/drawing/2014/main" id="{2F6B7453-74DB-BABF-B438-4B0E261F94F9}"/>
                  </a:ext>
                </a:extLst>
              </p14:cNvPr>
              <p14:cNvContentPartPr/>
              <p14:nvPr/>
            </p14:nvContentPartPr>
            <p14:xfrm>
              <a:off x="3885645" y="985721"/>
              <a:ext cx="360" cy="360"/>
            </p14:xfrm>
          </p:contentPart>
        </mc:Choice>
        <mc:Fallback xmlns="">
          <p:pic>
            <p:nvPicPr>
              <p:cNvPr id="64" name="Ink 63">
                <a:extLst>
                  <a:ext uri="{FF2B5EF4-FFF2-40B4-BE49-F238E27FC236}">
                    <a16:creationId xmlns:a16="http://schemas.microsoft.com/office/drawing/2014/main" id="{2F6B7453-74DB-BABF-B438-4B0E261F94F9}"/>
                  </a:ext>
                </a:extLst>
              </p:cNvPr>
              <p:cNvPicPr/>
              <p:nvPr/>
            </p:nvPicPr>
            <p:blipFill>
              <a:blip r:embed="rId5"/>
              <a:stretch>
                <a:fillRect/>
              </a:stretch>
            </p:blipFill>
            <p:spPr>
              <a:xfrm>
                <a:off x="3879525" y="9796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5" name="Ink 64">
                <a:extLst>
                  <a:ext uri="{FF2B5EF4-FFF2-40B4-BE49-F238E27FC236}">
                    <a16:creationId xmlns:a16="http://schemas.microsoft.com/office/drawing/2014/main" id="{F2D17516-F874-476F-03F6-8224EEADEC79}"/>
                  </a:ext>
                </a:extLst>
              </p14:cNvPr>
              <p14:cNvContentPartPr/>
              <p14:nvPr/>
            </p14:nvContentPartPr>
            <p14:xfrm>
              <a:off x="4041525" y="949001"/>
              <a:ext cx="360" cy="360"/>
            </p14:xfrm>
          </p:contentPart>
        </mc:Choice>
        <mc:Fallback xmlns="">
          <p:pic>
            <p:nvPicPr>
              <p:cNvPr id="65" name="Ink 64">
                <a:extLst>
                  <a:ext uri="{FF2B5EF4-FFF2-40B4-BE49-F238E27FC236}">
                    <a16:creationId xmlns:a16="http://schemas.microsoft.com/office/drawing/2014/main" id="{F2D17516-F874-476F-03F6-8224EEADEC79}"/>
                  </a:ext>
                </a:extLst>
              </p:cNvPr>
              <p:cNvPicPr/>
              <p:nvPr/>
            </p:nvPicPr>
            <p:blipFill>
              <a:blip r:embed="rId5"/>
              <a:stretch>
                <a:fillRect/>
              </a:stretch>
            </p:blipFill>
            <p:spPr>
              <a:xfrm>
                <a:off x="4035405" y="9428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66" name="Ink 65">
                <a:extLst>
                  <a:ext uri="{FF2B5EF4-FFF2-40B4-BE49-F238E27FC236}">
                    <a16:creationId xmlns:a16="http://schemas.microsoft.com/office/drawing/2014/main" id="{CA8138E0-8010-E8E1-F963-49DD3DF92C1C}"/>
                  </a:ext>
                </a:extLst>
              </p14:cNvPr>
              <p14:cNvContentPartPr/>
              <p14:nvPr/>
            </p14:nvContentPartPr>
            <p14:xfrm>
              <a:off x="4141965" y="912281"/>
              <a:ext cx="360" cy="360"/>
            </p14:xfrm>
          </p:contentPart>
        </mc:Choice>
        <mc:Fallback xmlns="">
          <p:pic>
            <p:nvPicPr>
              <p:cNvPr id="66" name="Ink 65">
                <a:extLst>
                  <a:ext uri="{FF2B5EF4-FFF2-40B4-BE49-F238E27FC236}">
                    <a16:creationId xmlns:a16="http://schemas.microsoft.com/office/drawing/2014/main" id="{CA8138E0-8010-E8E1-F963-49DD3DF92C1C}"/>
                  </a:ext>
                </a:extLst>
              </p:cNvPr>
              <p:cNvPicPr/>
              <p:nvPr/>
            </p:nvPicPr>
            <p:blipFill>
              <a:blip r:embed="rId5"/>
              <a:stretch>
                <a:fillRect/>
              </a:stretch>
            </p:blipFill>
            <p:spPr>
              <a:xfrm>
                <a:off x="4135845" y="906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7" name="Ink 66">
                <a:extLst>
                  <a:ext uri="{FF2B5EF4-FFF2-40B4-BE49-F238E27FC236}">
                    <a16:creationId xmlns:a16="http://schemas.microsoft.com/office/drawing/2014/main" id="{38D91E88-C449-9E3B-25D2-032FD7F2F60A}"/>
                  </a:ext>
                </a:extLst>
              </p14:cNvPr>
              <p14:cNvContentPartPr/>
              <p14:nvPr/>
            </p14:nvContentPartPr>
            <p14:xfrm>
              <a:off x="4251405" y="875561"/>
              <a:ext cx="360" cy="360"/>
            </p14:xfrm>
          </p:contentPart>
        </mc:Choice>
        <mc:Fallback xmlns="">
          <p:pic>
            <p:nvPicPr>
              <p:cNvPr id="67" name="Ink 66">
                <a:extLst>
                  <a:ext uri="{FF2B5EF4-FFF2-40B4-BE49-F238E27FC236}">
                    <a16:creationId xmlns:a16="http://schemas.microsoft.com/office/drawing/2014/main" id="{38D91E88-C449-9E3B-25D2-032FD7F2F60A}"/>
                  </a:ext>
                </a:extLst>
              </p:cNvPr>
              <p:cNvPicPr/>
              <p:nvPr/>
            </p:nvPicPr>
            <p:blipFill>
              <a:blip r:embed="rId5"/>
              <a:stretch>
                <a:fillRect/>
              </a:stretch>
            </p:blipFill>
            <p:spPr>
              <a:xfrm>
                <a:off x="4245285" y="869441"/>
                <a:ext cx="12600" cy="12600"/>
              </a:xfrm>
              <a:prstGeom prst="rect">
                <a:avLst/>
              </a:prstGeom>
            </p:spPr>
          </p:pic>
        </mc:Fallback>
      </mc:AlternateContent>
      <p:sp>
        <p:nvSpPr>
          <p:cNvPr id="68" name="TextBox 67">
            <a:extLst>
              <a:ext uri="{FF2B5EF4-FFF2-40B4-BE49-F238E27FC236}">
                <a16:creationId xmlns:a16="http://schemas.microsoft.com/office/drawing/2014/main" id="{F3E947A7-184F-51D1-A7B2-5CAAD366F8BF}"/>
              </a:ext>
            </a:extLst>
          </p:cNvPr>
          <p:cNvSpPr txBox="1"/>
          <p:nvPr/>
        </p:nvSpPr>
        <p:spPr>
          <a:xfrm>
            <a:off x="4240545" y="1576441"/>
            <a:ext cx="550716" cy="261610"/>
          </a:xfrm>
          <a:prstGeom prst="rect">
            <a:avLst/>
          </a:prstGeom>
          <a:noFill/>
        </p:spPr>
        <p:txBody>
          <a:bodyPr wrap="square" rtlCol="0">
            <a:spAutoFit/>
          </a:bodyPr>
          <a:lstStyle/>
          <a:p>
            <a:r>
              <a:rPr lang="en-US" sz="1100" b="1" dirty="0"/>
              <a:t>27.50</a:t>
            </a:r>
          </a:p>
        </p:txBody>
      </p:sp>
      <p:sp>
        <p:nvSpPr>
          <p:cNvPr id="69" name="TextBox 68">
            <a:extLst>
              <a:ext uri="{FF2B5EF4-FFF2-40B4-BE49-F238E27FC236}">
                <a16:creationId xmlns:a16="http://schemas.microsoft.com/office/drawing/2014/main" id="{733A8E71-11E8-38DF-6AEE-1DC3E4C9C253}"/>
              </a:ext>
            </a:extLst>
          </p:cNvPr>
          <p:cNvSpPr txBox="1"/>
          <p:nvPr/>
        </p:nvSpPr>
        <p:spPr>
          <a:xfrm>
            <a:off x="4322841" y="1274870"/>
            <a:ext cx="550716" cy="261610"/>
          </a:xfrm>
          <a:prstGeom prst="rect">
            <a:avLst/>
          </a:prstGeom>
          <a:noFill/>
        </p:spPr>
        <p:txBody>
          <a:bodyPr wrap="square" rtlCol="0">
            <a:spAutoFit/>
          </a:bodyPr>
          <a:lstStyle/>
          <a:p>
            <a:r>
              <a:rPr lang="en-US" sz="1100" b="1" dirty="0"/>
              <a:t>30</a:t>
            </a:r>
          </a:p>
        </p:txBody>
      </p:sp>
      <p:sp>
        <p:nvSpPr>
          <p:cNvPr id="70" name="TextBox 69">
            <a:extLst>
              <a:ext uri="{FF2B5EF4-FFF2-40B4-BE49-F238E27FC236}">
                <a16:creationId xmlns:a16="http://schemas.microsoft.com/office/drawing/2014/main" id="{8BE1BBB5-F2A0-D942-119F-BBDF5077F0C7}"/>
              </a:ext>
            </a:extLst>
          </p:cNvPr>
          <p:cNvSpPr txBox="1"/>
          <p:nvPr/>
        </p:nvSpPr>
        <p:spPr>
          <a:xfrm>
            <a:off x="4302878" y="1053125"/>
            <a:ext cx="550716" cy="261610"/>
          </a:xfrm>
          <a:prstGeom prst="rect">
            <a:avLst/>
          </a:prstGeom>
          <a:noFill/>
        </p:spPr>
        <p:txBody>
          <a:bodyPr wrap="square" rtlCol="0">
            <a:spAutoFit/>
          </a:bodyPr>
          <a:lstStyle/>
          <a:p>
            <a:r>
              <a:rPr lang="en-US" sz="1100" b="1" dirty="0"/>
              <a:t>35</a:t>
            </a:r>
          </a:p>
        </p:txBody>
      </p:sp>
      <p:sp>
        <p:nvSpPr>
          <p:cNvPr id="71" name="TextBox 70">
            <a:extLst>
              <a:ext uri="{FF2B5EF4-FFF2-40B4-BE49-F238E27FC236}">
                <a16:creationId xmlns:a16="http://schemas.microsoft.com/office/drawing/2014/main" id="{FFB65FC7-083E-E99F-8D99-2ACD53C73CA4}"/>
              </a:ext>
            </a:extLst>
          </p:cNvPr>
          <p:cNvSpPr txBox="1"/>
          <p:nvPr/>
        </p:nvSpPr>
        <p:spPr>
          <a:xfrm>
            <a:off x="4297413" y="742802"/>
            <a:ext cx="550716" cy="261610"/>
          </a:xfrm>
          <a:prstGeom prst="rect">
            <a:avLst/>
          </a:prstGeom>
          <a:noFill/>
        </p:spPr>
        <p:txBody>
          <a:bodyPr wrap="square" rtlCol="0">
            <a:spAutoFit/>
          </a:bodyPr>
          <a:lstStyle/>
          <a:p>
            <a:r>
              <a:rPr lang="en-US" sz="1100" b="1" dirty="0"/>
              <a:t>40</a:t>
            </a:r>
          </a:p>
        </p:txBody>
      </p:sp>
      <mc:AlternateContent xmlns:mc="http://schemas.openxmlformats.org/markup-compatibility/2006" xmlns:p14="http://schemas.microsoft.com/office/powerpoint/2010/main">
        <mc:Choice Requires="p14">
          <p:contentPart p14:bwMode="auto" r:id="rId41">
            <p14:nvContentPartPr>
              <p14:cNvPr id="72" name="Ink 71">
                <a:extLst>
                  <a:ext uri="{FF2B5EF4-FFF2-40B4-BE49-F238E27FC236}">
                    <a16:creationId xmlns:a16="http://schemas.microsoft.com/office/drawing/2014/main" id="{CA91A8E2-79FD-30FE-C129-206546B93C10}"/>
                  </a:ext>
                </a:extLst>
              </p14:cNvPr>
              <p14:cNvContentPartPr/>
              <p14:nvPr/>
            </p14:nvContentPartPr>
            <p14:xfrm>
              <a:off x="2715285" y="1616441"/>
              <a:ext cx="360" cy="360"/>
            </p14:xfrm>
          </p:contentPart>
        </mc:Choice>
        <mc:Fallback xmlns="">
          <p:pic>
            <p:nvPicPr>
              <p:cNvPr id="72" name="Ink 71">
                <a:extLst>
                  <a:ext uri="{FF2B5EF4-FFF2-40B4-BE49-F238E27FC236}">
                    <a16:creationId xmlns:a16="http://schemas.microsoft.com/office/drawing/2014/main" id="{CA91A8E2-79FD-30FE-C129-206546B93C10}"/>
                  </a:ext>
                </a:extLst>
              </p:cNvPr>
              <p:cNvPicPr/>
              <p:nvPr/>
            </p:nvPicPr>
            <p:blipFill>
              <a:blip r:embed="rId5"/>
              <a:stretch>
                <a:fillRect/>
              </a:stretch>
            </p:blipFill>
            <p:spPr>
              <a:xfrm>
                <a:off x="2709165" y="16103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3" name="Ink 72">
                <a:extLst>
                  <a:ext uri="{FF2B5EF4-FFF2-40B4-BE49-F238E27FC236}">
                    <a16:creationId xmlns:a16="http://schemas.microsoft.com/office/drawing/2014/main" id="{B17D16CA-883B-26DF-BE5C-4B6046417D82}"/>
                  </a:ext>
                </a:extLst>
              </p14:cNvPr>
              <p14:cNvContentPartPr/>
              <p14:nvPr/>
            </p14:nvContentPartPr>
            <p14:xfrm>
              <a:off x="2614845" y="1771961"/>
              <a:ext cx="360" cy="360"/>
            </p14:xfrm>
          </p:contentPart>
        </mc:Choice>
        <mc:Fallback xmlns="">
          <p:pic>
            <p:nvPicPr>
              <p:cNvPr id="73" name="Ink 72">
                <a:extLst>
                  <a:ext uri="{FF2B5EF4-FFF2-40B4-BE49-F238E27FC236}">
                    <a16:creationId xmlns:a16="http://schemas.microsoft.com/office/drawing/2014/main" id="{B17D16CA-883B-26DF-BE5C-4B6046417D82}"/>
                  </a:ext>
                </a:extLst>
              </p:cNvPr>
              <p:cNvPicPr/>
              <p:nvPr/>
            </p:nvPicPr>
            <p:blipFill>
              <a:blip r:embed="rId5"/>
              <a:stretch>
                <a:fillRect/>
              </a:stretch>
            </p:blipFill>
            <p:spPr>
              <a:xfrm>
                <a:off x="2608725" y="1765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4" name="Ink 73">
                <a:extLst>
                  <a:ext uri="{FF2B5EF4-FFF2-40B4-BE49-F238E27FC236}">
                    <a16:creationId xmlns:a16="http://schemas.microsoft.com/office/drawing/2014/main" id="{12F3DDB7-F965-5C69-4AD1-F491D6ECFB7A}"/>
                  </a:ext>
                </a:extLst>
              </p14:cNvPr>
              <p14:cNvContentPartPr/>
              <p14:nvPr/>
            </p14:nvContentPartPr>
            <p14:xfrm>
              <a:off x="2696925" y="1863401"/>
              <a:ext cx="360" cy="360"/>
            </p14:xfrm>
          </p:contentPart>
        </mc:Choice>
        <mc:Fallback xmlns="">
          <p:pic>
            <p:nvPicPr>
              <p:cNvPr id="74" name="Ink 73">
                <a:extLst>
                  <a:ext uri="{FF2B5EF4-FFF2-40B4-BE49-F238E27FC236}">
                    <a16:creationId xmlns:a16="http://schemas.microsoft.com/office/drawing/2014/main" id="{12F3DDB7-F965-5C69-4AD1-F491D6ECFB7A}"/>
                  </a:ext>
                </a:extLst>
              </p:cNvPr>
              <p:cNvPicPr/>
              <p:nvPr/>
            </p:nvPicPr>
            <p:blipFill>
              <a:blip r:embed="rId5"/>
              <a:stretch>
                <a:fillRect/>
              </a:stretch>
            </p:blipFill>
            <p:spPr>
              <a:xfrm>
                <a:off x="2690805" y="18572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5" name="Ink 74">
                <a:extLst>
                  <a:ext uri="{FF2B5EF4-FFF2-40B4-BE49-F238E27FC236}">
                    <a16:creationId xmlns:a16="http://schemas.microsoft.com/office/drawing/2014/main" id="{524D08D3-D9E6-C2B0-DE8F-6CC66812E541}"/>
                  </a:ext>
                </a:extLst>
              </p14:cNvPr>
              <p14:cNvContentPartPr/>
              <p14:nvPr/>
            </p14:nvContentPartPr>
            <p14:xfrm>
              <a:off x="2806725" y="1909121"/>
              <a:ext cx="360" cy="360"/>
            </p14:xfrm>
          </p:contentPart>
        </mc:Choice>
        <mc:Fallback xmlns="">
          <p:pic>
            <p:nvPicPr>
              <p:cNvPr id="75" name="Ink 74">
                <a:extLst>
                  <a:ext uri="{FF2B5EF4-FFF2-40B4-BE49-F238E27FC236}">
                    <a16:creationId xmlns:a16="http://schemas.microsoft.com/office/drawing/2014/main" id="{524D08D3-D9E6-C2B0-DE8F-6CC66812E541}"/>
                  </a:ext>
                </a:extLst>
              </p:cNvPr>
              <p:cNvPicPr/>
              <p:nvPr/>
            </p:nvPicPr>
            <p:blipFill>
              <a:blip r:embed="rId5"/>
              <a:stretch>
                <a:fillRect/>
              </a:stretch>
            </p:blipFill>
            <p:spPr>
              <a:xfrm>
                <a:off x="2800605" y="19030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6" name="Ink 75">
                <a:extLst>
                  <a:ext uri="{FF2B5EF4-FFF2-40B4-BE49-F238E27FC236}">
                    <a16:creationId xmlns:a16="http://schemas.microsoft.com/office/drawing/2014/main" id="{1801375C-03F8-BCA0-8A8E-05FAB1A55BDD}"/>
                  </a:ext>
                </a:extLst>
              </p14:cNvPr>
              <p14:cNvContentPartPr/>
              <p14:nvPr/>
            </p14:nvContentPartPr>
            <p14:xfrm>
              <a:off x="2907525" y="1909121"/>
              <a:ext cx="360" cy="360"/>
            </p14:xfrm>
          </p:contentPart>
        </mc:Choice>
        <mc:Fallback xmlns="">
          <p:pic>
            <p:nvPicPr>
              <p:cNvPr id="76" name="Ink 75">
                <a:extLst>
                  <a:ext uri="{FF2B5EF4-FFF2-40B4-BE49-F238E27FC236}">
                    <a16:creationId xmlns:a16="http://schemas.microsoft.com/office/drawing/2014/main" id="{1801375C-03F8-BCA0-8A8E-05FAB1A55BDD}"/>
                  </a:ext>
                </a:extLst>
              </p:cNvPr>
              <p:cNvPicPr/>
              <p:nvPr/>
            </p:nvPicPr>
            <p:blipFill>
              <a:blip r:embed="rId5"/>
              <a:stretch>
                <a:fillRect/>
              </a:stretch>
            </p:blipFill>
            <p:spPr>
              <a:xfrm>
                <a:off x="2901405" y="19030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77" name="Ink 76">
                <a:extLst>
                  <a:ext uri="{FF2B5EF4-FFF2-40B4-BE49-F238E27FC236}">
                    <a16:creationId xmlns:a16="http://schemas.microsoft.com/office/drawing/2014/main" id="{B7824E38-411B-A979-05EE-B4399DEA81E1}"/>
                  </a:ext>
                </a:extLst>
              </p14:cNvPr>
              <p14:cNvContentPartPr/>
              <p14:nvPr/>
            </p14:nvContentPartPr>
            <p14:xfrm>
              <a:off x="3035325" y="1936481"/>
              <a:ext cx="360" cy="360"/>
            </p14:xfrm>
          </p:contentPart>
        </mc:Choice>
        <mc:Fallback xmlns="">
          <p:pic>
            <p:nvPicPr>
              <p:cNvPr id="77" name="Ink 76">
                <a:extLst>
                  <a:ext uri="{FF2B5EF4-FFF2-40B4-BE49-F238E27FC236}">
                    <a16:creationId xmlns:a16="http://schemas.microsoft.com/office/drawing/2014/main" id="{B7824E38-411B-A979-05EE-B4399DEA81E1}"/>
                  </a:ext>
                </a:extLst>
              </p:cNvPr>
              <p:cNvPicPr/>
              <p:nvPr/>
            </p:nvPicPr>
            <p:blipFill>
              <a:blip r:embed="rId5"/>
              <a:stretch>
                <a:fillRect/>
              </a:stretch>
            </p:blipFill>
            <p:spPr>
              <a:xfrm>
                <a:off x="3029205" y="19303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8" name="Ink 77">
                <a:extLst>
                  <a:ext uri="{FF2B5EF4-FFF2-40B4-BE49-F238E27FC236}">
                    <a16:creationId xmlns:a16="http://schemas.microsoft.com/office/drawing/2014/main" id="{6AD2D00D-F5FF-B8D6-C48D-5F8B8559F125}"/>
                  </a:ext>
                </a:extLst>
              </p14:cNvPr>
              <p14:cNvContentPartPr/>
              <p14:nvPr/>
            </p14:nvContentPartPr>
            <p14:xfrm>
              <a:off x="3126765" y="1945481"/>
              <a:ext cx="360" cy="360"/>
            </p14:xfrm>
          </p:contentPart>
        </mc:Choice>
        <mc:Fallback xmlns="">
          <p:pic>
            <p:nvPicPr>
              <p:cNvPr id="78" name="Ink 77">
                <a:extLst>
                  <a:ext uri="{FF2B5EF4-FFF2-40B4-BE49-F238E27FC236}">
                    <a16:creationId xmlns:a16="http://schemas.microsoft.com/office/drawing/2014/main" id="{6AD2D00D-F5FF-B8D6-C48D-5F8B8559F125}"/>
                  </a:ext>
                </a:extLst>
              </p:cNvPr>
              <p:cNvPicPr/>
              <p:nvPr/>
            </p:nvPicPr>
            <p:blipFill>
              <a:blip r:embed="rId5"/>
              <a:stretch>
                <a:fillRect/>
              </a:stretch>
            </p:blipFill>
            <p:spPr>
              <a:xfrm>
                <a:off x="3120645" y="19393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79" name="Ink 78">
                <a:extLst>
                  <a:ext uri="{FF2B5EF4-FFF2-40B4-BE49-F238E27FC236}">
                    <a16:creationId xmlns:a16="http://schemas.microsoft.com/office/drawing/2014/main" id="{A4B8E6D7-B925-06E9-853D-B281BDF7B458}"/>
                  </a:ext>
                </a:extLst>
              </p14:cNvPr>
              <p14:cNvContentPartPr/>
              <p14:nvPr/>
            </p14:nvContentPartPr>
            <p14:xfrm>
              <a:off x="3209205" y="1972841"/>
              <a:ext cx="360" cy="360"/>
            </p14:xfrm>
          </p:contentPart>
        </mc:Choice>
        <mc:Fallback xmlns="">
          <p:pic>
            <p:nvPicPr>
              <p:cNvPr id="79" name="Ink 78">
                <a:extLst>
                  <a:ext uri="{FF2B5EF4-FFF2-40B4-BE49-F238E27FC236}">
                    <a16:creationId xmlns:a16="http://schemas.microsoft.com/office/drawing/2014/main" id="{A4B8E6D7-B925-06E9-853D-B281BDF7B458}"/>
                  </a:ext>
                </a:extLst>
              </p:cNvPr>
              <p:cNvPicPr/>
              <p:nvPr/>
            </p:nvPicPr>
            <p:blipFill>
              <a:blip r:embed="rId5"/>
              <a:stretch>
                <a:fillRect/>
              </a:stretch>
            </p:blipFill>
            <p:spPr>
              <a:xfrm>
                <a:off x="3203085" y="19667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80" name="Ink 79">
                <a:extLst>
                  <a:ext uri="{FF2B5EF4-FFF2-40B4-BE49-F238E27FC236}">
                    <a16:creationId xmlns:a16="http://schemas.microsoft.com/office/drawing/2014/main" id="{CB7477F0-EF14-48F0-BF2F-B5710FC31DA4}"/>
                  </a:ext>
                </a:extLst>
              </p14:cNvPr>
              <p14:cNvContentPartPr/>
              <p14:nvPr/>
            </p14:nvContentPartPr>
            <p14:xfrm>
              <a:off x="3355365" y="1982201"/>
              <a:ext cx="360" cy="360"/>
            </p14:xfrm>
          </p:contentPart>
        </mc:Choice>
        <mc:Fallback xmlns="">
          <p:pic>
            <p:nvPicPr>
              <p:cNvPr id="80" name="Ink 79">
                <a:extLst>
                  <a:ext uri="{FF2B5EF4-FFF2-40B4-BE49-F238E27FC236}">
                    <a16:creationId xmlns:a16="http://schemas.microsoft.com/office/drawing/2014/main" id="{CB7477F0-EF14-48F0-BF2F-B5710FC31DA4}"/>
                  </a:ext>
                </a:extLst>
              </p:cNvPr>
              <p:cNvPicPr/>
              <p:nvPr/>
            </p:nvPicPr>
            <p:blipFill>
              <a:blip r:embed="rId5"/>
              <a:stretch>
                <a:fillRect/>
              </a:stretch>
            </p:blipFill>
            <p:spPr>
              <a:xfrm>
                <a:off x="3349245" y="19760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1" name="Ink 80">
                <a:extLst>
                  <a:ext uri="{FF2B5EF4-FFF2-40B4-BE49-F238E27FC236}">
                    <a16:creationId xmlns:a16="http://schemas.microsoft.com/office/drawing/2014/main" id="{049A0B04-0599-8FB7-37C1-629232F07D0B}"/>
                  </a:ext>
                </a:extLst>
              </p14:cNvPr>
              <p14:cNvContentPartPr/>
              <p14:nvPr/>
            </p14:nvContentPartPr>
            <p14:xfrm>
              <a:off x="3410445" y="2009561"/>
              <a:ext cx="360" cy="360"/>
            </p14:xfrm>
          </p:contentPart>
        </mc:Choice>
        <mc:Fallback xmlns="">
          <p:pic>
            <p:nvPicPr>
              <p:cNvPr id="81" name="Ink 80">
                <a:extLst>
                  <a:ext uri="{FF2B5EF4-FFF2-40B4-BE49-F238E27FC236}">
                    <a16:creationId xmlns:a16="http://schemas.microsoft.com/office/drawing/2014/main" id="{049A0B04-0599-8FB7-37C1-629232F07D0B}"/>
                  </a:ext>
                </a:extLst>
              </p:cNvPr>
              <p:cNvPicPr/>
              <p:nvPr/>
            </p:nvPicPr>
            <p:blipFill>
              <a:blip r:embed="rId5"/>
              <a:stretch>
                <a:fillRect/>
              </a:stretch>
            </p:blipFill>
            <p:spPr>
              <a:xfrm>
                <a:off x="3404325" y="20034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82" name="Ink 81">
                <a:extLst>
                  <a:ext uri="{FF2B5EF4-FFF2-40B4-BE49-F238E27FC236}">
                    <a16:creationId xmlns:a16="http://schemas.microsoft.com/office/drawing/2014/main" id="{993F8F8D-AD16-50B5-9DB5-082C47CACE88}"/>
                  </a:ext>
                </a:extLst>
              </p14:cNvPr>
              <p14:cNvContentPartPr/>
              <p14:nvPr/>
            </p14:nvContentPartPr>
            <p14:xfrm>
              <a:off x="3519885" y="2009561"/>
              <a:ext cx="360" cy="360"/>
            </p14:xfrm>
          </p:contentPart>
        </mc:Choice>
        <mc:Fallback xmlns="">
          <p:pic>
            <p:nvPicPr>
              <p:cNvPr id="82" name="Ink 81">
                <a:extLst>
                  <a:ext uri="{FF2B5EF4-FFF2-40B4-BE49-F238E27FC236}">
                    <a16:creationId xmlns:a16="http://schemas.microsoft.com/office/drawing/2014/main" id="{993F8F8D-AD16-50B5-9DB5-082C47CACE88}"/>
                  </a:ext>
                </a:extLst>
              </p:cNvPr>
              <p:cNvPicPr/>
              <p:nvPr/>
            </p:nvPicPr>
            <p:blipFill>
              <a:blip r:embed="rId5"/>
              <a:stretch>
                <a:fillRect/>
              </a:stretch>
            </p:blipFill>
            <p:spPr>
              <a:xfrm>
                <a:off x="3513765" y="20034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83" name="Ink 82">
                <a:extLst>
                  <a:ext uri="{FF2B5EF4-FFF2-40B4-BE49-F238E27FC236}">
                    <a16:creationId xmlns:a16="http://schemas.microsoft.com/office/drawing/2014/main" id="{E4DE7B09-31D0-B78F-6B70-38EB80F7C826}"/>
                  </a:ext>
                </a:extLst>
              </p14:cNvPr>
              <p14:cNvContentPartPr/>
              <p14:nvPr/>
            </p14:nvContentPartPr>
            <p14:xfrm>
              <a:off x="3638685" y="2036921"/>
              <a:ext cx="360" cy="360"/>
            </p14:xfrm>
          </p:contentPart>
        </mc:Choice>
        <mc:Fallback xmlns="">
          <p:pic>
            <p:nvPicPr>
              <p:cNvPr id="83" name="Ink 82">
                <a:extLst>
                  <a:ext uri="{FF2B5EF4-FFF2-40B4-BE49-F238E27FC236}">
                    <a16:creationId xmlns:a16="http://schemas.microsoft.com/office/drawing/2014/main" id="{E4DE7B09-31D0-B78F-6B70-38EB80F7C826}"/>
                  </a:ext>
                </a:extLst>
              </p:cNvPr>
              <p:cNvPicPr/>
              <p:nvPr/>
            </p:nvPicPr>
            <p:blipFill>
              <a:blip r:embed="rId5"/>
              <a:stretch>
                <a:fillRect/>
              </a:stretch>
            </p:blipFill>
            <p:spPr>
              <a:xfrm>
                <a:off x="3632565" y="2030801"/>
                <a:ext cx="12600" cy="12600"/>
              </a:xfrm>
              <a:prstGeom prst="rect">
                <a:avLst/>
              </a:prstGeom>
            </p:spPr>
          </p:pic>
        </mc:Fallback>
      </mc:AlternateContent>
      <p:grpSp>
        <p:nvGrpSpPr>
          <p:cNvPr id="87" name="Group 86">
            <a:extLst>
              <a:ext uri="{FF2B5EF4-FFF2-40B4-BE49-F238E27FC236}">
                <a16:creationId xmlns:a16="http://schemas.microsoft.com/office/drawing/2014/main" id="{5B65B49C-EB36-7063-7D84-D86E6003B284}"/>
              </a:ext>
            </a:extLst>
          </p:cNvPr>
          <p:cNvGrpSpPr/>
          <p:nvPr/>
        </p:nvGrpSpPr>
        <p:grpSpPr>
          <a:xfrm>
            <a:off x="3794205" y="2055281"/>
            <a:ext cx="64440" cy="360"/>
            <a:chOff x="4233384" y="5513616"/>
            <a:chExt cx="64440" cy="360"/>
          </a:xfrm>
        </p:grpSpPr>
        <mc:AlternateContent xmlns:mc="http://schemas.openxmlformats.org/markup-compatibility/2006" xmlns:p14="http://schemas.microsoft.com/office/powerpoint/2010/main">
          <mc:Choice Requires="p14">
            <p:contentPart p14:bwMode="auto" r:id="rId53">
              <p14:nvContentPartPr>
                <p14:cNvPr id="84" name="Ink 83">
                  <a:extLst>
                    <a:ext uri="{FF2B5EF4-FFF2-40B4-BE49-F238E27FC236}">
                      <a16:creationId xmlns:a16="http://schemas.microsoft.com/office/drawing/2014/main" id="{4E03AEBD-5757-5351-AD52-DEC087AFCF46}"/>
                    </a:ext>
                  </a:extLst>
                </p14:cNvPr>
                <p14:cNvContentPartPr/>
                <p14:nvPr/>
              </p14:nvContentPartPr>
              <p14:xfrm>
                <a:off x="4297464" y="5513616"/>
                <a:ext cx="360" cy="360"/>
              </p14:xfrm>
            </p:contentPart>
          </mc:Choice>
          <mc:Fallback xmlns="">
            <p:pic>
              <p:nvPicPr>
                <p:cNvPr id="84" name="Ink 83">
                  <a:extLst>
                    <a:ext uri="{FF2B5EF4-FFF2-40B4-BE49-F238E27FC236}">
                      <a16:creationId xmlns:a16="http://schemas.microsoft.com/office/drawing/2014/main" id="{4E03AEBD-5757-5351-AD52-DEC087AFCF46}"/>
                    </a:ext>
                  </a:extLst>
                </p:cNvPr>
                <p:cNvPicPr/>
                <p:nvPr/>
              </p:nvPicPr>
              <p:blipFill>
                <a:blip r:embed="rId5"/>
                <a:stretch>
                  <a:fillRect/>
                </a:stretch>
              </p:blipFill>
              <p:spPr>
                <a:xfrm>
                  <a:off x="4291344" y="55074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85" name="Ink 84">
                  <a:extLst>
                    <a:ext uri="{FF2B5EF4-FFF2-40B4-BE49-F238E27FC236}">
                      <a16:creationId xmlns:a16="http://schemas.microsoft.com/office/drawing/2014/main" id="{C7703BDF-9EFB-2F38-ECB5-290E806A50BE}"/>
                    </a:ext>
                  </a:extLst>
                </p14:cNvPr>
                <p14:cNvContentPartPr/>
                <p14:nvPr/>
              </p14:nvContentPartPr>
              <p14:xfrm>
                <a:off x="4233384" y="5513616"/>
                <a:ext cx="360" cy="360"/>
              </p14:xfrm>
            </p:contentPart>
          </mc:Choice>
          <mc:Fallback xmlns="">
            <p:pic>
              <p:nvPicPr>
                <p:cNvPr id="85" name="Ink 84">
                  <a:extLst>
                    <a:ext uri="{FF2B5EF4-FFF2-40B4-BE49-F238E27FC236}">
                      <a16:creationId xmlns:a16="http://schemas.microsoft.com/office/drawing/2014/main" id="{C7703BDF-9EFB-2F38-ECB5-290E806A50BE}"/>
                    </a:ext>
                  </a:extLst>
                </p:cNvPr>
                <p:cNvPicPr/>
                <p:nvPr/>
              </p:nvPicPr>
              <p:blipFill>
                <a:blip r:embed="rId5"/>
                <a:stretch>
                  <a:fillRect/>
                </a:stretch>
              </p:blipFill>
              <p:spPr>
                <a:xfrm>
                  <a:off x="4227264" y="550749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
            <p14:nvContentPartPr>
              <p14:cNvPr id="86" name="Ink 85">
                <a:extLst>
                  <a:ext uri="{FF2B5EF4-FFF2-40B4-BE49-F238E27FC236}">
                    <a16:creationId xmlns:a16="http://schemas.microsoft.com/office/drawing/2014/main" id="{338529F1-2E10-5864-10A1-5BBD119171BE}"/>
                  </a:ext>
                </a:extLst>
              </p14:cNvPr>
              <p14:cNvContentPartPr/>
              <p14:nvPr/>
            </p14:nvContentPartPr>
            <p14:xfrm>
              <a:off x="3968085" y="2055281"/>
              <a:ext cx="360" cy="360"/>
            </p14:xfrm>
          </p:contentPart>
        </mc:Choice>
        <mc:Fallback xmlns="">
          <p:pic>
            <p:nvPicPr>
              <p:cNvPr id="86" name="Ink 85">
                <a:extLst>
                  <a:ext uri="{FF2B5EF4-FFF2-40B4-BE49-F238E27FC236}">
                    <a16:creationId xmlns:a16="http://schemas.microsoft.com/office/drawing/2014/main" id="{338529F1-2E10-5864-10A1-5BBD119171BE}"/>
                  </a:ext>
                </a:extLst>
              </p:cNvPr>
              <p:cNvPicPr/>
              <p:nvPr/>
            </p:nvPicPr>
            <p:blipFill>
              <a:blip r:embed="rId5"/>
              <a:stretch>
                <a:fillRect/>
              </a:stretch>
            </p:blipFill>
            <p:spPr>
              <a:xfrm>
                <a:off x="3961965" y="2049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88" name="Ink 87">
                <a:extLst>
                  <a:ext uri="{FF2B5EF4-FFF2-40B4-BE49-F238E27FC236}">
                    <a16:creationId xmlns:a16="http://schemas.microsoft.com/office/drawing/2014/main" id="{F3960114-FB7C-C0CB-06ED-8D10D72AD902}"/>
                  </a:ext>
                </a:extLst>
              </p14:cNvPr>
              <p14:cNvContentPartPr/>
              <p14:nvPr/>
            </p14:nvContentPartPr>
            <p14:xfrm>
              <a:off x="3721485" y="2064641"/>
              <a:ext cx="360" cy="360"/>
            </p14:xfrm>
          </p:contentPart>
        </mc:Choice>
        <mc:Fallback xmlns="">
          <p:pic>
            <p:nvPicPr>
              <p:cNvPr id="88" name="Ink 87">
                <a:extLst>
                  <a:ext uri="{FF2B5EF4-FFF2-40B4-BE49-F238E27FC236}">
                    <a16:creationId xmlns:a16="http://schemas.microsoft.com/office/drawing/2014/main" id="{F3960114-FB7C-C0CB-06ED-8D10D72AD902}"/>
                  </a:ext>
                </a:extLst>
              </p:cNvPr>
              <p:cNvPicPr/>
              <p:nvPr/>
            </p:nvPicPr>
            <p:blipFill>
              <a:blip r:embed="rId5"/>
              <a:stretch>
                <a:fillRect/>
              </a:stretch>
            </p:blipFill>
            <p:spPr>
              <a:xfrm>
                <a:off x="3715365" y="2058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89" name="Ink 88">
                <a:extLst>
                  <a:ext uri="{FF2B5EF4-FFF2-40B4-BE49-F238E27FC236}">
                    <a16:creationId xmlns:a16="http://schemas.microsoft.com/office/drawing/2014/main" id="{CEEF25D4-FF53-F715-4B8A-49A7DD2EF1D2}"/>
                  </a:ext>
                </a:extLst>
              </p14:cNvPr>
              <p14:cNvContentPartPr/>
              <p14:nvPr/>
            </p14:nvContentPartPr>
            <p14:xfrm>
              <a:off x="4105245" y="2064641"/>
              <a:ext cx="360" cy="360"/>
            </p14:xfrm>
          </p:contentPart>
        </mc:Choice>
        <mc:Fallback xmlns="">
          <p:pic>
            <p:nvPicPr>
              <p:cNvPr id="89" name="Ink 88">
                <a:extLst>
                  <a:ext uri="{FF2B5EF4-FFF2-40B4-BE49-F238E27FC236}">
                    <a16:creationId xmlns:a16="http://schemas.microsoft.com/office/drawing/2014/main" id="{CEEF25D4-FF53-F715-4B8A-49A7DD2EF1D2}"/>
                  </a:ext>
                </a:extLst>
              </p:cNvPr>
              <p:cNvPicPr/>
              <p:nvPr/>
            </p:nvPicPr>
            <p:blipFill>
              <a:blip r:embed="rId5"/>
              <a:stretch>
                <a:fillRect/>
              </a:stretch>
            </p:blipFill>
            <p:spPr>
              <a:xfrm>
                <a:off x="4099125" y="2058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90" name="Ink 89">
                <a:extLst>
                  <a:ext uri="{FF2B5EF4-FFF2-40B4-BE49-F238E27FC236}">
                    <a16:creationId xmlns:a16="http://schemas.microsoft.com/office/drawing/2014/main" id="{DD7FB692-57CA-E8D5-AAD1-4873101BFEB1}"/>
                  </a:ext>
                </a:extLst>
              </p14:cNvPr>
              <p14:cNvContentPartPr/>
              <p14:nvPr/>
            </p14:nvContentPartPr>
            <p14:xfrm>
              <a:off x="4242405" y="2027921"/>
              <a:ext cx="360" cy="360"/>
            </p14:xfrm>
          </p:contentPart>
        </mc:Choice>
        <mc:Fallback xmlns="">
          <p:pic>
            <p:nvPicPr>
              <p:cNvPr id="90" name="Ink 89">
                <a:extLst>
                  <a:ext uri="{FF2B5EF4-FFF2-40B4-BE49-F238E27FC236}">
                    <a16:creationId xmlns:a16="http://schemas.microsoft.com/office/drawing/2014/main" id="{DD7FB692-57CA-E8D5-AAD1-4873101BFEB1}"/>
                  </a:ext>
                </a:extLst>
              </p:cNvPr>
              <p:cNvPicPr/>
              <p:nvPr/>
            </p:nvPicPr>
            <p:blipFill>
              <a:blip r:embed="rId5"/>
              <a:stretch>
                <a:fillRect/>
              </a:stretch>
            </p:blipFill>
            <p:spPr>
              <a:xfrm>
                <a:off x="4236285" y="20218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91" name="Ink 90">
                <a:extLst>
                  <a:ext uri="{FF2B5EF4-FFF2-40B4-BE49-F238E27FC236}">
                    <a16:creationId xmlns:a16="http://schemas.microsoft.com/office/drawing/2014/main" id="{5AF66C88-395B-15A2-C768-2F3EFA1B0A64}"/>
                  </a:ext>
                </a:extLst>
              </p14:cNvPr>
              <p14:cNvContentPartPr/>
              <p14:nvPr/>
            </p14:nvContentPartPr>
            <p14:xfrm>
              <a:off x="2624205" y="1790321"/>
              <a:ext cx="360" cy="360"/>
            </p14:xfrm>
          </p:contentPart>
        </mc:Choice>
        <mc:Fallback xmlns="">
          <p:pic>
            <p:nvPicPr>
              <p:cNvPr id="91" name="Ink 90">
                <a:extLst>
                  <a:ext uri="{FF2B5EF4-FFF2-40B4-BE49-F238E27FC236}">
                    <a16:creationId xmlns:a16="http://schemas.microsoft.com/office/drawing/2014/main" id="{5AF66C88-395B-15A2-C768-2F3EFA1B0A64}"/>
                  </a:ext>
                </a:extLst>
              </p:cNvPr>
              <p:cNvPicPr/>
              <p:nvPr/>
            </p:nvPicPr>
            <p:blipFill>
              <a:blip r:embed="rId5"/>
              <a:stretch>
                <a:fillRect/>
              </a:stretch>
            </p:blipFill>
            <p:spPr>
              <a:xfrm>
                <a:off x="2618085" y="17842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92" name="Ink 91">
                <a:extLst>
                  <a:ext uri="{FF2B5EF4-FFF2-40B4-BE49-F238E27FC236}">
                    <a16:creationId xmlns:a16="http://schemas.microsoft.com/office/drawing/2014/main" id="{05773DBA-BAFB-5440-8937-3A1F8B52711A}"/>
                  </a:ext>
                </a:extLst>
              </p14:cNvPr>
              <p14:cNvContentPartPr/>
              <p14:nvPr/>
            </p14:nvContentPartPr>
            <p14:xfrm>
              <a:off x="2660205" y="1881761"/>
              <a:ext cx="360" cy="360"/>
            </p14:xfrm>
          </p:contentPart>
        </mc:Choice>
        <mc:Fallback xmlns="">
          <p:pic>
            <p:nvPicPr>
              <p:cNvPr id="92" name="Ink 91">
                <a:extLst>
                  <a:ext uri="{FF2B5EF4-FFF2-40B4-BE49-F238E27FC236}">
                    <a16:creationId xmlns:a16="http://schemas.microsoft.com/office/drawing/2014/main" id="{05773DBA-BAFB-5440-8937-3A1F8B52711A}"/>
                  </a:ext>
                </a:extLst>
              </p:cNvPr>
              <p:cNvPicPr/>
              <p:nvPr/>
            </p:nvPicPr>
            <p:blipFill>
              <a:blip r:embed="rId5"/>
              <a:stretch>
                <a:fillRect/>
              </a:stretch>
            </p:blipFill>
            <p:spPr>
              <a:xfrm>
                <a:off x="2654085" y="18756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93" name="Ink 92">
                <a:extLst>
                  <a:ext uri="{FF2B5EF4-FFF2-40B4-BE49-F238E27FC236}">
                    <a16:creationId xmlns:a16="http://schemas.microsoft.com/office/drawing/2014/main" id="{034DAEEB-A5DA-294B-EFEF-EB9C5155434B}"/>
                  </a:ext>
                </a:extLst>
              </p14:cNvPr>
              <p14:cNvContentPartPr/>
              <p14:nvPr/>
            </p14:nvContentPartPr>
            <p14:xfrm>
              <a:off x="2715285" y="1936481"/>
              <a:ext cx="360" cy="360"/>
            </p14:xfrm>
          </p:contentPart>
        </mc:Choice>
        <mc:Fallback xmlns="">
          <p:pic>
            <p:nvPicPr>
              <p:cNvPr id="93" name="Ink 92">
                <a:extLst>
                  <a:ext uri="{FF2B5EF4-FFF2-40B4-BE49-F238E27FC236}">
                    <a16:creationId xmlns:a16="http://schemas.microsoft.com/office/drawing/2014/main" id="{034DAEEB-A5DA-294B-EFEF-EB9C5155434B}"/>
                  </a:ext>
                </a:extLst>
              </p:cNvPr>
              <p:cNvPicPr/>
              <p:nvPr/>
            </p:nvPicPr>
            <p:blipFill>
              <a:blip r:embed="rId5"/>
              <a:stretch>
                <a:fillRect/>
              </a:stretch>
            </p:blipFill>
            <p:spPr>
              <a:xfrm>
                <a:off x="2709165" y="19303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94" name="Ink 93">
                <a:extLst>
                  <a:ext uri="{FF2B5EF4-FFF2-40B4-BE49-F238E27FC236}">
                    <a16:creationId xmlns:a16="http://schemas.microsoft.com/office/drawing/2014/main" id="{FBF61141-63C1-50CF-319A-687C2A99A5F2}"/>
                  </a:ext>
                </a:extLst>
              </p14:cNvPr>
              <p14:cNvContentPartPr/>
              <p14:nvPr/>
            </p14:nvContentPartPr>
            <p14:xfrm>
              <a:off x="2761005" y="1982201"/>
              <a:ext cx="360" cy="360"/>
            </p14:xfrm>
          </p:contentPart>
        </mc:Choice>
        <mc:Fallback xmlns="">
          <p:pic>
            <p:nvPicPr>
              <p:cNvPr id="94" name="Ink 93">
                <a:extLst>
                  <a:ext uri="{FF2B5EF4-FFF2-40B4-BE49-F238E27FC236}">
                    <a16:creationId xmlns:a16="http://schemas.microsoft.com/office/drawing/2014/main" id="{FBF61141-63C1-50CF-319A-687C2A99A5F2}"/>
                  </a:ext>
                </a:extLst>
              </p:cNvPr>
              <p:cNvPicPr/>
              <p:nvPr/>
            </p:nvPicPr>
            <p:blipFill>
              <a:blip r:embed="rId5"/>
              <a:stretch>
                <a:fillRect/>
              </a:stretch>
            </p:blipFill>
            <p:spPr>
              <a:xfrm>
                <a:off x="2754885" y="19760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95" name="Ink 94">
                <a:extLst>
                  <a:ext uri="{FF2B5EF4-FFF2-40B4-BE49-F238E27FC236}">
                    <a16:creationId xmlns:a16="http://schemas.microsoft.com/office/drawing/2014/main" id="{97451CB3-4F8E-E8DE-5B32-55737DCB40B4}"/>
                  </a:ext>
                </a:extLst>
              </p14:cNvPr>
              <p14:cNvContentPartPr/>
              <p14:nvPr/>
            </p14:nvContentPartPr>
            <p14:xfrm>
              <a:off x="2797365" y="2009561"/>
              <a:ext cx="360" cy="360"/>
            </p14:xfrm>
          </p:contentPart>
        </mc:Choice>
        <mc:Fallback xmlns="">
          <p:pic>
            <p:nvPicPr>
              <p:cNvPr id="95" name="Ink 94">
                <a:extLst>
                  <a:ext uri="{FF2B5EF4-FFF2-40B4-BE49-F238E27FC236}">
                    <a16:creationId xmlns:a16="http://schemas.microsoft.com/office/drawing/2014/main" id="{97451CB3-4F8E-E8DE-5B32-55737DCB40B4}"/>
                  </a:ext>
                </a:extLst>
              </p:cNvPr>
              <p:cNvPicPr/>
              <p:nvPr/>
            </p:nvPicPr>
            <p:blipFill>
              <a:blip r:embed="rId5"/>
              <a:stretch>
                <a:fillRect/>
              </a:stretch>
            </p:blipFill>
            <p:spPr>
              <a:xfrm>
                <a:off x="2791245" y="20034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96" name="Ink 95">
                <a:extLst>
                  <a:ext uri="{FF2B5EF4-FFF2-40B4-BE49-F238E27FC236}">
                    <a16:creationId xmlns:a16="http://schemas.microsoft.com/office/drawing/2014/main" id="{1BAD33F9-2D0F-C641-304C-DEF2DBCE3DA8}"/>
                  </a:ext>
                </a:extLst>
              </p14:cNvPr>
              <p14:cNvContentPartPr/>
              <p14:nvPr/>
            </p14:nvContentPartPr>
            <p14:xfrm>
              <a:off x="2843445" y="2064641"/>
              <a:ext cx="360" cy="360"/>
            </p14:xfrm>
          </p:contentPart>
        </mc:Choice>
        <mc:Fallback xmlns="">
          <p:pic>
            <p:nvPicPr>
              <p:cNvPr id="96" name="Ink 95">
                <a:extLst>
                  <a:ext uri="{FF2B5EF4-FFF2-40B4-BE49-F238E27FC236}">
                    <a16:creationId xmlns:a16="http://schemas.microsoft.com/office/drawing/2014/main" id="{1BAD33F9-2D0F-C641-304C-DEF2DBCE3DA8}"/>
                  </a:ext>
                </a:extLst>
              </p:cNvPr>
              <p:cNvPicPr/>
              <p:nvPr/>
            </p:nvPicPr>
            <p:blipFill>
              <a:blip r:embed="rId5"/>
              <a:stretch>
                <a:fillRect/>
              </a:stretch>
            </p:blipFill>
            <p:spPr>
              <a:xfrm>
                <a:off x="2837325" y="2058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97" name="Ink 96">
                <a:extLst>
                  <a:ext uri="{FF2B5EF4-FFF2-40B4-BE49-F238E27FC236}">
                    <a16:creationId xmlns:a16="http://schemas.microsoft.com/office/drawing/2014/main" id="{AD05B631-31D2-2A9B-EE03-BF4CFB9E09D8}"/>
                  </a:ext>
                </a:extLst>
              </p14:cNvPr>
              <p14:cNvContentPartPr/>
              <p14:nvPr/>
            </p14:nvContentPartPr>
            <p14:xfrm>
              <a:off x="2934885" y="2101361"/>
              <a:ext cx="360" cy="360"/>
            </p14:xfrm>
          </p:contentPart>
        </mc:Choice>
        <mc:Fallback xmlns="">
          <p:pic>
            <p:nvPicPr>
              <p:cNvPr id="97" name="Ink 96">
                <a:extLst>
                  <a:ext uri="{FF2B5EF4-FFF2-40B4-BE49-F238E27FC236}">
                    <a16:creationId xmlns:a16="http://schemas.microsoft.com/office/drawing/2014/main" id="{AD05B631-31D2-2A9B-EE03-BF4CFB9E09D8}"/>
                  </a:ext>
                </a:extLst>
              </p:cNvPr>
              <p:cNvPicPr/>
              <p:nvPr/>
            </p:nvPicPr>
            <p:blipFill>
              <a:blip r:embed="rId5"/>
              <a:stretch>
                <a:fillRect/>
              </a:stretch>
            </p:blipFill>
            <p:spPr>
              <a:xfrm>
                <a:off x="2928765" y="20952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98" name="Ink 97">
                <a:extLst>
                  <a:ext uri="{FF2B5EF4-FFF2-40B4-BE49-F238E27FC236}">
                    <a16:creationId xmlns:a16="http://schemas.microsoft.com/office/drawing/2014/main" id="{F28A0E72-118B-FA23-A865-E59ED0C56ACD}"/>
                  </a:ext>
                </a:extLst>
              </p14:cNvPr>
              <p14:cNvContentPartPr/>
              <p14:nvPr/>
            </p14:nvContentPartPr>
            <p14:xfrm>
              <a:off x="3035325" y="2101361"/>
              <a:ext cx="360" cy="360"/>
            </p14:xfrm>
          </p:contentPart>
        </mc:Choice>
        <mc:Fallback xmlns="">
          <p:pic>
            <p:nvPicPr>
              <p:cNvPr id="98" name="Ink 97">
                <a:extLst>
                  <a:ext uri="{FF2B5EF4-FFF2-40B4-BE49-F238E27FC236}">
                    <a16:creationId xmlns:a16="http://schemas.microsoft.com/office/drawing/2014/main" id="{F28A0E72-118B-FA23-A865-E59ED0C56ACD}"/>
                  </a:ext>
                </a:extLst>
              </p:cNvPr>
              <p:cNvPicPr/>
              <p:nvPr/>
            </p:nvPicPr>
            <p:blipFill>
              <a:blip r:embed="rId5"/>
              <a:stretch>
                <a:fillRect/>
              </a:stretch>
            </p:blipFill>
            <p:spPr>
              <a:xfrm>
                <a:off x="3029205" y="20952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99" name="Ink 98">
                <a:extLst>
                  <a:ext uri="{FF2B5EF4-FFF2-40B4-BE49-F238E27FC236}">
                    <a16:creationId xmlns:a16="http://schemas.microsoft.com/office/drawing/2014/main" id="{A4568027-B174-A8E1-7DED-5212A0CEB44E}"/>
                  </a:ext>
                </a:extLst>
              </p14:cNvPr>
              <p14:cNvContentPartPr/>
              <p14:nvPr/>
            </p14:nvContentPartPr>
            <p14:xfrm>
              <a:off x="3135765" y="2174081"/>
              <a:ext cx="360" cy="360"/>
            </p14:xfrm>
          </p:contentPart>
        </mc:Choice>
        <mc:Fallback xmlns="">
          <p:pic>
            <p:nvPicPr>
              <p:cNvPr id="99" name="Ink 98">
                <a:extLst>
                  <a:ext uri="{FF2B5EF4-FFF2-40B4-BE49-F238E27FC236}">
                    <a16:creationId xmlns:a16="http://schemas.microsoft.com/office/drawing/2014/main" id="{A4568027-B174-A8E1-7DED-5212A0CEB44E}"/>
                  </a:ext>
                </a:extLst>
              </p:cNvPr>
              <p:cNvPicPr/>
              <p:nvPr/>
            </p:nvPicPr>
            <p:blipFill>
              <a:blip r:embed="rId5"/>
              <a:stretch>
                <a:fillRect/>
              </a:stretch>
            </p:blipFill>
            <p:spPr>
              <a:xfrm>
                <a:off x="3129645" y="21679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00" name="Ink 99">
                <a:extLst>
                  <a:ext uri="{FF2B5EF4-FFF2-40B4-BE49-F238E27FC236}">
                    <a16:creationId xmlns:a16="http://schemas.microsoft.com/office/drawing/2014/main" id="{2C1CA34A-EAD2-A2B0-13E6-5A69BF9F7323}"/>
                  </a:ext>
                </a:extLst>
              </p14:cNvPr>
              <p14:cNvContentPartPr/>
              <p14:nvPr/>
            </p14:nvContentPartPr>
            <p14:xfrm>
              <a:off x="3199845" y="2201801"/>
              <a:ext cx="360" cy="360"/>
            </p14:xfrm>
          </p:contentPart>
        </mc:Choice>
        <mc:Fallback xmlns="">
          <p:pic>
            <p:nvPicPr>
              <p:cNvPr id="100" name="Ink 99">
                <a:extLst>
                  <a:ext uri="{FF2B5EF4-FFF2-40B4-BE49-F238E27FC236}">
                    <a16:creationId xmlns:a16="http://schemas.microsoft.com/office/drawing/2014/main" id="{2C1CA34A-EAD2-A2B0-13E6-5A69BF9F7323}"/>
                  </a:ext>
                </a:extLst>
              </p:cNvPr>
              <p:cNvPicPr/>
              <p:nvPr/>
            </p:nvPicPr>
            <p:blipFill>
              <a:blip r:embed="rId5"/>
              <a:stretch>
                <a:fillRect/>
              </a:stretch>
            </p:blipFill>
            <p:spPr>
              <a:xfrm>
                <a:off x="3193725" y="2195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1" name="Ink 100">
                <a:extLst>
                  <a:ext uri="{FF2B5EF4-FFF2-40B4-BE49-F238E27FC236}">
                    <a16:creationId xmlns:a16="http://schemas.microsoft.com/office/drawing/2014/main" id="{24B74338-839B-DC60-F01D-26DE807655B3}"/>
                  </a:ext>
                </a:extLst>
              </p14:cNvPr>
              <p14:cNvContentPartPr/>
              <p14:nvPr/>
            </p14:nvContentPartPr>
            <p14:xfrm>
              <a:off x="3263925" y="2292881"/>
              <a:ext cx="360" cy="360"/>
            </p14:xfrm>
          </p:contentPart>
        </mc:Choice>
        <mc:Fallback xmlns="">
          <p:pic>
            <p:nvPicPr>
              <p:cNvPr id="101" name="Ink 100">
                <a:extLst>
                  <a:ext uri="{FF2B5EF4-FFF2-40B4-BE49-F238E27FC236}">
                    <a16:creationId xmlns:a16="http://schemas.microsoft.com/office/drawing/2014/main" id="{24B74338-839B-DC60-F01D-26DE807655B3}"/>
                  </a:ext>
                </a:extLst>
              </p:cNvPr>
              <p:cNvPicPr/>
              <p:nvPr/>
            </p:nvPicPr>
            <p:blipFill>
              <a:blip r:embed="rId5"/>
              <a:stretch>
                <a:fillRect/>
              </a:stretch>
            </p:blipFill>
            <p:spPr>
              <a:xfrm>
                <a:off x="3257805" y="2286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2" name="Ink 101">
                <a:extLst>
                  <a:ext uri="{FF2B5EF4-FFF2-40B4-BE49-F238E27FC236}">
                    <a16:creationId xmlns:a16="http://schemas.microsoft.com/office/drawing/2014/main" id="{C6335E83-450F-075A-6571-E13525C83558}"/>
                  </a:ext>
                </a:extLst>
              </p14:cNvPr>
              <p14:cNvContentPartPr/>
              <p14:nvPr/>
            </p14:nvContentPartPr>
            <p14:xfrm>
              <a:off x="3383085" y="2302241"/>
              <a:ext cx="360" cy="360"/>
            </p14:xfrm>
          </p:contentPart>
        </mc:Choice>
        <mc:Fallback xmlns="">
          <p:pic>
            <p:nvPicPr>
              <p:cNvPr id="102" name="Ink 101">
                <a:extLst>
                  <a:ext uri="{FF2B5EF4-FFF2-40B4-BE49-F238E27FC236}">
                    <a16:creationId xmlns:a16="http://schemas.microsoft.com/office/drawing/2014/main" id="{C6335E83-450F-075A-6571-E13525C83558}"/>
                  </a:ext>
                </a:extLst>
              </p:cNvPr>
              <p:cNvPicPr/>
              <p:nvPr/>
            </p:nvPicPr>
            <p:blipFill>
              <a:blip r:embed="rId5"/>
              <a:stretch>
                <a:fillRect/>
              </a:stretch>
            </p:blipFill>
            <p:spPr>
              <a:xfrm>
                <a:off x="3376965" y="2296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3" name="Ink 102">
                <a:extLst>
                  <a:ext uri="{FF2B5EF4-FFF2-40B4-BE49-F238E27FC236}">
                    <a16:creationId xmlns:a16="http://schemas.microsoft.com/office/drawing/2014/main" id="{89A9C66C-3881-AD9A-7B89-FD199DDFE4E0}"/>
                  </a:ext>
                </a:extLst>
              </p14:cNvPr>
              <p14:cNvContentPartPr/>
              <p14:nvPr/>
            </p14:nvContentPartPr>
            <p14:xfrm>
              <a:off x="3455805" y="2302241"/>
              <a:ext cx="360" cy="360"/>
            </p14:xfrm>
          </p:contentPart>
        </mc:Choice>
        <mc:Fallback xmlns="">
          <p:pic>
            <p:nvPicPr>
              <p:cNvPr id="103" name="Ink 102">
                <a:extLst>
                  <a:ext uri="{FF2B5EF4-FFF2-40B4-BE49-F238E27FC236}">
                    <a16:creationId xmlns:a16="http://schemas.microsoft.com/office/drawing/2014/main" id="{89A9C66C-3881-AD9A-7B89-FD199DDFE4E0}"/>
                  </a:ext>
                </a:extLst>
              </p:cNvPr>
              <p:cNvPicPr/>
              <p:nvPr/>
            </p:nvPicPr>
            <p:blipFill>
              <a:blip r:embed="rId5"/>
              <a:stretch>
                <a:fillRect/>
              </a:stretch>
            </p:blipFill>
            <p:spPr>
              <a:xfrm>
                <a:off x="3449685" y="2296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4" name="Ink 103">
                <a:extLst>
                  <a:ext uri="{FF2B5EF4-FFF2-40B4-BE49-F238E27FC236}">
                    <a16:creationId xmlns:a16="http://schemas.microsoft.com/office/drawing/2014/main" id="{1E617300-59DD-F399-CA29-62E77939F606}"/>
                  </a:ext>
                </a:extLst>
              </p14:cNvPr>
              <p14:cNvContentPartPr/>
              <p14:nvPr/>
            </p14:nvContentPartPr>
            <p14:xfrm>
              <a:off x="3529245" y="2338961"/>
              <a:ext cx="360" cy="360"/>
            </p14:xfrm>
          </p:contentPart>
        </mc:Choice>
        <mc:Fallback xmlns="">
          <p:pic>
            <p:nvPicPr>
              <p:cNvPr id="104" name="Ink 103">
                <a:extLst>
                  <a:ext uri="{FF2B5EF4-FFF2-40B4-BE49-F238E27FC236}">
                    <a16:creationId xmlns:a16="http://schemas.microsoft.com/office/drawing/2014/main" id="{1E617300-59DD-F399-CA29-62E77939F606}"/>
                  </a:ext>
                </a:extLst>
              </p:cNvPr>
              <p:cNvPicPr/>
              <p:nvPr/>
            </p:nvPicPr>
            <p:blipFill>
              <a:blip r:embed="rId5"/>
              <a:stretch>
                <a:fillRect/>
              </a:stretch>
            </p:blipFill>
            <p:spPr>
              <a:xfrm>
                <a:off x="3523125" y="2332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5" name="Ink 104">
                <a:extLst>
                  <a:ext uri="{FF2B5EF4-FFF2-40B4-BE49-F238E27FC236}">
                    <a16:creationId xmlns:a16="http://schemas.microsoft.com/office/drawing/2014/main" id="{73BD476E-E6FB-6E95-F671-7A3250BC0164}"/>
                  </a:ext>
                </a:extLst>
              </p14:cNvPr>
              <p14:cNvContentPartPr/>
              <p14:nvPr/>
            </p14:nvContentPartPr>
            <p14:xfrm>
              <a:off x="3620685" y="2329601"/>
              <a:ext cx="360" cy="360"/>
            </p14:xfrm>
          </p:contentPart>
        </mc:Choice>
        <mc:Fallback xmlns="">
          <p:pic>
            <p:nvPicPr>
              <p:cNvPr id="105" name="Ink 104">
                <a:extLst>
                  <a:ext uri="{FF2B5EF4-FFF2-40B4-BE49-F238E27FC236}">
                    <a16:creationId xmlns:a16="http://schemas.microsoft.com/office/drawing/2014/main" id="{73BD476E-E6FB-6E95-F671-7A3250BC0164}"/>
                  </a:ext>
                </a:extLst>
              </p:cNvPr>
              <p:cNvPicPr/>
              <p:nvPr/>
            </p:nvPicPr>
            <p:blipFill>
              <a:blip r:embed="rId5"/>
              <a:stretch>
                <a:fillRect/>
              </a:stretch>
            </p:blipFill>
            <p:spPr>
              <a:xfrm>
                <a:off x="3614565" y="2323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6" name="Ink 105">
                <a:extLst>
                  <a:ext uri="{FF2B5EF4-FFF2-40B4-BE49-F238E27FC236}">
                    <a16:creationId xmlns:a16="http://schemas.microsoft.com/office/drawing/2014/main" id="{F94DA785-2A05-FA97-A0D3-C8E4DB4E060F}"/>
                  </a:ext>
                </a:extLst>
              </p14:cNvPr>
              <p14:cNvContentPartPr/>
              <p14:nvPr/>
            </p14:nvContentPartPr>
            <p14:xfrm>
              <a:off x="3675405" y="2347961"/>
              <a:ext cx="360" cy="360"/>
            </p14:xfrm>
          </p:contentPart>
        </mc:Choice>
        <mc:Fallback xmlns="">
          <p:pic>
            <p:nvPicPr>
              <p:cNvPr id="106" name="Ink 105">
                <a:extLst>
                  <a:ext uri="{FF2B5EF4-FFF2-40B4-BE49-F238E27FC236}">
                    <a16:creationId xmlns:a16="http://schemas.microsoft.com/office/drawing/2014/main" id="{F94DA785-2A05-FA97-A0D3-C8E4DB4E060F}"/>
                  </a:ext>
                </a:extLst>
              </p:cNvPr>
              <p:cNvPicPr/>
              <p:nvPr/>
            </p:nvPicPr>
            <p:blipFill>
              <a:blip r:embed="rId5"/>
              <a:stretch>
                <a:fillRect/>
              </a:stretch>
            </p:blipFill>
            <p:spPr>
              <a:xfrm>
                <a:off x="3669285" y="2341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07" name="Ink 106">
                <a:extLst>
                  <a:ext uri="{FF2B5EF4-FFF2-40B4-BE49-F238E27FC236}">
                    <a16:creationId xmlns:a16="http://schemas.microsoft.com/office/drawing/2014/main" id="{37FA7755-2715-64F0-8857-A1A53A24372F}"/>
                  </a:ext>
                </a:extLst>
              </p14:cNvPr>
              <p14:cNvContentPartPr/>
              <p14:nvPr/>
            </p14:nvContentPartPr>
            <p14:xfrm>
              <a:off x="3739125" y="2347961"/>
              <a:ext cx="360" cy="360"/>
            </p14:xfrm>
          </p:contentPart>
        </mc:Choice>
        <mc:Fallback xmlns="">
          <p:pic>
            <p:nvPicPr>
              <p:cNvPr id="107" name="Ink 106">
                <a:extLst>
                  <a:ext uri="{FF2B5EF4-FFF2-40B4-BE49-F238E27FC236}">
                    <a16:creationId xmlns:a16="http://schemas.microsoft.com/office/drawing/2014/main" id="{37FA7755-2715-64F0-8857-A1A53A24372F}"/>
                  </a:ext>
                </a:extLst>
              </p:cNvPr>
              <p:cNvPicPr/>
              <p:nvPr/>
            </p:nvPicPr>
            <p:blipFill>
              <a:blip r:embed="rId5"/>
              <a:stretch>
                <a:fillRect/>
              </a:stretch>
            </p:blipFill>
            <p:spPr>
              <a:xfrm>
                <a:off x="3733005" y="2341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08" name="Ink 107">
                <a:extLst>
                  <a:ext uri="{FF2B5EF4-FFF2-40B4-BE49-F238E27FC236}">
                    <a16:creationId xmlns:a16="http://schemas.microsoft.com/office/drawing/2014/main" id="{E00ECB2C-5158-5C48-303B-0E627B19CD61}"/>
                  </a:ext>
                </a:extLst>
              </p14:cNvPr>
              <p14:cNvContentPartPr/>
              <p14:nvPr/>
            </p14:nvContentPartPr>
            <p14:xfrm>
              <a:off x="3840285" y="2384681"/>
              <a:ext cx="360" cy="360"/>
            </p14:xfrm>
          </p:contentPart>
        </mc:Choice>
        <mc:Fallback xmlns="">
          <p:pic>
            <p:nvPicPr>
              <p:cNvPr id="108" name="Ink 107">
                <a:extLst>
                  <a:ext uri="{FF2B5EF4-FFF2-40B4-BE49-F238E27FC236}">
                    <a16:creationId xmlns:a16="http://schemas.microsoft.com/office/drawing/2014/main" id="{E00ECB2C-5158-5C48-303B-0E627B19CD61}"/>
                  </a:ext>
                </a:extLst>
              </p:cNvPr>
              <p:cNvPicPr/>
              <p:nvPr/>
            </p:nvPicPr>
            <p:blipFill>
              <a:blip r:embed="rId5"/>
              <a:stretch>
                <a:fillRect/>
              </a:stretch>
            </p:blipFill>
            <p:spPr>
              <a:xfrm>
                <a:off x="3834165" y="2378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09" name="Ink 108">
                <a:extLst>
                  <a:ext uri="{FF2B5EF4-FFF2-40B4-BE49-F238E27FC236}">
                    <a16:creationId xmlns:a16="http://schemas.microsoft.com/office/drawing/2014/main" id="{CDFB8076-BF57-A25A-D6BB-E829234AF996}"/>
                  </a:ext>
                </a:extLst>
              </p14:cNvPr>
              <p14:cNvContentPartPr/>
              <p14:nvPr/>
            </p14:nvContentPartPr>
            <p14:xfrm>
              <a:off x="3904005" y="2384681"/>
              <a:ext cx="360" cy="360"/>
            </p14:xfrm>
          </p:contentPart>
        </mc:Choice>
        <mc:Fallback xmlns="">
          <p:pic>
            <p:nvPicPr>
              <p:cNvPr id="109" name="Ink 108">
                <a:extLst>
                  <a:ext uri="{FF2B5EF4-FFF2-40B4-BE49-F238E27FC236}">
                    <a16:creationId xmlns:a16="http://schemas.microsoft.com/office/drawing/2014/main" id="{CDFB8076-BF57-A25A-D6BB-E829234AF996}"/>
                  </a:ext>
                </a:extLst>
              </p:cNvPr>
              <p:cNvPicPr/>
              <p:nvPr/>
            </p:nvPicPr>
            <p:blipFill>
              <a:blip r:embed="rId5"/>
              <a:stretch>
                <a:fillRect/>
              </a:stretch>
            </p:blipFill>
            <p:spPr>
              <a:xfrm>
                <a:off x="3897885" y="2378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10" name="Ink 109">
                <a:extLst>
                  <a:ext uri="{FF2B5EF4-FFF2-40B4-BE49-F238E27FC236}">
                    <a16:creationId xmlns:a16="http://schemas.microsoft.com/office/drawing/2014/main" id="{18105947-B6AB-CD6E-66C0-93A25B6661E5}"/>
                  </a:ext>
                </a:extLst>
              </p14:cNvPr>
              <p14:cNvContentPartPr/>
              <p14:nvPr/>
            </p14:nvContentPartPr>
            <p14:xfrm>
              <a:off x="4041525" y="2421041"/>
              <a:ext cx="360" cy="360"/>
            </p14:xfrm>
          </p:contentPart>
        </mc:Choice>
        <mc:Fallback xmlns="">
          <p:pic>
            <p:nvPicPr>
              <p:cNvPr id="110" name="Ink 109">
                <a:extLst>
                  <a:ext uri="{FF2B5EF4-FFF2-40B4-BE49-F238E27FC236}">
                    <a16:creationId xmlns:a16="http://schemas.microsoft.com/office/drawing/2014/main" id="{18105947-B6AB-CD6E-66C0-93A25B6661E5}"/>
                  </a:ext>
                </a:extLst>
              </p:cNvPr>
              <p:cNvPicPr/>
              <p:nvPr/>
            </p:nvPicPr>
            <p:blipFill>
              <a:blip r:embed="rId5"/>
              <a:stretch>
                <a:fillRect/>
              </a:stretch>
            </p:blipFill>
            <p:spPr>
              <a:xfrm>
                <a:off x="4035405" y="24149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11" name="Ink 110">
                <a:extLst>
                  <a:ext uri="{FF2B5EF4-FFF2-40B4-BE49-F238E27FC236}">
                    <a16:creationId xmlns:a16="http://schemas.microsoft.com/office/drawing/2014/main" id="{C2396332-E239-0099-7F01-CD547C3D7745}"/>
                  </a:ext>
                </a:extLst>
              </p14:cNvPr>
              <p14:cNvContentPartPr/>
              <p14:nvPr/>
            </p14:nvContentPartPr>
            <p14:xfrm>
              <a:off x="3986445" y="2421041"/>
              <a:ext cx="360" cy="360"/>
            </p14:xfrm>
          </p:contentPart>
        </mc:Choice>
        <mc:Fallback xmlns="">
          <p:pic>
            <p:nvPicPr>
              <p:cNvPr id="111" name="Ink 110">
                <a:extLst>
                  <a:ext uri="{FF2B5EF4-FFF2-40B4-BE49-F238E27FC236}">
                    <a16:creationId xmlns:a16="http://schemas.microsoft.com/office/drawing/2014/main" id="{C2396332-E239-0099-7F01-CD547C3D7745}"/>
                  </a:ext>
                </a:extLst>
              </p:cNvPr>
              <p:cNvPicPr/>
              <p:nvPr/>
            </p:nvPicPr>
            <p:blipFill>
              <a:blip r:embed="rId5"/>
              <a:stretch>
                <a:fillRect/>
              </a:stretch>
            </p:blipFill>
            <p:spPr>
              <a:xfrm>
                <a:off x="3980325" y="24149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12" name="Ink 111">
                <a:extLst>
                  <a:ext uri="{FF2B5EF4-FFF2-40B4-BE49-F238E27FC236}">
                    <a16:creationId xmlns:a16="http://schemas.microsoft.com/office/drawing/2014/main" id="{49B95052-FD37-EBA6-54D5-B6FDDC8CF793}"/>
                  </a:ext>
                </a:extLst>
              </p14:cNvPr>
              <p14:cNvContentPartPr/>
              <p14:nvPr/>
            </p14:nvContentPartPr>
            <p14:xfrm>
              <a:off x="4114245" y="2448401"/>
              <a:ext cx="360" cy="360"/>
            </p14:xfrm>
          </p:contentPart>
        </mc:Choice>
        <mc:Fallback xmlns="">
          <p:pic>
            <p:nvPicPr>
              <p:cNvPr id="112" name="Ink 111">
                <a:extLst>
                  <a:ext uri="{FF2B5EF4-FFF2-40B4-BE49-F238E27FC236}">
                    <a16:creationId xmlns:a16="http://schemas.microsoft.com/office/drawing/2014/main" id="{49B95052-FD37-EBA6-54D5-B6FDDC8CF793}"/>
                  </a:ext>
                </a:extLst>
              </p:cNvPr>
              <p:cNvPicPr/>
              <p:nvPr/>
            </p:nvPicPr>
            <p:blipFill>
              <a:blip r:embed="rId5"/>
              <a:stretch>
                <a:fillRect/>
              </a:stretch>
            </p:blipFill>
            <p:spPr>
              <a:xfrm>
                <a:off x="4108125" y="24422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13" name="Ink 112">
                <a:extLst>
                  <a:ext uri="{FF2B5EF4-FFF2-40B4-BE49-F238E27FC236}">
                    <a16:creationId xmlns:a16="http://schemas.microsoft.com/office/drawing/2014/main" id="{7CE64D8C-109E-7052-D621-7F93DD1674C2}"/>
                  </a:ext>
                </a:extLst>
              </p14:cNvPr>
              <p14:cNvContentPartPr/>
              <p14:nvPr/>
            </p14:nvContentPartPr>
            <p14:xfrm>
              <a:off x="4214685" y="2457401"/>
              <a:ext cx="360" cy="360"/>
            </p14:xfrm>
          </p:contentPart>
        </mc:Choice>
        <mc:Fallback xmlns="">
          <p:pic>
            <p:nvPicPr>
              <p:cNvPr id="113" name="Ink 112">
                <a:extLst>
                  <a:ext uri="{FF2B5EF4-FFF2-40B4-BE49-F238E27FC236}">
                    <a16:creationId xmlns:a16="http://schemas.microsoft.com/office/drawing/2014/main" id="{7CE64D8C-109E-7052-D621-7F93DD1674C2}"/>
                  </a:ext>
                </a:extLst>
              </p:cNvPr>
              <p:cNvPicPr/>
              <p:nvPr/>
            </p:nvPicPr>
            <p:blipFill>
              <a:blip r:embed="rId5"/>
              <a:stretch>
                <a:fillRect/>
              </a:stretch>
            </p:blipFill>
            <p:spPr>
              <a:xfrm>
                <a:off x="4208565" y="24512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14" name="Ink 113">
                <a:extLst>
                  <a:ext uri="{FF2B5EF4-FFF2-40B4-BE49-F238E27FC236}">
                    <a16:creationId xmlns:a16="http://schemas.microsoft.com/office/drawing/2014/main" id="{2762A0CB-4F39-E42C-61D7-FF9B12C7D4BD}"/>
                  </a:ext>
                </a:extLst>
              </p14:cNvPr>
              <p14:cNvContentPartPr/>
              <p14:nvPr/>
            </p14:nvContentPartPr>
            <p14:xfrm>
              <a:off x="4260765" y="2457401"/>
              <a:ext cx="360" cy="360"/>
            </p14:xfrm>
          </p:contentPart>
        </mc:Choice>
        <mc:Fallback xmlns="">
          <p:pic>
            <p:nvPicPr>
              <p:cNvPr id="114" name="Ink 113">
                <a:extLst>
                  <a:ext uri="{FF2B5EF4-FFF2-40B4-BE49-F238E27FC236}">
                    <a16:creationId xmlns:a16="http://schemas.microsoft.com/office/drawing/2014/main" id="{2762A0CB-4F39-E42C-61D7-FF9B12C7D4BD}"/>
                  </a:ext>
                </a:extLst>
              </p:cNvPr>
              <p:cNvPicPr/>
              <p:nvPr/>
            </p:nvPicPr>
            <p:blipFill>
              <a:blip r:embed="rId5"/>
              <a:stretch>
                <a:fillRect/>
              </a:stretch>
            </p:blipFill>
            <p:spPr>
              <a:xfrm>
                <a:off x="4254645" y="2451281"/>
                <a:ext cx="12600" cy="12600"/>
              </a:xfrm>
              <a:prstGeom prst="rect">
                <a:avLst/>
              </a:prstGeom>
            </p:spPr>
          </p:pic>
        </mc:Fallback>
      </mc:AlternateContent>
      <p:sp>
        <p:nvSpPr>
          <p:cNvPr id="115" name="TextBox 114">
            <a:extLst>
              <a:ext uri="{FF2B5EF4-FFF2-40B4-BE49-F238E27FC236}">
                <a16:creationId xmlns:a16="http://schemas.microsoft.com/office/drawing/2014/main" id="{3686087C-D304-505C-536C-2117E8BCDD4B}"/>
              </a:ext>
            </a:extLst>
          </p:cNvPr>
          <p:cNvSpPr txBox="1"/>
          <p:nvPr/>
        </p:nvSpPr>
        <p:spPr>
          <a:xfrm>
            <a:off x="4260764" y="1904980"/>
            <a:ext cx="550716" cy="261610"/>
          </a:xfrm>
          <a:prstGeom prst="rect">
            <a:avLst/>
          </a:prstGeom>
          <a:noFill/>
        </p:spPr>
        <p:txBody>
          <a:bodyPr wrap="square" rtlCol="0">
            <a:spAutoFit/>
          </a:bodyPr>
          <a:lstStyle/>
          <a:p>
            <a:r>
              <a:rPr lang="en-US" sz="1100" b="1" dirty="0"/>
              <a:t>21.40</a:t>
            </a:r>
          </a:p>
        </p:txBody>
      </p:sp>
      <p:sp>
        <p:nvSpPr>
          <p:cNvPr id="118" name="TextBox 117">
            <a:extLst>
              <a:ext uri="{FF2B5EF4-FFF2-40B4-BE49-F238E27FC236}">
                <a16:creationId xmlns:a16="http://schemas.microsoft.com/office/drawing/2014/main" id="{63E1EF69-8433-A5F2-72DB-B623F154401A}"/>
              </a:ext>
            </a:extLst>
          </p:cNvPr>
          <p:cNvSpPr txBox="1"/>
          <p:nvPr/>
        </p:nvSpPr>
        <p:spPr>
          <a:xfrm>
            <a:off x="4278088" y="2316111"/>
            <a:ext cx="550716" cy="261610"/>
          </a:xfrm>
          <a:prstGeom prst="rect">
            <a:avLst/>
          </a:prstGeom>
          <a:noFill/>
        </p:spPr>
        <p:txBody>
          <a:bodyPr wrap="square" rtlCol="0">
            <a:spAutoFit/>
          </a:bodyPr>
          <a:lstStyle/>
          <a:p>
            <a:r>
              <a:rPr lang="en-US" sz="1100" b="1" dirty="0"/>
              <a:t>15</a:t>
            </a:r>
          </a:p>
        </p:txBody>
      </p:sp>
      <p:sp>
        <p:nvSpPr>
          <p:cNvPr id="120" name="TextBox 119">
            <a:extLst>
              <a:ext uri="{FF2B5EF4-FFF2-40B4-BE49-F238E27FC236}">
                <a16:creationId xmlns:a16="http://schemas.microsoft.com/office/drawing/2014/main" id="{36531B4B-5EE0-5397-FC82-52FECD744E21}"/>
              </a:ext>
            </a:extLst>
          </p:cNvPr>
          <p:cNvSpPr txBox="1"/>
          <p:nvPr/>
        </p:nvSpPr>
        <p:spPr>
          <a:xfrm>
            <a:off x="386794" y="3166896"/>
            <a:ext cx="4472548" cy="338554"/>
          </a:xfrm>
          <a:prstGeom prst="rect">
            <a:avLst/>
          </a:prstGeom>
          <a:solidFill>
            <a:schemeClr val="accent1">
              <a:lumMod val="40000"/>
              <a:lumOff val="60000"/>
            </a:schemeClr>
          </a:solidFill>
          <a:ln w="28575">
            <a:solidFill>
              <a:schemeClr val="tx1"/>
            </a:solidFill>
          </a:ln>
        </p:spPr>
        <p:txBody>
          <a:bodyPr wrap="square" rtlCol="0">
            <a:spAutoFit/>
          </a:bodyPr>
          <a:lstStyle/>
          <a:p>
            <a:r>
              <a:rPr lang="en-US" sz="1600" b="1" u="sng" dirty="0"/>
              <a:t>Example of Synthetic Long stock for strike @30</a:t>
            </a:r>
          </a:p>
        </p:txBody>
      </p:sp>
      <mc:AlternateContent xmlns:mc="http://schemas.openxmlformats.org/markup-compatibility/2006" xmlns:p14="http://schemas.microsoft.com/office/powerpoint/2010/main">
        <mc:Choice Requires="p14">
          <p:contentPart p14:bwMode="auto" r:id="rId83">
            <p14:nvContentPartPr>
              <p14:cNvPr id="121" name="Ink 120">
                <a:extLst>
                  <a:ext uri="{FF2B5EF4-FFF2-40B4-BE49-F238E27FC236}">
                    <a16:creationId xmlns:a16="http://schemas.microsoft.com/office/drawing/2014/main" id="{7970DF3E-46B9-D8A5-10D5-5510DB97EA5E}"/>
                  </a:ext>
                </a:extLst>
              </p14:cNvPr>
              <p14:cNvContentPartPr/>
              <p14:nvPr/>
            </p14:nvContentPartPr>
            <p14:xfrm>
              <a:off x="2641845" y="1744601"/>
              <a:ext cx="360" cy="360"/>
            </p14:xfrm>
          </p:contentPart>
        </mc:Choice>
        <mc:Fallback xmlns="">
          <p:pic>
            <p:nvPicPr>
              <p:cNvPr id="121" name="Ink 120">
                <a:extLst>
                  <a:ext uri="{FF2B5EF4-FFF2-40B4-BE49-F238E27FC236}">
                    <a16:creationId xmlns:a16="http://schemas.microsoft.com/office/drawing/2014/main" id="{7970DF3E-46B9-D8A5-10D5-5510DB97EA5E}"/>
                  </a:ext>
                </a:extLst>
              </p:cNvPr>
              <p:cNvPicPr/>
              <p:nvPr/>
            </p:nvPicPr>
            <p:blipFill>
              <a:blip r:embed="rId5"/>
              <a:stretch>
                <a:fillRect/>
              </a:stretch>
            </p:blipFill>
            <p:spPr>
              <a:xfrm>
                <a:off x="2635725" y="1738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22" name="Ink 121">
                <a:extLst>
                  <a:ext uri="{FF2B5EF4-FFF2-40B4-BE49-F238E27FC236}">
                    <a16:creationId xmlns:a16="http://schemas.microsoft.com/office/drawing/2014/main" id="{8C16283D-DAC5-6761-CA0E-D883163C9A6B}"/>
                  </a:ext>
                </a:extLst>
              </p14:cNvPr>
              <p14:cNvContentPartPr/>
              <p14:nvPr/>
            </p14:nvContentPartPr>
            <p14:xfrm>
              <a:off x="2770365" y="1753601"/>
              <a:ext cx="360" cy="360"/>
            </p14:xfrm>
          </p:contentPart>
        </mc:Choice>
        <mc:Fallback xmlns="">
          <p:pic>
            <p:nvPicPr>
              <p:cNvPr id="122" name="Ink 121">
                <a:extLst>
                  <a:ext uri="{FF2B5EF4-FFF2-40B4-BE49-F238E27FC236}">
                    <a16:creationId xmlns:a16="http://schemas.microsoft.com/office/drawing/2014/main" id="{8C16283D-DAC5-6761-CA0E-D883163C9A6B}"/>
                  </a:ext>
                </a:extLst>
              </p:cNvPr>
              <p:cNvPicPr/>
              <p:nvPr/>
            </p:nvPicPr>
            <p:blipFill>
              <a:blip r:embed="rId5"/>
              <a:stretch>
                <a:fillRect/>
              </a:stretch>
            </p:blipFill>
            <p:spPr>
              <a:xfrm>
                <a:off x="276424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23" name="Ink 122">
                <a:extLst>
                  <a:ext uri="{FF2B5EF4-FFF2-40B4-BE49-F238E27FC236}">
                    <a16:creationId xmlns:a16="http://schemas.microsoft.com/office/drawing/2014/main" id="{D493B689-053E-1BB4-54D3-B4A807A4F46F}"/>
                  </a:ext>
                </a:extLst>
              </p14:cNvPr>
              <p14:cNvContentPartPr/>
              <p14:nvPr/>
            </p14:nvContentPartPr>
            <p14:xfrm>
              <a:off x="2898165" y="1753601"/>
              <a:ext cx="360" cy="360"/>
            </p14:xfrm>
          </p:contentPart>
        </mc:Choice>
        <mc:Fallback xmlns="">
          <p:pic>
            <p:nvPicPr>
              <p:cNvPr id="123" name="Ink 122">
                <a:extLst>
                  <a:ext uri="{FF2B5EF4-FFF2-40B4-BE49-F238E27FC236}">
                    <a16:creationId xmlns:a16="http://schemas.microsoft.com/office/drawing/2014/main" id="{D493B689-053E-1BB4-54D3-B4A807A4F46F}"/>
                  </a:ext>
                </a:extLst>
              </p:cNvPr>
              <p:cNvPicPr/>
              <p:nvPr/>
            </p:nvPicPr>
            <p:blipFill>
              <a:blip r:embed="rId5"/>
              <a:stretch>
                <a:fillRect/>
              </a:stretch>
            </p:blipFill>
            <p:spPr>
              <a:xfrm>
                <a:off x="289204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24" name="Ink 123">
                <a:extLst>
                  <a:ext uri="{FF2B5EF4-FFF2-40B4-BE49-F238E27FC236}">
                    <a16:creationId xmlns:a16="http://schemas.microsoft.com/office/drawing/2014/main" id="{C54762AB-9DD3-2F58-29C8-E0E21594B3C3}"/>
                  </a:ext>
                </a:extLst>
              </p14:cNvPr>
              <p14:cNvContentPartPr/>
              <p14:nvPr/>
            </p14:nvContentPartPr>
            <p14:xfrm>
              <a:off x="2971245" y="1753601"/>
              <a:ext cx="360" cy="360"/>
            </p14:xfrm>
          </p:contentPart>
        </mc:Choice>
        <mc:Fallback xmlns="">
          <p:pic>
            <p:nvPicPr>
              <p:cNvPr id="124" name="Ink 123">
                <a:extLst>
                  <a:ext uri="{FF2B5EF4-FFF2-40B4-BE49-F238E27FC236}">
                    <a16:creationId xmlns:a16="http://schemas.microsoft.com/office/drawing/2014/main" id="{C54762AB-9DD3-2F58-29C8-E0E21594B3C3}"/>
                  </a:ext>
                </a:extLst>
              </p:cNvPr>
              <p:cNvPicPr/>
              <p:nvPr/>
            </p:nvPicPr>
            <p:blipFill>
              <a:blip r:embed="rId5"/>
              <a:stretch>
                <a:fillRect/>
              </a:stretch>
            </p:blipFill>
            <p:spPr>
              <a:xfrm>
                <a:off x="296512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25" name="Ink 124">
                <a:extLst>
                  <a:ext uri="{FF2B5EF4-FFF2-40B4-BE49-F238E27FC236}">
                    <a16:creationId xmlns:a16="http://schemas.microsoft.com/office/drawing/2014/main" id="{5789526D-E615-F208-1502-681748101D58}"/>
                  </a:ext>
                </a:extLst>
              </p14:cNvPr>
              <p14:cNvContentPartPr/>
              <p14:nvPr/>
            </p14:nvContentPartPr>
            <p14:xfrm>
              <a:off x="3081045" y="1707881"/>
              <a:ext cx="360" cy="360"/>
            </p14:xfrm>
          </p:contentPart>
        </mc:Choice>
        <mc:Fallback xmlns="">
          <p:pic>
            <p:nvPicPr>
              <p:cNvPr id="125" name="Ink 124">
                <a:extLst>
                  <a:ext uri="{FF2B5EF4-FFF2-40B4-BE49-F238E27FC236}">
                    <a16:creationId xmlns:a16="http://schemas.microsoft.com/office/drawing/2014/main" id="{5789526D-E615-F208-1502-681748101D58}"/>
                  </a:ext>
                </a:extLst>
              </p:cNvPr>
              <p:cNvPicPr/>
              <p:nvPr/>
            </p:nvPicPr>
            <p:blipFill>
              <a:blip r:embed="rId5"/>
              <a:stretch>
                <a:fillRect/>
              </a:stretch>
            </p:blipFill>
            <p:spPr>
              <a:xfrm>
                <a:off x="3074925" y="1701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26" name="Ink 125">
                <a:extLst>
                  <a:ext uri="{FF2B5EF4-FFF2-40B4-BE49-F238E27FC236}">
                    <a16:creationId xmlns:a16="http://schemas.microsoft.com/office/drawing/2014/main" id="{AE7F33E3-EF51-9D66-0018-306954E7EB89}"/>
                  </a:ext>
                </a:extLst>
              </p14:cNvPr>
              <p14:cNvContentPartPr/>
              <p14:nvPr/>
            </p14:nvContentPartPr>
            <p14:xfrm>
              <a:off x="3181845" y="1689521"/>
              <a:ext cx="360" cy="360"/>
            </p14:xfrm>
          </p:contentPart>
        </mc:Choice>
        <mc:Fallback xmlns="">
          <p:pic>
            <p:nvPicPr>
              <p:cNvPr id="126" name="Ink 125">
                <a:extLst>
                  <a:ext uri="{FF2B5EF4-FFF2-40B4-BE49-F238E27FC236}">
                    <a16:creationId xmlns:a16="http://schemas.microsoft.com/office/drawing/2014/main" id="{AE7F33E3-EF51-9D66-0018-306954E7EB89}"/>
                  </a:ext>
                </a:extLst>
              </p:cNvPr>
              <p:cNvPicPr/>
              <p:nvPr/>
            </p:nvPicPr>
            <p:blipFill>
              <a:blip r:embed="rId5"/>
              <a:stretch>
                <a:fillRect/>
              </a:stretch>
            </p:blipFill>
            <p:spPr>
              <a:xfrm>
                <a:off x="3175725" y="1683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27" name="Ink 126">
                <a:extLst>
                  <a:ext uri="{FF2B5EF4-FFF2-40B4-BE49-F238E27FC236}">
                    <a16:creationId xmlns:a16="http://schemas.microsoft.com/office/drawing/2014/main" id="{96D93DB0-65BC-B72A-82DA-927894A4DEA0}"/>
                  </a:ext>
                </a:extLst>
              </p14:cNvPr>
              <p14:cNvContentPartPr/>
              <p14:nvPr/>
            </p14:nvContentPartPr>
            <p14:xfrm>
              <a:off x="3309645" y="1652801"/>
              <a:ext cx="360" cy="360"/>
            </p14:xfrm>
          </p:contentPart>
        </mc:Choice>
        <mc:Fallback xmlns="">
          <p:pic>
            <p:nvPicPr>
              <p:cNvPr id="127" name="Ink 126">
                <a:extLst>
                  <a:ext uri="{FF2B5EF4-FFF2-40B4-BE49-F238E27FC236}">
                    <a16:creationId xmlns:a16="http://schemas.microsoft.com/office/drawing/2014/main" id="{96D93DB0-65BC-B72A-82DA-927894A4DEA0}"/>
                  </a:ext>
                </a:extLst>
              </p:cNvPr>
              <p:cNvPicPr/>
              <p:nvPr/>
            </p:nvPicPr>
            <p:blipFill>
              <a:blip r:embed="rId5"/>
              <a:stretch>
                <a:fillRect/>
              </a:stretch>
            </p:blipFill>
            <p:spPr>
              <a:xfrm>
                <a:off x="3303525" y="1646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28" name="Ink 127">
                <a:extLst>
                  <a:ext uri="{FF2B5EF4-FFF2-40B4-BE49-F238E27FC236}">
                    <a16:creationId xmlns:a16="http://schemas.microsoft.com/office/drawing/2014/main" id="{612D9DA2-CF78-0732-7FB0-E4BE757B0B77}"/>
                  </a:ext>
                </a:extLst>
              </p14:cNvPr>
              <p14:cNvContentPartPr/>
              <p14:nvPr/>
            </p14:nvContentPartPr>
            <p14:xfrm>
              <a:off x="3383085" y="1680521"/>
              <a:ext cx="360" cy="360"/>
            </p14:xfrm>
          </p:contentPart>
        </mc:Choice>
        <mc:Fallback xmlns="">
          <p:pic>
            <p:nvPicPr>
              <p:cNvPr id="128" name="Ink 127">
                <a:extLst>
                  <a:ext uri="{FF2B5EF4-FFF2-40B4-BE49-F238E27FC236}">
                    <a16:creationId xmlns:a16="http://schemas.microsoft.com/office/drawing/2014/main" id="{612D9DA2-CF78-0732-7FB0-E4BE757B0B77}"/>
                  </a:ext>
                </a:extLst>
              </p:cNvPr>
              <p:cNvPicPr/>
              <p:nvPr/>
            </p:nvPicPr>
            <p:blipFill>
              <a:blip r:embed="rId5"/>
              <a:stretch>
                <a:fillRect/>
              </a:stretch>
            </p:blipFill>
            <p:spPr>
              <a:xfrm>
                <a:off x="3376965" y="1674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29" name="Ink 128">
                <a:extLst>
                  <a:ext uri="{FF2B5EF4-FFF2-40B4-BE49-F238E27FC236}">
                    <a16:creationId xmlns:a16="http://schemas.microsoft.com/office/drawing/2014/main" id="{D6F126DE-9C2F-2203-EBED-5BE7BED5D15F}"/>
                  </a:ext>
                </a:extLst>
              </p14:cNvPr>
              <p14:cNvContentPartPr/>
              <p14:nvPr/>
            </p14:nvContentPartPr>
            <p14:xfrm>
              <a:off x="3437445" y="1716881"/>
              <a:ext cx="360" cy="360"/>
            </p14:xfrm>
          </p:contentPart>
        </mc:Choice>
        <mc:Fallback xmlns="">
          <p:pic>
            <p:nvPicPr>
              <p:cNvPr id="129" name="Ink 128">
                <a:extLst>
                  <a:ext uri="{FF2B5EF4-FFF2-40B4-BE49-F238E27FC236}">
                    <a16:creationId xmlns:a16="http://schemas.microsoft.com/office/drawing/2014/main" id="{D6F126DE-9C2F-2203-EBED-5BE7BED5D15F}"/>
                  </a:ext>
                </a:extLst>
              </p:cNvPr>
              <p:cNvPicPr/>
              <p:nvPr/>
            </p:nvPicPr>
            <p:blipFill>
              <a:blip r:embed="rId5"/>
              <a:stretch>
                <a:fillRect/>
              </a:stretch>
            </p:blipFill>
            <p:spPr>
              <a:xfrm>
                <a:off x="3431325" y="1710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30" name="Ink 129">
                <a:extLst>
                  <a:ext uri="{FF2B5EF4-FFF2-40B4-BE49-F238E27FC236}">
                    <a16:creationId xmlns:a16="http://schemas.microsoft.com/office/drawing/2014/main" id="{488A6F00-17A4-7A55-DF92-017F351F7021}"/>
                  </a:ext>
                </a:extLst>
              </p14:cNvPr>
              <p14:cNvContentPartPr/>
              <p14:nvPr/>
            </p14:nvContentPartPr>
            <p14:xfrm>
              <a:off x="3519885" y="1771961"/>
              <a:ext cx="360" cy="360"/>
            </p14:xfrm>
          </p:contentPart>
        </mc:Choice>
        <mc:Fallback xmlns="">
          <p:pic>
            <p:nvPicPr>
              <p:cNvPr id="130" name="Ink 129">
                <a:extLst>
                  <a:ext uri="{FF2B5EF4-FFF2-40B4-BE49-F238E27FC236}">
                    <a16:creationId xmlns:a16="http://schemas.microsoft.com/office/drawing/2014/main" id="{488A6F00-17A4-7A55-DF92-017F351F7021}"/>
                  </a:ext>
                </a:extLst>
              </p:cNvPr>
              <p:cNvPicPr/>
              <p:nvPr/>
            </p:nvPicPr>
            <p:blipFill>
              <a:blip r:embed="rId5"/>
              <a:stretch>
                <a:fillRect/>
              </a:stretch>
            </p:blipFill>
            <p:spPr>
              <a:xfrm>
                <a:off x="3513765" y="1765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31" name="Ink 130">
                <a:extLst>
                  <a:ext uri="{FF2B5EF4-FFF2-40B4-BE49-F238E27FC236}">
                    <a16:creationId xmlns:a16="http://schemas.microsoft.com/office/drawing/2014/main" id="{32E297A9-BAE9-9BC7-41EA-9D46E48D01D4}"/>
                  </a:ext>
                </a:extLst>
              </p14:cNvPr>
              <p14:cNvContentPartPr/>
              <p14:nvPr/>
            </p14:nvContentPartPr>
            <p14:xfrm>
              <a:off x="3602325" y="1808321"/>
              <a:ext cx="360" cy="360"/>
            </p14:xfrm>
          </p:contentPart>
        </mc:Choice>
        <mc:Fallback xmlns="">
          <p:pic>
            <p:nvPicPr>
              <p:cNvPr id="131" name="Ink 130">
                <a:extLst>
                  <a:ext uri="{FF2B5EF4-FFF2-40B4-BE49-F238E27FC236}">
                    <a16:creationId xmlns:a16="http://schemas.microsoft.com/office/drawing/2014/main" id="{32E297A9-BAE9-9BC7-41EA-9D46E48D01D4}"/>
                  </a:ext>
                </a:extLst>
              </p:cNvPr>
              <p:cNvPicPr/>
              <p:nvPr/>
            </p:nvPicPr>
            <p:blipFill>
              <a:blip r:embed="rId5"/>
              <a:stretch>
                <a:fillRect/>
              </a:stretch>
            </p:blipFill>
            <p:spPr>
              <a:xfrm>
                <a:off x="3596205" y="1802201"/>
                <a:ext cx="12600" cy="12600"/>
              </a:xfrm>
              <a:prstGeom prst="rect">
                <a:avLst/>
              </a:prstGeom>
            </p:spPr>
          </p:pic>
        </mc:Fallback>
      </mc:AlternateContent>
      <p:grpSp>
        <p:nvGrpSpPr>
          <p:cNvPr id="146" name="Group 145">
            <a:extLst>
              <a:ext uri="{FF2B5EF4-FFF2-40B4-BE49-F238E27FC236}">
                <a16:creationId xmlns:a16="http://schemas.microsoft.com/office/drawing/2014/main" id="{FC6A620C-7ADA-404D-1CA7-FA8E158BFD70}"/>
              </a:ext>
            </a:extLst>
          </p:cNvPr>
          <p:cNvGrpSpPr/>
          <p:nvPr/>
        </p:nvGrpSpPr>
        <p:grpSpPr>
          <a:xfrm>
            <a:off x="3703125" y="1817321"/>
            <a:ext cx="45720" cy="360"/>
            <a:chOff x="4142304" y="5275656"/>
            <a:chExt cx="45720" cy="360"/>
          </a:xfrm>
        </p:grpSpPr>
        <mc:AlternateContent xmlns:mc="http://schemas.openxmlformats.org/markup-compatibility/2006" xmlns:p14="http://schemas.microsoft.com/office/powerpoint/2010/main">
          <mc:Choice Requires="p14">
            <p:contentPart p14:bwMode="auto" r:id="rId94">
              <p14:nvContentPartPr>
                <p14:cNvPr id="132" name="Ink 131">
                  <a:extLst>
                    <a:ext uri="{FF2B5EF4-FFF2-40B4-BE49-F238E27FC236}">
                      <a16:creationId xmlns:a16="http://schemas.microsoft.com/office/drawing/2014/main" id="{8B289E2D-D7C8-A8F3-B147-FE013A4819F9}"/>
                    </a:ext>
                  </a:extLst>
                </p14:cNvPr>
                <p14:cNvContentPartPr/>
                <p14:nvPr/>
              </p14:nvContentPartPr>
              <p14:xfrm>
                <a:off x="4142304" y="5275656"/>
                <a:ext cx="360" cy="360"/>
              </p14:xfrm>
            </p:contentPart>
          </mc:Choice>
          <mc:Fallback xmlns="">
            <p:pic>
              <p:nvPicPr>
                <p:cNvPr id="132" name="Ink 131">
                  <a:extLst>
                    <a:ext uri="{FF2B5EF4-FFF2-40B4-BE49-F238E27FC236}">
                      <a16:creationId xmlns:a16="http://schemas.microsoft.com/office/drawing/2014/main" id="{8B289E2D-D7C8-A8F3-B147-FE013A4819F9}"/>
                    </a:ext>
                  </a:extLst>
                </p:cNvPr>
                <p:cNvPicPr/>
                <p:nvPr/>
              </p:nvPicPr>
              <p:blipFill>
                <a:blip r:embed="rId5"/>
                <a:stretch>
                  <a:fillRect/>
                </a:stretch>
              </p:blipFill>
              <p:spPr>
                <a:xfrm>
                  <a:off x="4136184" y="52695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33" name="Ink 132">
                  <a:extLst>
                    <a:ext uri="{FF2B5EF4-FFF2-40B4-BE49-F238E27FC236}">
                      <a16:creationId xmlns:a16="http://schemas.microsoft.com/office/drawing/2014/main" id="{C79283E9-5E00-597E-A598-829554AD1190}"/>
                    </a:ext>
                  </a:extLst>
                </p14:cNvPr>
                <p14:cNvContentPartPr/>
                <p14:nvPr/>
              </p14:nvContentPartPr>
              <p14:xfrm>
                <a:off x="4187664" y="5275656"/>
                <a:ext cx="360" cy="360"/>
              </p14:xfrm>
            </p:contentPart>
          </mc:Choice>
          <mc:Fallback xmlns="">
            <p:pic>
              <p:nvPicPr>
                <p:cNvPr id="133" name="Ink 132">
                  <a:extLst>
                    <a:ext uri="{FF2B5EF4-FFF2-40B4-BE49-F238E27FC236}">
                      <a16:creationId xmlns:a16="http://schemas.microsoft.com/office/drawing/2014/main" id="{C79283E9-5E00-597E-A598-829554AD1190}"/>
                    </a:ext>
                  </a:extLst>
                </p:cNvPr>
                <p:cNvPicPr/>
                <p:nvPr/>
              </p:nvPicPr>
              <p:blipFill>
                <a:blip r:embed="rId5"/>
                <a:stretch>
                  <a:fillRect/>
                </a:stretch>
              </p:blipFill>
              <p:spPr>
                <a:xfrm>
                  <a:off x="4181544" y="526953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6">
            <p14:nvContentPartPr>
              <p14:cNvPr id="134" name="Ink 133">
                <a:extLst>
                  <a:ext uri="{FF2B5EF4-FFF2-40B4-BE49-F238E27FC236}">
                    <a16:creationId xmlns:a16="http://schemas.microsoft.com/office/drawing/2014/main" id="{820F800E-1B79-21F2-8401-9BB00A26331A}"/>
                  </a:ext>
                </a:extLst>
              </p14:cNvPr>
              <p14:cNvContentPartPr/>
              <p14:nvPr/>
            </p14:nvContentPartPr>
            <p14:xfrm>
              <a:off x="3821925" y="1798961"/>
              <a:ext cx="360" cy="360"/>
            </p14:xfrm>
          </p:contentPart>
        </mc:Choice>
        <mc:Fallback xmlns="">
          <p:pic>
            <p:nvPicPr>
              <p:cNvPr id="134" name="Ink 133">
                <a:extLst>
                  <a:ext uri="{FF2B5EF4-FFF2-40B4-BE49-F238E27FC236}">
                    <a16:creationId xmlns:a16="http://schemas.microsoft.com/office/drawing/2014/main" id="{820F800E-1B79-21F2-8401-9BB00A26331A}"/>
                  </a:ext>
                </a:extLst>
              </p:cNvPr>
              <p:cNvPicPr/>
              <p:nvPr/>
            </p:nvPicPr>
            <p:blipFill>
              <a:blip r:embed="rId5"/>
              <a:stretch>
                <a:fillRect/>
              </a:stretch>
            </p:blipFill>
            <p:spPr>
              <a:xfrm>
                <a:off x="3815805" y="1792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35" name="Ink 134">
                <a:extLst>
                  <a:ext uri="{FF2B5EF4-FFF2-40B4-BE49-F238E27FC236}">
                    <a16:creationId xmlns:a16="http://schemas.microsoft.com/office/drawing/2014/main" id="{740B9FDD-C0E7-7703-F705-607352E7632D}"/>
                  </a:ext>
                </a:extLst>
              </p14:cNvPr>
              <p14:cNvContentPartPr/>
              <p14:nvPr/>
            </p14:nvContentPartPr>
            <p14:xfrm>
              <a:off x="3904005" y="1762961"/>
              <a:ext cx="360" cy="360"/>
            </p14:xfrm>
          </p:contentPart>
        </mc:Choice>
        <mc:Fallback xmlns="">
          <p:pic>
            <p:nvPicPr>
              <p:cNvPr id="135" name="Ink 134">
                <a:extLst>
                  <a:ext uri="{FF2B5EF4-FFF2-40B4-BE49-F238E27FC236}">
                    <a16:creationId xmlns:a16="http://schemas.microsoft.com/office/drawing/2014/main" id="{740B9FDD-C0E7-7703-F705-607352E7632D}"/>
                  </a:ext>
                </a:extLst>
              </p:cNvPr>
              <p:cNvPicPr/>
              <p:nvPr/>
            </p:nvPicPr>
            <p:blipFill>
              <a:blip r:embed="rId5"/>
              <a:stretch>
                <a:fillRect/>
              </a:stretch>
            </p:blipFill>
            <p:spPr>
              <a:xfrm>
                <a:off x="3897885" y="1756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36" name="Ink 135">
                <a:extLst>
                  <a:ext uri="{FF2B5EF4-FFF2-40B4-BE49-F238E27FC236}">
                    <a16:creationId xmlns:a16="http://schemas.microsoft.com/office/drawing/2014/main" id="{E948354A-B111-D95D-3B26-FD9E3D0EB3D1}"/>
                  </a:ext>
                </a:extLst>
              </p14:cNvPr>
              <p14:cNvContentPartPr/>
              <p14:nvPr/>
            </p14:nvContentPartPr>
            <p14:xfrm>
              <a:off x="3931365" y="1735241"/>
              <a:ext cx="360" cy="360"/>
            </p14:xfrm>
          </p:contentPart>
        </mc:Choice>
        <mc:Fallback xmlns="">
          <p:pic>
            <p:nvPicPr>
              <p:cNvPr id="136" name="Ink 135">
                <a:extLst>
                  <a:ext uri="{FF2B5EF4-FFF2-40B4-BE49-F238E27FC236}">
                    <a16:creationId xmlns:a16="http://schemas.microsoft.com/office/drawing/2014/main" id="{E948354A-B111-D95D-3B26-FD9E3D0EB3D1}"/>
                  </a:ext>
                </a:extLst>
              </p:cNvPr>
              <p:cNvPicPr/>
              <p:nvPr/>
            </p:nvPicPr>
            <p:blipFill>
              <a:blip r:embed="rId5"/>
              <a:stretch>
                <a:fillRect/>
              </a:stretch>
            </p:blipFill>
            <p:spPr>
              <a:xfrm>
                <a:off x="3925245" y="1729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37" name="Ink 136">
                <a:extLst>
                  <a:ext uri="{FF2B5EF4-FFF2-40B4-BE49-F238E27FC236}">
                    <a16:creationId xmlns:a16="http://schemas.microsoft.com/office/drawing/2014/main" id="{CF2EF932-06C8-0094-CE9A-AE3ADE2CA906}"/>
                  </a:ext>
                </a:extLst>
              </p14:cNvPr>
              <p14:cNvContentPartPr/>
              <p14:nvPr/>
            </p14:nvContentPartPr>
            <p14:xfrm>
              <a:off x="4013805" y="1680521"/>
              <a:ext cx="360" cy="360"/>
            </p14:xfrm>
          </p:contentPart>
        </mc:Choice>
        <mc:Fallback xmlns="">
          <p:pic>
            <p:nvPicPr>
              <p:cNvPr id="137" name="Ink 136">
                <a:extLst>
                  <a:ext uri="{FF2B5EF4-FFF2-40B4-BE49-F238E27FC236}">
                    <a16:creationId xmlns:a16="http://schemas.microsoft.com/office/drawing/2014/main" id="{CF2EF932-06C8-0094-CE9A-AE3ADE2CA906}"/>
                  </a:ext>
                </a:extLst>
              </p:cNvPr>
              <p:cNvPicPr/>
              <p:nvPr/>
            </p:nvPicPr>
            <p:blipFill>
              <a:blip r:embed="rId5"/>
              <a:stretch>
                <a:fillRect/>
              </a:stretch>
            </p:blipFill>
            <p:spPr>
              <a:xfrm>
                <a:off x="4007685" y="1674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38" name="Ink 137">
                <a:extLst>
                  <a:ext uri="{FF2B5EF4-FFF2-40B4-BE49-F238E27FC236}">
                    <a16:creationId xmlns:a16="http://schemas.microsoft.com/office/drawing/2014/main" id="{D3B918B9-2EB9-2A72-779A-FB954F120731}"/>
                  </a:ext>
                </a:extLst>
              </p14:cNvPr>
              <p14:cNvContentPartPr/>
              <p14:nvPr/>
            </p14:nvContentPartPr>
            <p14:xfrm>
              <a:off x="4059525" y="1671161"/>
              <a:ext cx="360" cy="360"/>
            </p14:xfrm>
          </p:contentPart>
        </mc:Choice>
        <mc:Fallback xmlns="">
          <p:pic>
            <p:nvPicPr>
              <p:cNvPr id="138" name="Ink 137">
                <a:extLst>
                  <a:ext uri="{FF2B5EF4-FFF2-40B4-BE49-F238E27FC236}">
                    <a16:creationId xmlns:a16="http://schemas.microsoft.com/office/drawing/2014/main" id="{D3B918B9-2EB9-2A72-779A-FB954F120731}"/>
                  </a:ext>
                </a:extLst>
              </p:cNvPr>
              <p:cNvPicPr/>
              <p:nvPr/>
            </p:nvPicPr>
            <p:blipFill>
              <a:blip r:embed="rId5"/>
              <a:stretch>
                <a:fillRect/>
              </a:stretch>
            </p:blipFill>
            <p:spPr>
              <a:xfrm>
                <a:off x="4053405" y="1665041"/>
                <a:ext cx="12600" cy="12600"/>
              </a:xfrm>
              <a:prstGeom prst="rect">
                <a:avLst/>
              </a:prstGeom>
            </p:spPr>
          </p:pic>
        </mc:Fallback>
      </mc:AlternateContent>
      <p:grpSp>
        <p:nvGrpSpPr>
          <p:cNvPr id="145" name="Group 144">
            <a:extLst>
              <a:ext uri="{FF2B5EF4-FFF2-40B4-BE49-F238E27FC236}">
                <a16:creationId xmlns:a16="http://schemas.microsoft.com/office/drawing/2014/main" id="{D56D7E7B-9F7E-74CA-1E04-75D3C25E601B}"/>
              </a:ext>
            </a:extLst>
          </p:cNvPr>
          <p:cNvGrpSpPr/>
          <p:nvPr/>
        </p:nvGrpSpPr>
        <p:grpSpPr>
          <a:xfrm>
            <a:off x="4169325" y="1662161"/>
            <a:ext cx="9360" cy="360"/>
            <a:chOff x="4608504" y="5120496"/>
            <a:chExt cx="9360" cy="360"/>
          </a:xfrm>
        </p:grpSpPr>
        <mc:AlternateContent xmlns:mc="http://schemas.openxmlformats.org/markup-compatibility/2006" xmlns:p14="http://schemas.microsoft.com/office/powerpoint/2010/main">
          <mc:Choice Requires="p14">
            <p:contentPart p14:bwMode="auto" r:id="rId101">
              <p14:nvContentPartPr>
                <p14:cNvPr id="139" name="Ink 138">
                  <a:extLst>
                    <a:ext uri="{FF2B5EF4-FFF2-40B4-BE49-F238E27FC236}">
                      <a16:creationId xmlns:a16="http://schemas.microsoft.com/office/drawing/2014/main" id="{EFF58E3D-B975-66F3-6C39-D10C380E11F3}"/>
                    </a:ext>
                  </a:extLst>
                </p14:cNvPr>
                <p14:cNvContentPartPr/>
                <p14:nvPr/>
              </p14:nvContentPartPr>
              <p14:xfrm>
                <a:off x="4608504" y="5120496"/>
                <a:ext cx="360" cy="360"/>
              </p14:xfrm>
            </p:contentPart>
          </mc:Choice>
          <mc:Fallback xmlns="">
            <p:pic>
              <p:nvPicPr>
                <p:cNvPr id="139" name="Ink 138">
                  <a:extLst>
                    <a:ext uri="{FF2B5EF4-FFF2-40B4-BE49-F238E27FC236}">
                      <a16:creationId xmlns:a16="http://schemas.microsoft.com/office/drawing/2014/main" id="{EFF58E3D-B975-66F3-6C39-D10C380E11F3}"/>
                    </a:ext>
                  </a:extLst>
                </p:cNvPr>
                <p:cNvPicPr/>
                <p:nvPr/>
              </p:nvPicPr>
              <p:blipFill>
                <a:blip r:embed="rId5"/>
                <a:stretch>
                  <a:fillRect/>
                </a:stretch>
              </p:blipFill>
              <p:spPr>
                <a:xfrm>
                  <a:off x="4602384" y="51143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40" name="Ink 139">
                  <a:extLst>
                    <a:ext uri="{FF2B5EF4-FFF2-40B4-BE49-F238E27FC236}">
                      <a16:creationId xmlns:a16="http://schemas.microsoft.com/office/drawing/2014/main" id="{D03E350E-F0F1-9A9E-7981-3DA6BAA504CA}"/>
                    </a:ext>
                  </a:extLst>
                </p14:cNvPr>
                <p14:cNvContentPartPr/>
                <p14:nvPr/>
              </p14:nvContentPartPr>
              <p14:xfrm>
                <a:off x="4617504" y="5120496"/>
                <a:ext cx="360" cy="360"/>
              </p14:xfrm>
            </p:contentPart>
          </mc:Choice>
          <mc:Fallback xmlns="">
            <p:pic>
              <p:nvPicPr>
                <p:cNvPr id="140" name="Ink 139">
                  <a:extLst>
                    <a:ext uri="{FF2B5EF4-FFF2-40B4-BE49-F238E27FC236}">
                      <a16:creationId xmlns:a16="http://schemas.microsoft.com/office/drawing/2014/main" id="{D03E350E-F0F1-9A9E-7981-3DA6BAA504CA}"/>
                    </a:ext>
                  </a:extLst>
                </p:cNvPr>
                <p:cNvPicPr/>
                <p:nvPr/>
              </p:nvPicPr>
              <p:blipFill>
                <a:blip r:embed="rId5"/>
                <a:stretch>
                  <a:fillRect/>
                </a:stretch>
              </p:blipFill>
              <p:spPr>
                <a:xfrm>
                  <a:off x="4611384" y="511437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3">
            <p14:nvContentPartPr>
              <p14:cNvPr id="141" name="Ink 140">
                <a:extLst>
                  <a:ext uri="{FF2B5EF4-FFF2-40B4-BE49-F238E27FC236}">
                    <a16:creationId xmlns:a16="http://schemas.microsoft.com/office/drawing/2014/main" id="{5AB652A3-D2FB-F0A2-8537-569F0143F437}"/>
                  </a:ext>
                </a:extLst>
              </p14:cNvPr>
              <p14:cNvContentPartPr/>
              <p14:nvPr/>
            </p14:nvContentPartPr>
            <p14:xfrm>
              <a:off x="4242405" y="1707881"/>
              <a:ext cx="360" cy="360"/>
            </p14:xfrm>
          </p:contentPart>
        </mc:Choice>
        <mc:Fallback xmlns="">
          <p:pic>
            <p:nvPicPr>
              <p:cNvPr id="141" name="Ink 140">
                <a:extLst>
                  <a:ext uri="{FF2B5EF4-FFF2-40B4-BE49-F238E27FC236}">
                    <a16:creationId xmlns:a16="http://schemas.microsoft.com/office/drawing/2014/main" id="{5AB652A3-D2FB-F0A2-8537-569F0143F437}"/>
                  </a:ext>
                </a:extLst>
              </p:cNvPr>
              <p:cNvPicPr/>
              <p:nvPr/>
            </p:nvPicPr>
            <p:blipFill>
              <a:blip r:embed="rId5"/>
              <a:stretch>
                <a:fillRect/>
              </a:stretch>
            </p:blipFill>
            <p:spPr>
              <a:xfrm>
                <a:off x="4236285" y="1701761"/>
                <a:ext cx="12600" cy="12600"/>
              </a:xfrm>
              <a:prstGeom prst="rect">
                <a:avLst/>
              </a:prstGeom>
            </p:spPr>
          </p:pic>
        </mc:Fallback>
      </mc:AlternateContent>
      <p:grpSp>
        <p:nvGrpSpPr>
          <p:cNvPr id="144" name="Group 143">
            <a:extLst>
              <a:ext uri="{FF2B5EF4-FFF2-40B4-BE49-F238E27FC236}">
                <a16:creationId xmlns:a16="http://schemas.microsoft.com/office/drawing/2014/main" id="{3B4E6E48-08A0-E14D-F795-75B363F0A5D5}"/>
              </a:ext>
            </a:extLst>
          </p:cNvPr>
          <p:cNvGrpSpPr/>
          <p:nvPr/>
        </p:nvGrpSpPr>
        <p:grpSpPr>
          <a:xfrm>
            <a:off x="4297125" y="1707881"/>
            <a:ext cx="18720" cy="360"/>
            <a:chOff x="4736304" y="5166216"/>
            <a:chExt cx="18720" cy="360"/>
          </a:xfrm>
        </p:grpSpPr>
        <mc:AlternateContent xmlns:mc="http://schemas.openxmlformats.org/markup-compatibility/2006" xmlns:p14="http://schemas.microsoft.com/office/powerpoint/2010/main">
          <mc:Choice Requires="p14">
            <p:contentPart p14:bwMode="auto" r:id="rId104">
              <p14:nvContentPartPr>
                <p14:cNvPr id="142" name="Ink 141">
                  <a:extLst>
                    <a:ext uri="{FF2B5EF4-FFF2-40B4-BE49-F238E27FC236}">
                      <a16:creationId xmlns:a16="http://schemas.microsoft.com/office/drawing/2014/main" id="{EAD23813-074B-A020-E672-9CB7BBA19336}"/>
                    </a:ext>
                  </a:extLst>
                </p14:cNvPr>
                <p14:cNvContentPartPr/>
                <p14:nvPr/>
              </p14:nvContentPartPr>
              <p14:xfrm>
                <a:off x="4736304" y="5166216"/>
                <a:ext cx="360" cy="360"/>
              </p14:xfrm>
            </p:contentPart>
          </mc:Choice>
          <mc:Fallback xmlns="">
            <p:pic>
              <p:nvPicPr>
                <p:cNvPr id="142" name="Ink 141">
                  <a:extLst>
                    <a:ext uri="{FF2B5EF4-FFF2-40B4-BE49-F238E27FC236}">
                      <a16:creationId xmlns:a16="http://schemas.microsoft.com/office/drawing/2014/main" id="{EAD23813-074B-A020-E672-9CB7BBA19336}"/>
                    </a:ext>
                  </a:extLst>
                </p:cNvPr>
                <p:cNvPicPr/>
                <p:nvPr/>
              </p:nvPicPr>
              <p:blipFill>
                <a:blip r:embed="rId5"/>
                <a:stretch>
                  <a:fillRect/>
                </a:stretch>
              </p:blipFill>
              <p:spPr>
                <a:xfrm>
                  <a:off x="4730184" y="5160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43" name="Ink 142">
                  <a:extLst>
                    <a:ext uri="{FF2B5EF4-FFF2-40B4-BE49-F238E27FC236}">
                      <a16:creationId xmlns:a16="http://schemas.microsoft.com/office/drawing/2014/main" id="{59C8F420-8EE4-0340-8BBB-91E28E45A6F4}"/>
                    </a:ext>
                  </a:extLst>
                </p14:cNvPr>
                <p14:cNvContentPartPr/>
                <p14:nvPr/>
              </p14:nvContentPartPr>
              <p14:xfrm>
                <a:off x="4754664" y="5166216"/>
                <a:ext cx="360" cy="360"/>
              </p14:xfrm>
            </p:contentPart>
          </mc:Choice>
          <mc:Fallback xmlns="">
            <p:pic>
              <p:nvPicPr>
                <p:cNvPr id="143" name="Ink 142">
                  <a:extLst>
                    <a:ext uri="{FF2B5EF4-FFF2-40B4-BE49-F238E27FC236}">
                      <a16:creationId xmlns:a16="http://schemas.microsoft.com/office/drawing/2014/main" id="{59C8F420-8EE4-0340-8BBB-91E28E45A6F4}"/>
                    </a:ext>
                  </a:extLst>
                </p:cNvPr>
                <p:cNvPicPr/>
                <p:nvPr/>
              </p:nvPicPr>
              <p:blipFill>
                <a:blip r:embed="rId5"/>
                <a:stretch>
                  <a:fillRect/>
                </a:stretch>
              </p:blipFill>
              <p:spPr>
                <a:xfrm>
                  <a:off x="4748544" y="516009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6">
            <p14:nvContentPartPr>
              <p14:cNvPr id="147" name="Ink 146">
                <a:extLst>
                  <a:ext uri="{FF2B5EF4-FFF2-40B4-BE49-F238E27FC236}">
                    <a16:creationId xmlns:a16="http://schemas.microsoft.com/office/drawing/2014/main" id="{547C1DC8-3208-D1FB-04F6-D8B9B585A669}"/>
                  </a:ext>
                </a:extLst>
              </p14:cNvPr>
              <p14:cNvContentPartPr/>
              <p14:nvPr/>
            </p14:nvContentPartPr>
            <p14:xfrm>
              <a:off x="3300285" y="1762961"/>
              <a:ext cx="360" cy="360"/>
            </p14:xfrm>
          </p:contentPart>
        </mc:Choice>
        <mc:Fallback xmlns="">
          <p:pic>
            <p:nvPicPr>
              <p:cNvPr id="147" name="Ink 146">
                <a:extLst>
                  <a:ext uri="{FF2B5EF4-FFF2-40B4-BE49-F238E27FC236}">
                    <a16:creationId xmlns:a16="http://schemas.microsoft.com/office/drawing/2014/main" id="{547C1DC8-3208-D1FB-04F6-D8B9B585A669}"/>
                  </a:ext>
                </a:extLst>
              </p:cNvPr>
              <p:cNvPicPr/>
              <p:nvPr/>
            </p:nvPicPr>
            <p:blipFill>
              <a:blip r:embed="rId5"/>
              <a:stretch>
                <a:fillRect/>
              </a:stretch>
            </p:blipFill>
            <p:spPr>
              <a:xfrm>
                <a:off x="3294165" y="1756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48" name="Ink 147">
                <a:extLst>
                  <a:ext uri="{FF2B5EF4-FFF2-40B4-BE49-F238E27FC236}">
                    <a16:creationId xmlns:a16="http://schemas.microsoft.com/office/drawing/2014/main" id="{A400E6BD-B221-0FBA-8E82-EB340D346E8C}"/>
                  </a:ext>
                </a:extLst>
              </p14:cNvPr>
              <p14:cNvContentPartPr/>
              <p14:nvPr/>
            </p14:nvContentPartPr>
            <p14:xfrm>
              <a:off x="3565965" y="1735241"/>
              <a:ext cx="360" cy="360"/>
            </p14:xfrm>
          </p:contentPart>
        </mc:Choice>
        <mc:Fallback xmlns="">
          <p:pic>
            <p:nvPicPr>
              <p:cNvPr id="148" name="Ink 147">
                <a:extLst>
                  <a:ext uri="{FF2B5EF4-FFF2-40B4-BE49-F238E27FC236}">
                    <a16:creationId xmlns:a16="http://schemas.microsoft.com/office/drawing/2014/main" id="{A400E6BD-B221-0FBA-8E82-EB340D346E8C}"/>
                  </a:ext>
                </a:extLst>
              </p:cNvPr>
              <p:cNvPicPr/>
              <p:nvPr/>
            </p:nvPicPr>
            <p:blipFill>
              <a:blip r:embed="rId5"/>
              <a:stretch>
                <a:fillRect/>
              </a:stretch>
            </p:blipFill>
            <p:spPr>
              <a:xfrm>
                <a:off x="3559845" y="1729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49" name="Ink 148">
                <a:extLst>
                  <a:ext uri="{FF2B5EF4-FFF2-40B4-BE49-F238E27FC236}">
                    <a16:creationId xmlns:a16="http://schemas.microsoft.com/office/drawing/2014/main" id="{928B72EB-AF04-F338-9BAB-E9C5466C69D7}"/>
                  </a:ext>
                </a:extLst>
              </p14:cNvPr>
              <p14:cNvContentPartPr/>
              <p14:nvPr/>
            </p14:nvContentPartPr>
            <p14:xfrm>
              <a:off x="3666405" y="1716881"/>
              <a:ext cx="360" cy="360"/>
            </p14:xfrm>
          </p:contentPart>
        </mc:Choice>
        <mc:Fallback xmlns="">
          <p:pic>
            <p:nvPicPr>
              <p:cNvPr id="149" name="Ink 148">
                <a:extLst>
                  <a:ext uri="{FF2B5EF4-FFF2-40B4-BE49-F238E27FC236}">
                    <a16:creationId xmlns:a16="http://schemas.microsoft.com/office/drawing/2014/main" id="{928B72EB-AF04-F338-9BAB-E9C5466C69D7}"/>
                  </a:ext>
                </a:extLst>
              </p:cNvPr>
              <p:cNvPicPr/>
              <p:nvPr/>
            </p:nvPicPr>
            <p:blipFill>
              <a:blip r:embed="rId5"/>
              <a:stretch>
                <a:fillRect/>
              </a:stretch>
            </p:blipFill>
            <p:spPr>
              <a:xfrm>
                <a:off x="3660285" y="1710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50" name="Ink 149">
                <a:extLst>
                  <a:ext uri="{FF2B5EF4-FFF2-40B4-BE49-F238E27FC236}">
                    <a16:creationId xmlns:a16="http://schemas.microsoft.com/office/drawing/2014/main" id="{9D9F6A12-2E5B-574B-837E-7BA060AC4F5B}"/>
                  </a:ext>
                </a:extLst>
              </p14:cNvPr>
              <p14:cNvContentPartPr/>
              <p14:nvPr/>
            </p14:nvContentPartPr>
            <p14:xfrm>
              <a:off x="3730125" y="1707881"/>
              <a:ext cx="360" cy="360"/>
            </p14:xfrm>
          </p:contentPart>
        </mc:Choice>
        <mc:Fallback xmlns="">
          <p:pic>
            <p:nvPicPr>
              <p:cNvPr id="150" name="Ink 149">
                <a:extLst>
                  <a:ext uri="{FF2B5EF4-FFF2-40B4-BE49-F238E27FC236}">
                    <a16:creationId xmlns:a16="http://schemas.microsoft.com/office/drawing/2014/main" id="{9D9F6A12-2E5B-574B-837E-7BA060AC4F5B}"/>
                  </a:ext>
                </a:extLst>
              </p:cNvPr>
              <p:cNvPicPr/>
              <p:nvPr/>
            </p:nvPicPr>
            <p:blipFill>
              <a:blip r:embed="rId5"/>
              <a:stretch>
                <a:fillRect/>
              </a:stretch>
            </p:blipFill>
            <p:spPr>
              <a:xfrm>
                <a:off x="3724005" y="1701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51" name="Ink 150">
                <a:extLst>
                  <a:ext uri="{FF2B5EF4-FFF2-40B4-BE49-F238E27FC236}">
                    <a16:creationId xmlns:a16="http://schemas.microsoft.com/office/drawing/2014/main" id="{8B61D778-D302-11BA-2E5C-F14DD545569C}"/>
                  </a:ext>
                </a:extLst>
              </p14:cNvPr>
              <p14:cNvContentPartPr/>
              <p14:nvPr/>
            </p14:nvContentPartPr>
            <p14:xfrm>
              <a:off x="3666405" y="1726241"/>
              <a:ext cx="360" cy="360"/>
            </p14:xfrm>
          </p:contentPart>
        </mc:Choice>
        <mc:Fallback xmlns="">
          <p:pic>
            <p:nvPicPr>
              <p:cNvPr id="151" name="Ink 150">
                <a:extLst>
                  <a:ext uri="{FF2B5EF4-FFF2-40B4-BE49-F238E27FC236}">
                    <a16:creationId xmlns:a16="http://schemas.microsoft.com/office/drawing/2014/main" id="{8B61D778-D302-11BA-2E5C-F14DD545569C}"/>
                  </a:ext>
                </a:extLst>
              </p:cNvPr>
              <p:cNvPicPr/>
              <p:nvPr/>
            </p:nvPicPr>
            <p:blipFill>
              <a:blip r:embed="rId5"/>
              <a:stretch>
                <a:fillRect/>
              </a:stretch>
            </p:blipFill>
            <p:spPr>
              <a:xfrm>
                <a:off x="3660285" y="1720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52" name="Ink 151">
                <a:extLst>
                  <a:ext uri="{FF2B5EF4-FFF2-40B4-BE49-F238E27FC236}">
                    <a16:creationId xmlns:a16="http://schemas.microsoft.com/office/drawing/2014/main" id="{1F895DA3-75F6-A66E-9788-56CCCC6CA563}"/>
                  </a:ext>
                </a:extLst>
              </p14:cNvPr>
              <p14:cNvContentPartPr/>
              <p14:nvPr/>
            </p14:nvContentPartPr>
            <p14:xfrm>
              <a:off x="4251405" y="1689521"/>
              <a:ext cx="360" cy="360"/>
            </p14:xfrm>
          </p:contentPart>
        </mc:Choice>
        <mc:Fallback xmlns="">
          <p:pic>
            <p:nvPicPr>
              <p:cNvPr id="152" name="Ink 151">
                <a:extLst>
                  <a:ext uri="{FF2B5EF4-FFF2-40B4-BE49-F238E27FC236}">
                    <a16:creationId xmlns:a16="http://schemas.microsoft.com/office/drawing/2014/main" id="{1F895DA3-75F6-A66E-9788-56CCCC6CA563}"/>
                  </a:ext>
                </a:extLst>
              </p:cNvPr>
              <p:cNvPicPr/>
              <p:nvPr/>
            </p:nvPicPr>
            <p:blipFill>
              <a:blip r:embed="rId5"/>
              <a:stretch>
                <a:fillRect/>
              </a:stretch>
            </p:blipFill>
            <p:spPr>
              <a:xfrm>
                <a:off x="4245285" y="1683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53" name="Ink 152">
                <a:extLst>
                  <a:ext uri="{FF2B5EF4-FFF2-40B4-BE49-F238E27FC236}">
                    <a16:creationId xmlns:a16="http://schemas.microsoft.com/office/drawing/2014/main" id="{B65B8877-7065-CA2E-0505-69D56950493F}"/>
                  </a:ext>
                </a:extLst>
              </p14:cNvPr>
              <p14:cNvContentPartPr/>
              <p14:nvPr/>
            </p14:nvContentPartPr>
            <p14:xfrm>
              <a:off x="4178325" y="2046281"/>
              <a:ext cx="360" cy="360"/>
            </p14:xfrm>
          </p:contentPart>
        </mc:Choice>
        <mc:Fallback xmlns="">
          <p:pic>
            <p:nvPicPr>
              <p:cNvPr id="153" name="Ink 152">
                <a:extLst>
                  <a:ext uri="{FF2B5EF4-FFF2-40B4-BE49-F238E27FC236}">
                    <a16:creationId xmlns:a16="http://schemas.microsoft.com/office/drawing/2014/main" id="{B65B8877-7065-CA2E-0505-69D56950493F}"/>
                  </a:ext>
                </a:extLst>
              </p:cNvPr>
              <p:cNvPicPr/>
              <p:nvPr/>
            </p:nvPicPr>
            <p:blipFill>
              <a:blip r:embed="rId5"/>
              <a:stretch>
                <a:fillRect/>
              </a:stretch>
            </p:blipFill>
            <p:spPr>
              <a:xfrm>
                <a:off x="4172205" y="2040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54" name="Ink 153">
                <a:extLst>
                  <a:ext uri="{FF2B5EF4-FFF2-40B4-BE49-F238E27FC236}">
                    <a16:creationId xmlns:a16="http://schemas.microsoft.com/office/drawing/2014/main" id="{E8B163A4-C362-E807-7926-C56161700629}"/>
                  </a:ext>
                </a:extLst>
              </p14:cNvPr>
              <p14:cNvContentPartPr/>
              <p14:nvPr/>
            </p14:nvContentPartPr>
            <p14:xfrm>
              <a:off x="3199845" y="1278041"/>
              <a:ext cx="360" cy="360"/>
            </p14:xfrm>
          </p:contentPart>
        </mc:Choice>
        <mc:Fallback xmlns="">
          <p:pic>
            <p:nvPicPr>
              <p:cNvPr id="154" name="Ink 153">
                <a:extLst>
                  <a:ext uri="{FF2B5EF4-FFF2-40B4-BE49-F238E27FC236}">
                    <a16:creationId xmlns:a16="http://schemas.microsoft.com/office/drawing/2014/main" id="{E8B163A4-C362-E807-7926-C56161700629}"/>
                  </a:ext>
                </a:extLst>
              </p:cNvPr>
              <p:cNvPicPr/>
              <p:nvPr/>
            </p:nvPicPr>
            <p:blipFill>
              <a:blip r:embed="rId5"/>
              <a:stretch>
                <a:fillRect/>
              </a:stretch>
            </p:blipFill>
            <p:spPr>
              <a:xfrm>
                <a:off x="3193725" y="12719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55" name="Ink 154">
                <a:extLst>
                  <a:ext uri="{FF2B5EF4-FFF2-40B4-BE49-F238E27FC236}">
                    <a16:creationId xmlns:a16="http://schemas.microsoft.com/office/drawing/2014/main" id="{AEEEFA19-36B6-401C-1476-E6F34C0BC20F}"/>
                  </a:ext>
                </a:extLst>
              </p14:cNvPr>
              <p14:cNvContentPartPr/>
              <p14:nvPr/>
            </p14:nvContentPartPr>
            <p14:xfrm>
              <a:off x="4023165" y="1332761"/>
              <a:ext cx="360" cy="360"/>
            </p14:xfrm>
          </p:contentPart>
        </mc:Choice>
        <mc:Fallback xmlns="">
          <p:pic>
            <p:nvPicPr>
              <p:cNvPr id="155" name="Ink 154">
                <a:extLst>
                  <a:ext uri="{FF2B5EF4-FFF2-40B4-BE49-F238E27FC236}">
                    <a16:creationId xmlns:a16="http://schemas.microsoft.com/office/drawing/2014/main" id="{AEEEFA19-36B6-401C-1476-E6F34C0BC20F}"/>
                  </a:ext>
                </a:extLst>
              </p:cNvPr>
              <p:cNvPicPr/>
              <p:nvPr/>
            </p:nvPicPr>
            <p:blipFill>
              <a:blip r:embed="rId5"/>
              <a:stretch>
                <a:fillRect/>
              </a:stretch>
            </p:blipFill>
            <p:spPr>
              <a:xfrm>
                <a:off x="4017045" y="1326641"/>
                <a:ext cx="12600" cy="12600"/>
              </a:xfrm>
              <a:prstGeom prst="rect">
                <a:avLst/>
              </a:prstGeom>
            </p:spPr>
          </p:pic>
        </mc:Fallback>
      </mc:AlternateContent>
      <p:cxnSp>
        <p:nvCxnSpPr>
          <p:cNvPr id="14" name="Straight Connector 13">
            <a:extLst>
              <a:ext uri="{FF2B5EF4-FFF2-40B4-BE49-F238E27FC236}">
                <a16:creationId xmlns:a16="http://schemas.microsoft.com/office/drawing/2014/main" id="{A7E86CE4-A052-F09E-8C12-0C8C09507B13}"/>
              </a:ext>
            </a:extLst>
          </p:cNvPr>
          <p:cNvCxnSpPr>
            <a:cxnSpLocks/>
          </p:cNvCxnSpPr>
          <p:nvPr/>
        </p:nvCxnSpPr>
        <p:spPr>
          <a:xfrm>
            <a:off x="2552480" y="848489"/>
            <a:ext cx="15719" cy="2128537"/>
          </a:xfrm>
          <a:prstGeom prst="line">
            <a:avLst/>
          </a:prstGeom>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0EA2DCB8-4ECC-0055-3F2A-76BC4320F9E5}"/>
              </a:ext>
            </a:extLst>
          </p:cNvPr>
          <p:cNvSpPr txBox="1"/>
          <p:nvPr/>
        </p:nvSpPr>
        <p:spPr>
          <a:xfrm>
            <a:off x="462040" y="2231346"/>
            <a:ext cx="1643945" cy="600164"/>
          </a:xfrm>
          <a:prstGeom prst="rect">
            <a:avLst/>
          </a:prstGeom>
          <a:noFill/>
        </p:spPr>
        <p:txBody>
          <a:bodyPr wrap="square" rtlCol="0">
            <a:spAutoFit/>
          </a:bodyPr>
          <a:lstStyle/>
          <a:p>
            <a:r>
              <a:rPr lang="en-US" sz="1100" b="1" dirty="0"/>
              <a:t>Puts Premium = 8.60</a:t>
            </a:r>
          </a:p>
          <a:p>
            <a:r>
              <a:rPr lang="en-US" sz="1100" b="1" dirty="0"/>
              <a:t>Calls Premium = 7.75</a:t>
            </a:r>
          </a:p>
          <a:p>
            <a:r>
              <a:rPr lang="en-US" sz="1100" b="1" dirty="0"/>
              <a:t>Net Credit = .85</a:t>
            </a:r>
          </a:p>
        </p:txBody>
      </p:sp>
    </p:spTree>
    <p:extLst>
      <p:ext uri="{BB962C8B-B14F-4D97-AF65-F5344CB8AC3E}">
        <p14:creationId xmlns:p14="http://schemas.microsoft.com/office/powerpoint/2010/main" val="28539420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CD68E-ADC8-88E7-3A14-9B1E12BE70EB}"/>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20310D23-5C48-A970-C9D7-F383A8D6EF41}"/>
              </a:ext>
            </a:extLst>
          </p:cNvPr>
          <p:cNvSpPr txBox="1">
            <a:spLocks/>
          </p:cNvSpPr>
          <p:nvPr/>
        </p:nvSpPr>
        <p:spPr>
          <a:xfrm>
            <a:off x="118872" y="58901"/>
            <a:ext cx="11740896" cy="670772"/>
          </a:xfrm>
          <a:prstGeom prst="rect">
            <a:avLst/>
          </a:prstGeom>
          <a:solidFill>
            <a:schemeClr val="accent2">
              <a:lumMod val="40000"/>
              <a:lumOff val="6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t>Synthetic Long Stock – Real Life Example</a:t>
            </a:r>
          </a:p>
          <a:p>
            <a:pPr marL="0" indent="0" algn="ctr">
              <a:buNone/>
            </a:pPr>
            <a:r>
              <a:rPr lang="en-US" sz="1600" b="1" dirty="0"/>
              <a:t>When you think stock has bottomed or near the bottom and you are bullish for the stock price at around expiry</a:t>
            </a:r>
          </a:p>
        </p:txBody>
      </p:sp>
      <p:cxnSp>
        <p:nvCxnSpPr>
          <p:cNvPr id="9" name="Straight Connector 8">
            <a:extLst>
              <a:ext uri="{FF2B5EF4-FFF2-40B4-BE49-F238E27FC236}">
                <a16:creationId xmlns:a16="http://schemas.microsoft.com/office/drawing/2014/main" id="{C5B05694-AF81-6A72-480E-278258712E69}"/>
              </a:ext>
            </a:extLst>
          </p:cNvPr>
          <p:cNvCxnSpPr>
            <a:cxnSpLocks/>
          </p:cNvCxnSpPr>
          <p:nvPr/>
        </p:nvCxnSpPr>
        <p:spPr>
          <a:xfrm flipH="1">
            <a:off x="118872" y="1711378"/>
            <a:ext cx="4196541" cy="4458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68D58C7-D2FD-E011-2A46-FB99D46F9006}"/>
              </a:ext>
            </a:extLst>
          </p:cNvPr>
          <p:cNvSpPr txBox="1"/>
          <p:nvPr/>
        </p:nvSpPr>
        <p:spPr>
          <a:xfrm>
            <a:off x="2217142" y="729673"/>
            <a:ext cx="863398" cy="523220"/>
          </a:xfrm>
          <a:prstGeom prst="rect">
            <a:avLst/>
          </a:prstGeom>
          <a:noFill/>
        </p:spPr>
        <p:txBody>
          <a:bodyPr wrap="square" rtlCol="0">
            <a:spAutoFit/>
          </a:bodyPr>
          <a:lstStyle/>
          <a:p>
            <a:r>
              <a:rPr lang="en-US" sz="1400" dirty="0"/>
              <a:t>SOFI @27.50</a:t>
            </a:r>
          </a:p>
        </p:txBody>
      </p:sp>
      <p:sp>
        <p:nvSpPr>
          <p:cNvPr id="13" name="TextBox 12">
            <a:extLst>
              <a:ext uri="{FF2B5EF4-FFF2-40B4-BE49-F238E27FC236}">
                <a16:creationId xmlns:a16="http://schemas.microsoft.com/office/drawing/2014/main" id="{013342DF-4170-D13B-B8EB-F0D7188DE9F9}"/>
              </a:ext>
            </a:extLst>
          </p:cNvPr>
          <p:cNvSpPr txBox="1"/>
          <p:nvPr/>
        </p:nvSpPr>
        <p:spPr>
          <a:xfrm>
            <a:off x="1647283" y="1831802"/>
            <a:ext cx="1978066" cy="461665"/>
          </a:xfrm>
          <a:prstGeom prst="rect">
            <a:avLst/>
          </a:prstGeom>
          <a:noFill/>
        </p:spPr>
        <p:txBody>
          <a:bodyPr wrap="square" rtlCol="0">
            <a:spAutoFit/>
          </a:bodyPr>
          <a:lstStyle/>
          <a:p>
            <a:pPr algn="ctr"/>
            <a:r>
              <a:rPr lang="en-US" sz="1200" b="1" dirty="0">
                <a:solidFill>
                  <a:schemeClr val="accent5">
                    <a:lumMod val="60000"/>
                    <a:lumOff val="40000"/>
                  </a:schemeClr>
                </a:solidFill>
              </a:rPr>
              <a:t>Strike @30 </a:t>
            </a:r>
          </a:p>
          <a:p>
            <a:r>
              <a:rPr lang="en-US" sz="1200" b="1" dirty="0">
                <a:solidFill>
                  <a:srgbClr val="FF0000"/>
                </a:solidFill>
              </a:rPr>
              <a:t>Sell Puts </a:t>
            </a:r>
            <a:r>
              <a:rPr lang="en-US" sz="1200" b="1" dirty="0"/>
              <a:t>and</a:t>
            </a:r>
            <a:r>
              <a:rPr lang="en-US" sz="1200" b="1" dirty="0">
                <a:solidFill>
                  <a:srgbClr val="FF0000"/>
                </a:solidFill>
              </a:rPr>
              <a:t> </a:t>
            </a:r>
            <a:r>
              <a:rPr lang="en-US" sz="1200" b="1" dirty="0">
                <a:solidFill>
                  <a:srgbClr val="00CC00"/>
                </a:solidFill>
              </a:rPr>
              <a:t>Buy Calls</a:t>
            </a:r>
            <a:endParaRPr lang="en-US" sz="1200" b="1" dirty="0">
              <a:solidFill>
                <a:srgbClr val="FF0000"/>
              </a:solidFill>
            </a:endParaRPr>
          </a:p>
        </p:txBody>
      </p:sp>
      <p:cxnSp>
        <p:nvCxnSpPr>
          <p:cNvPr id="15" name="Straight Arrow Connector 14">
            <a:extLst>
              <a:ext uri="{FF2B5EF4-FFF2-40B4-BE49-F238E27FC236}">
                <a16:creationId xmlns:a16="http://schemas.microsoft.com/office/drawing/2014/main" id="{1821D373-1B82-2F8D-9ED0-0E626E690822}"/>
              </a:ext>
            </a:extLst>
          </p:cNvPr>
          <p:cNvCxnSpPr>
            <a:cxnSpLocks/>
          </p:cNvCxnSpPr>
          <p:nvPr/>
        </p:nvCxnSpPr>
        <p:spPr>
          <a:xfrm>
            <a:off x="2357471" y="1249784"/>
            <a:ext cx="192745" cy="4279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6" name="Ink 15">
                <a:extLst>
                  <a:ext uri="{FF2B5EF4-FFF2-40B4-BE49-F238E27FC236}">
                    <a16:creationId xmlns:a16="http://schemas.microsoft.com/office/drawing/2014/main" id="{06029A37-5B35-3BF9-85EB-6910FD42C771}"/>
                  </a:ext>
                </a:extLst>
              </p14:cNvPr>
              <p14:cNvContentPartPr/>
              <p14:nvPr/>
            </p14:nvContentPartPr>
            <p14:xfrm>
              <a:off x="237602" y="1460201"/>
              <a:ext cx="2348280" cy="476640"/>
            </p14:xfrm>
          </p:contentPart>
        </mc:Choice>
        <mc:Fallback xmlns="">
          <p:pic>
            <p:nvPicPr>
              <p:cNvPr id="16" name="Ink 15">
                <a:extLst>
                  <a:ext uri="{FF2B5EF4-FFF2-40B4-BE49-F238E27FC236}">
                    <a16:creationId xmlns:a16="http://schemas.microsoft.com/office/drawing/2014/main" id="{06029A37-5B35-3BF9-85EB-6910FD42C771}"/>
                  </a:ext>
                </a:extLst>
              </p:cNvPr>
              <p:cNvPicPr/>
              <p:nvPr/>
            </p:nvPicPr>
            <p:blipFill>
              <a:blip r:embed="rId3"/>
              <a:stretch>
                <a:fillRect/>
              </a:stretch>
            </p:blipFill>
            <p:spPr>
              <a:xfrm>
                <a:off x="231482" y="1454081"/>
                <a:ext cx="2360520" cy="488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47048EA0-3576-2581-C2A6-81F5213B7C92}"/>
                  </a:ext>
                </a:extLst>
              </p14:cNvPr>
              <p14:cNvContentPartPr/>
              <p14:nvPr/>
            </p14:nvContentPartPr>
            <p14:xfrm>
              <a:off x="2770365" y="1798961"/>
              <a:ext cx="360" cy="360"/>
            </p14:xfrm>
          </p:contentPart>
        </mc:Choice>
        <mc:Fallback xmlns="">
          <p:pic>
            <p:nvPicPr>
              <p:cNvPr id="17" name="Ink 16">
                <a:extLst>
                  <a:ext uri="{FF2B5EF4-FFF2-40B4-BE49-F238E27FC236}">
                    <a16:creationId xmlns:a16="http://schemas.microsoft.com/office/drawing/2014/main" id="{47048EA0-3576-2581-C2A6-81F5213B7C92}"/>
                  </a:ext>
                </a:extLst>
              </p:cNvPr>
              <p:cNvPicPr/>
              <p:nvPr/>
            </p:nvPicPr>
            <p:blipFill>
              <a:blip r:embed="rId5"/>
              <a:stretch>
                <a:fillRect/>
              </a:stretch>
            </p:blipFill>
            <p:spPr>
              <a:xfrm>
                <a:off x="2764245" y="1792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B29E540F-1BFA-D8BC-54D5-26E589964C98}"/>
                  </a:ext>
                </a:extLst>
              </p14:cNvPr>
              <p14:cNvContentPartPr/>
              <p14:nvPr/>
            </p14:nvContentPartPr>
            <p14:xfrm>
              <a:off x="2907525" y="1798961"/>
              <a:ext cx="360" cy="360"/>
            </p14:xfrm>
          </p:contentPart>
        </mc:Choice>
        <mc:Fallback xmlns="">
          <p:pic>
            <p:nvPicPr>
              <p:cNvPr id="19" name="Ink 18">
                <a:extLst>
                  <a:ext uri="{FF2B5EF4-FFF2-40B4-BE49-F238E27FC236}">
                    <a16:creationId xmlns:a16="http://schemas.microsoft.com/office/drawing/2014/main" id="{B29E540F-1BFA-D8BC-54D5-26E589964C98}"/>
                  </a:ext>
                </a:extLst>
              </p:cNvPr>
              <p:cNvPicPr/>
              <p:nvPr/>
            </p:nvPicPr>
            <p:blipFill>
              <a:blip r:embed="rId5"/>
              <a:stretch>
                <a:fillRect/>
              </a:stretch>
            </p:blipFill>
            <p:spPr>
              <a:xfrm>
                <a:off x="2901405" y="1792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AE77C6C8-1E8F-74BD-080D-81DE30D47526}"/>
                  </a:ext>
                </a:extLst>
              </p14:cNvPr>
              <p14:cNvContentPartPr/>
              <p14:nvPr/>
            </p14:nvContentPartPr>
            <p14:xfrm>
              <a:off x="3044685" y="1781321"/>
              <a:ext cx="360" cy="360"/>
            </p14:xfrm>
          </p:contentPart>
        </mc:Choice>
        <mc:Fallback xmlns="">
          <p:pic>
            <p:nvPicPr>
              <p:cNvPr id="21" name="Ink 20">
                <a:extLst>
                  <a:ext uri="{FF2B5EF4-FFF2-40B4-BE49-F238E27FC236}">
                    <a16:creationId xmlns:a16="http://schemas.microsoft.com/office/drawing/2014/main" id="{AE77C6C8-1E8F-74BD-080D-81DE30D47526}"/>
                  </a:ext>
                </a:extLst>
              </p:cNvPr>
              <p:cNvPicPr/>
              <p:nvPr/>
            </p:nvPicPr>
            <p:blipFill>
              <a:blip r:embed="rId5"/>
              <a:stretch>
                <a:fillRect/>
              </a:stretch>
            </p:blipFill>
            <p:spPr>
              <a:xfrm>
                <a:off x="3038565" y="17752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7660B19F-65A8-8A50-90EF-C2A0E45D5C5C}"/>
                  </a:ext>
                </a:extLst>
              </p14:cNvPr>
              <p14:cNvContentPartPr/>
              <p14:nvPr/>
            </p14:nvContentPartPr>
            <p14:xfrm>
              <a:off x="2733645" y="1753601"/>
              <a:ext cx="360" cy="360"/>
            </p14:xfrm>
          </p:contentPart>
        </mc:Choice>
        <mc:Fallback xmlns="">
          <p:pic>
            <p:nvPicPr>
              <p:cNvPr id="23" name="Ink 22">
                <a:extLst>
                  <a:ext uri="{FF2B5EF4-FFF2-40B4-BE49-F238E27FC236}">
                    <a16:creationId xmlns:a16="http://schemas.microsoft.com/office/drawing/2014/main" id="{7660B19F-65A8-8A50-90EF-C2A0E45D5C5C}"/>
                  </a:ext>
                </a:extLst>
              </p:cNvPr>
              <p:cNvPicPr/>
              <p:nvPr/>
            </p:nvPicPr>
            <p:blipFill>
              <a:blip r:embed="rId5"/>
              <a:stretch>
                <a:fillRect/>
              </a:stretch>
            </p:blipFill>
            <p:spPr>
              <a:xfrm>
                <a:off x="272752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5" name="Ink 24">
                <a:extLst>
                  <a:ext uri="{FF2B5EF4-FFF2-40B4-BE49-F238E27FC236}">
                    <a16:creationId xmlns:a16="http://schemas.microsoft.com/office/drawing/2014/main" id="{A26B2F5C-56B6-F88C-AA2E-243C042EF810}"/>
                  </a:ext>
                </a:extLst>
              </p14:cNvPr>
              <p14:cNvContentPartPr/>
              <p14:nvPr/>
            </p14:nvContentPartPr>
            <p14:xfrm>
              <a:off x="3063045" y="1643801"/>
              <a:ext cx="360" cy="360"/>
            </p14:xfrm>
          </p:contentPart>
        </mc:Choice>
        <mc:Fallback xmlns="">
          <p:pic>
            <p:nvPicPr>
              <p:cNvPr id="25" name="Ink 24">
                <a:extLst>
                  <a:ext uri="{FF2B5EF4-FFF2-40B4-BE49-F238E27FC236}">
                    <a16:creationId xmlns:a16="http://schemas.microsoft.com/office/drawing/2014/main" id="{A26B2F5C-56B6-F88C-AA2E-243C042EF810}"/>
                  </a:ext>
                </a:extLst>
              </p:cNvPr>
              <p:cNvPicPr/>
              <p:nvPr/>
            </p:nvPicPr>
            <p:blipFill>
              <a:blip r:embed="rId5"/>
              <a:stretch>
                <a:fillRect/>
              </a:stretch>
            </p:blipFill>
            <p:spPr>
              <a:xfrm>
                <a:off x="3056925" y="1637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6" name="Ink 25">
                <a:extLst>
                  <a:ext uri="{FF2B5EF4-FFF2-40B4-BE49-F238E27FC236}">
                    <a16:creationId xmlns:a16="http://schemas.microsoft.com/office/drawing/2014/main" id="{60826380-0EF6-03BA-E42E-E75F7927B0E8}"/>
                  </a:ext>
                </a:extLst>
              </p14:cNvPr>
              <p14:cNvContentPartPr/>
              <p14:nvPr/>
            </p14:nvContentPartPr>
            <p14:xfrm>
              <a:off x="3272925" y="1561721"/>
              <a:ext cx="360" cy="360"/>
            </p14:xfrm>
          </p:contentPart>
        </mc:Choice>
        <mc:Fallback xmlns="">
          <p:pic>
            <p:nvPicPr>
              <p:cNvPr id="26" name="Ink 25">
                <a:extLst>
                  <a:ext uri="{FF2B5EF4-FFF2-40B4-BE49-F238E27FC236}">
                    <a16:creationId xmlns:a16="http://schemas.microsoft.com/office/drawing/2014/main" id="{60826380-0EF6-03BA-E42E-E75F7927B0E8}"/>
                  </a:ext>
                </a:extLst>
              </p:cNvPr>
              <p:cNvPicPr/>
              <p:nvPr/>
            </p:nvPicPr>
            <p:blipFill>
              <a:blip r:embed="rId5"/>
              <a:stretch>
                <a:fillRect/>
              </a:stretch>
            </p:blipFill>
            <p:spPr>
              <a:xfrm>
                <a:off x="3266805" y="1555601"/>
                <a:ext cx="12600" cy="12600"/>
              </a:xfrm>
              <a:prstGeom prst="rect">
                <a:avLst/>
              </a:prstGeom>
            </p:spPr>
          </p:pic>
        </mc:Fallback>
      </mc:AlternateContent>
      <p:grpSp>
        <p:nvGrpSpPr>
          <p:cNvPr id="29" name="Group 28">
            <a:extLst>
              <a:ext uri="{FF2B5EF4-FFF2-40B4-BE49-F238E27FC236}">
                <a16:creationId xmlns:a16="http://schemas.microsoft.com/office/drawing/2014/main" id="{61798998-DE96-5811-303B-0B6725AC4D1C}"/>
              </a:ext>
            </a:extLst>
          </p:cNvPr>
          <p:cNvGrpSpPr/>
          <p:nvPr/>
        </p:nvGrpSpPr>
        <p:grpSpPr>
          <a:xfrm>
            <a:off x="2678565" y="1689521"/>
            <a:ext cx="201600" cy="9360"/>
            <a:chOff x="3117744" y="5147856"/>
            <a:chExt cx="201600" cy="9360"/>
          </a:xfrm>
        </p:grpSpPr>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2B6D9AF5-35E7-2AE7-4A4B-18B4867A71BC}"/>
                    </a:ext>
                  </a:extLst>
                </p14:cNvPr>
                <p14:cNvContentPartPr/>
                <p14:nvPr/>
              </p14:nvContentPartPr>
              <p14:xfrm>
                <a:off x="3318984" y="5156856"/>
                <a:ext cx="360" cy="360"/>
              </p14:xfrm>
            </p:contentPart>
          </mc:Choice>
          <mc:Fallback xmlns="">
            <p:pic>
              <p:nvPicPr>
                <p:cNvPr id="24" name="Ink 23">
                  <a:extLst>
                    <a:ext uri="{FF2B5EF4-FFF2-40B4-BE49-F238E27FC236}">
                      <a16:creationId xmlns:a16="http://schemas.microsoft.com/office/drawing/2014/main" id="{2B6D9AF5-35E7-2AE7-4A4B-18B4867A71BC}"/>
                    </a:ext>
                  </a:extLst>
                </p:cNvPr>
                <p:cNvPicPr/>
                <p:nvPr/>
              </p:nvPicPr>
              <p:blipFill>
                <a:blip r:embed="rId5"/>
                <a:stretch>
                  <a:fillRect/>
                </a:stretch>
              </p:blipFill>
              <p:spPr>
                <a:xfrm>
                  <a:off x="3312864" y="51507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8" name="Ink 27">
                  <a:extLst>
                    <a:ext uri="{FF2B5EF4-FFF2-40B4-BE49-F238E27FC236}">
                      <a16:creationId xmlns:a16="http://schemas.microsoft.com/office/drawing/2014/main" id="{0254DF20-4B2A-58E3-77E5-BB7B67185D6E}"/>
                    </a:ext>
                  </a:extLst>
                </p14:cNvPr>
                <p14:cNvContentPartPr/>
                <p14:nvPr/>
              </p14:nvContentPartPr>
              <p14:xfrm>
                <a:off x="3117744" y="5147856"/>
                <a:ext cx="1800" cy="360"/>
              </p14:xfrm>
            </p:contentPart>
          </mc:Choice>
          <mc:Fallback xmlns="">
            <p:pic>
              <p:nvPicPr>
                <p:cNvPr id="28" name="Ink 27">
                  <a:extLst>
                    <a:ext uri="{FF2B5EF4-FFF2-40B4-BE49-F238E27FC236}">
                      <a16:creationId xmlns:a16="http://schemas.microsoft.com/office/drawing/2014/main" id="{0254DF20-4B2A-58E3-77E5-BB7B67185D6E}"/>
                    </a:ext>
                  </a:extLst>
                </p:cNvPr>
                <p:cNvPicPr/>
                <p:nvPr/>
              </p:nvPicPr>
              <p:blipFill>
                <a:blip r:embed="rId5"/>
                <a:stretch>
                  <a:fillRect/>
                </a:stretch>
              </p:blipFill>
              <p:spPr>
                <a:xfrm>
                  <a:off x="3111624" y="5141736"/>
                  <a:ext cx="1404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30" name="Ink 29">
                <a:extLst>
                  <a:ext uri="{FF2B5EF4-FFF2-40B4-BE49-F238E27FC236}">
                    <a16:creationId xmlns:a16="http://schemas.microsoft.com/office/drawing/2014/main" id="{E6CBBD0A-A633-1FE6-D33C-C1E40B00F1C8}"/>
                  </a:ext>
                </a:extLst>
              </p14:cNvPr>
              <p14:cNvContentPartPr/>
              <p14:nvPr/>
            </p14:nvContentPartPr>
            <p14:xfrm>
              <a:off x="2797365" y="1552361"/>
              <a:ext cx="360" cy="360"/>
            </p14:xfrm>
          </p:contentPart>
        </mc:Choice>
        <mc:Fallback xmlns="">
          <p:pic>
            <p:nvPicPr>
              <p:cNvPr id="30" name="Ink 29">
                <a:extLst>
                  <a:ext uri="{FF2B5EF4-FFF2-40B4-BE49-F238E27FC236}">
                    <a16:creationId xmlns:a16="http://schemas.microsoft.com/office/drawing/2014/main" id="{E6CBBD0A-A633-1FE6-D33C-C1E40B00F1C8}"/>
                  </a:ext>
                </a:extLst>
              </p:cNvPr>
              <p:cNvPicPr/>
              <p:nvPr/>
            </p:nvPicPr>
            <p:blipFill>
              <a:blip r:embed="rId5"/>
              <a:stretch>
                <a:fillRect/>
              </a:stretch>
            </p:blipFill>
            <p:spPr>
              <a:xfrm>
                <a:off x="2791245" y="15462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Ink 30">
                <a:extLst>
                  <a:ext uri="{FF2B5EF4-FFF2-40B4-BE49-F238E27FC236}">
                    <a16:creationId xmlns:a16="http://schemas.microsoft.com/office/drawing/2014/main" id="{08852E75-B137-ABC2-C640-F6236FA2AD32}"/>
                  </a:ext>
                </a:extLst>
              </p14:cNvPr>
              <p14:cNvContentPartPr/>
              <p14:nvPr/>
            </p14:nvContentPartPr>
            <p14:xfrm>
              <a:off x="2962245" y="1488281"/>
              <a:ext cx="360" cy="360"/>
            </p14:xfrm>
          </p:contentPart>
        </mc:Choice>
        <mc:Fallback xmlns="">
          <p:pic>
            <p:nvPicPr>
              <p:cNvPr id="31" name="Ink 30">
                <a:extLst>
                  <a:ext uri="{FF2B5EF4-FFF2-40B4-BE49-F238E27FC236}">
                    <a16:creationId xmlns:a16="http://schemas.microsoft.com/office/drawing/2014/main" id="{08852E75-B137-ABC2-C640-F6236FA2AD32}"/>
                  </a:ext>
                </a:extLst>
              </p:cNvPr>
              <p:cNvPicPr/>
              <p:nvPr/>
            </p:nvPicPr>
            <p:blipFill>
              <a:blip r:embed="rId5"/>
              <a:stretch>
                <a:fillRect/>
              </a:stretch>
            </p:blipFill>
            <p:spPr>
              <a:xfrm>
                <a:off x="2956125" y="1482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2" name="Ink 31">
                <a:extLst>
                  <a:ext uri="{FF2B5EF4-FFF2-40B4-BE49-F238E27FC236}">
                    <a16:creationId xmlns:a16="http://schemas.microsoft.com/office/drawing/2014/main" id="{103E818F-6C4B-E2E6-6B77-4678EF47094D}"/>
                  </a:ext>
                </a:extLst>
              </p14:cNvPr>
              <p14:cNvContentPartPr/>
              <p14:nvPr/>
            </p14:nvContentPartPr>
            <p14:xfrm>
              <a:off x="3090405" y="1360121"/>
              <a:ext cx="360" cy="360"/>
            </p14:xfrm>
          </p:contentPart>
        </mc:Choice>
        <mc:Fallback xmlns="">
          <p:pic>
            <p:nvPicPr>
              <p:cNvPr id="32" name="Ink 31">
                <a:extLst>
                  <a:ext uri="{FF2B5EF4-FFF2-40B4-BE49-F238E27FC236}">
                    <a16:creationId xmlns:a16="http://schemas.microsoft.com/office/drawing/2014/main" id="{103E818F-6C4B-E2E6-6B77-4678EF47094D}"/>
                  </a:ext>
                </a:extLst>
              </p:cNvPr>
              <p:cNvPicPr/>
              <p:nvPr/>
            </p:nvPicPr>
            <p:blipFill>
              <a:blip r:embed="rId5"/>
              <a:stretch>
                <a:fillRect/>
              </a:stretch>
            </p:blipFill>
            <p:spPr>
              <a:xfrm>
                <a:off x="3084285" y="13540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3" name="Ink 32">
                <a:extLst>
                  <a:ext uri="{FF2B5EF4-FFF2-40B4-BE49-F238E27FC236}">
                    <a16:creationId xmlns:a16="http://schemas.microsoft.com/office/drawing/2014/main" id="{59F18898-CB78-9B57-3D54-75024021F468}"/>
                  </a:ext>
                </a:extLst>
              </p14:cNvPr>
              <p14:cNvContentPartPr/>
              <p14:nvPr/>
            </p14:nvContentPartPr>
            <p14:xfrm>
              <a:off x="3328005" y="1195601"/>
              <a:ext cx="360" cy="360"/>
            </p14:xfrm>
          </p:contentPart>
        </mc:Choice>
        <mc:Fallback xmlns="">
          <p:pic>
            <p:nvPicPr>
              <p:cNvPr id="33" name="Ink 32">
                <a:extLst>
                  <a:ext uri="{FF2B5EF4-FFF2-40B4-BE49-F238E27FC236}">
                    <a16:creationId xmlns:a16="http://schemas.microsoft.com/office/drawing/2014/main" id="{59F18898-CB78-9B57-3D54-75024021F468}"/>
                  </a:ext>
                </a:extLst>
              </p:cNvPr>
              <p:cNvPicPr/>
              <p:nvPr/>
            </p:nvPicPr>
            <p:blipFill>
              <a:blip r:embed="rId5"/>
              <a:stretch>
                <a:fillRect/>
              </a:stretch>
            </p:blipFill>
            <p:spPr>
              <a:xfrm>
                <a:off x="3321885" y="1189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4" name="Ink 33">
                <a:extLst>
                  <a:ext uri="{FF2B5EF4-FFF2-40B4-BE49-F238E27FC236}">
                    <a16:creationId xmlns:a16="http://schemas.microsoft.com/office/drawing/2014/main" id="{1E98B1AF-AB3C-7E98-0DF0-22B24FE2170A}"/>
                  </a:ext>
                </a:extLst>
              </p14:cNvPr>
              <p14:cNvContentPartPr/>
              <p14:nvPr/>
            </p14:nvContentPartPr>
            <p14:xfrm>
              <a:off x="3410445" y="1113521"/>
              <a:ext cx="360" cy="360"/>
            </p14:xfrm>
          </p:contentPart>
        </mc:Choice>
        <mc:Fallback xmlns="">
          <p:pic>
            <p:nvPicPr>
              <p:cNvPr id="34" name="Ink 33">
                <a:extLst>
                  <a:ext uri="{FF2B5EF4-FFF2-40B4-BE49-F238E27FC236}">
                    <a16:creationId xmlns:a16="http://schemas.microsoft.com/office/drawing/2014/main" id="{1E98B1AF-AB3C-7E98-0DF0-22B24FE2170A}"/>
                  </a:ext>
                </a:extLst>
              </p:cNvPr>
              <p:cNvPicPr/>
              <p:nvPr/>
            </p:nvPicPr>
            <p:blipFill>
              <a:blip r:embed="rId5"/>
              <a:stretch>
                <a:fillRect/>
              </a:stretch>
            </p:blipFill>
            <p:spPr>
              <a:xfrm>
                <a:off x="3404325" y="1107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5" name="Ink 34">
                <a:extLst>
                  <a:ext uri="{FF2B5EF4-FFF2-40B4-BE49-F238E27FC236}">
                    <a16:creationId xmlns:a16="http://schemas.microsoft.com/office/drawing/2014/main" id="{B87A7DA5-9B17-31D3-95B1-379F4E4E03F7}"/>
                  </a:ext>
                </a:extLst>
              </p14:cNvPr>
              <p14:cNvContentPartPr/>
              <p14:nvPr/>
            </p14:nvContentPartPr>
            <p14:xfrm>
              <a:off x="3419445" y="1515641"/>
              <a:ext cx="360" cy="360"/>
            </p14:xfrm>
          </p:contentPart>
        </mc:Choice>
        <mc:Fallback xmlns="">
          <p:pic>
            <p:nvPicPr>
              <p:cNvPr id="35" name="Ink 34">
                <a:extLst>
                  <a:ext uri="{FF2B5EF4-FFF2-40B4-BE49-F238E27FC236}">
                    <a16:creationId xmlns:a16="http://schemas.microsoft.com/office/drawing/2014/main" id="{B87A7DA5-9B17-31D3-95B1-379F4E4E03F7}"/>
                  </a:ext>
                </a:extLst>
              </p:cNvPr>
              <p:cNvPicPr/>
              <p:nvPr/>
            </p:nvPicPr>
            <p:blipFill>
              <a:blip r:embed="rId5"/>
              <a:stretch>
                <a:fillRect/>
              </a:stretch>
            </p:blipFill>
            <p:spPr>
              <a:xfrm>
                <a:off x="3413325" y="1509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6" name="Ink 35">
                <a:extLst>
                  <a:ext uri="{FF2B5EF4-FFF2-40B4-BE49-F238E27FC236}">
                    <a16:creationId xmlns:a16="http://schemas.microsoft.com/office/drawing/2014/main" id="{07BC9007-2B9F-4616-D2AC-6BFE9954746D}"/>
                  </a:ext>
                </a:extLst>
              </p14:cNvPr>
              <p14:cNvContentPartPr/>
              <p14:nvPr/>
            </p14:nvContentPartPr>
            <p14:xfrm>
              <a:off x="3666405" y="1406201"/>
              <a:ext cx="360" cy="360"/>
            </p14:xfrm>
          </p:contentPart>
        </mc:Choice>
        <mc:Fallback xmlns="">
          <p:pic>
            <p:nvPicPr>
              <p:cNvPr id="36" name="Ink 35">
                <a:extLst>
                  <a:ext uri="{FF2B5EF4-FFF2-40B4-BE49-F238E27FC236}">
                    <a16:creationId xmlns:a16="http://schemas.microsoft.com/office/drawing/2014/main" id="{07BC9007-2B9F-4616-D2AC-6BFE9954746D}"/>
                  </a:ext>
                </a:extLst>
              </p:cNvPr>
              <p:cNvPicPr/>
              <p:nvPr/>
            </p:nvPicPr>
            <p:blipFill>
              <a:blip r:embed="rId5"/>
              <a:stretch>
                <a:fillRect/>
              </a:stretch>
            </p:blipFill>
            <p:spPr>
              <a:xfrm>
                <a:off x="3660285" y="14000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7" name="Ink 36">
                <a:extLst>
                  <a:ext uri="{FF2B5EF4-FFF2-40B4-BE49-F238E27FC236}">
                    <a16:creationId xmlns:a16="http://schemas.microsoft.com/office/drawing/2014/main" id="{1F06C3FF-7CF2-6D9C-EC07-82E327FAFFCF}"/>
                  </a:ext>
                </a:extLst>
              </p14:cNvPr>
              <p14:cNvContentPartPr/>
              <p14:nvPr/>
            </p14:nvContentPartPr>
            <p14:xfrm>
              <a:off x="3190845" y="1771961"/>
              <a:ext cx="360" cy="360"/>
            </p14:xfrm>
          </p:contentPart>
        </mc:Choice>
        <mc:Fallback xmlns="">
          <p:pic>
            <p:nvPicPr>
              <p:cNvPr id="37" name="Ink 36">
                <a:extLst>
                  <a:ext uri="{FF2B5EF4-FFF2-40B4-BE49-F238E27FC236}">
                    <a16:creationId xmlns:a16="http://schemas.microsoft.com/office/drawing/2014/main" id="{1F06C3FF-7CF2-6D9C-EC07-82E327FAFFCF}"/>
                  </a:ext>
                </a:extLst>
              </p:cNvPr>
              <p:cNvPicPr/>
              <p:nvPr/>
            </p:nvPicPr>
            <p:blipFill>
              <a:blip r:embed="rId5"/>
              <a:stretch>
                <a:fillRect/>
              </a:stretch>
            </p:blipFill>
            <p:spPr>
              <a:xfrm>
                <a:off x="3184725" y="1765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8" name="Ink 37">
                <a:extLst>
                  <a:ext uri="{FF2B5EF4-FFF2-40B4-BE49-F238E27FC236}">
                    <a16:creationId xmlns:a16="http://schemas.microsoft.com/office/drawing/2014/main" id="{9221FCF5-BBFD-7F02-B757-8A369696BAF9}"/>
                  </a:ext>
                </a:extLst>
              </p14:cNvPr>
              <p14:cNvContentPartPr/>
              <p14:nvPr/>
            </p14:nvContentPartPr>
            <p14:xfrm>
              <a:off x="3437445" y="1753601"/>
              <a:ext cx="360" cy="360"/>
            </p14:xfrm>
          </p:contentPart>
        </mc:Choice>
        <mc:Fallback xmlns="">
          <p:pic>
            <p:nvPicPr>
              <p:cNvPr id="38" name="Ink 37">
                <a:extLst>
                  <a:ext uri="{FF2B5EF4-FFF2-40B4-BE49-F238E27FC236}">
                    <a16:creationId xmlns:a16="http://schemas.microsoft.com/office/drawing/2014/main" id="{9221FCF5-BBFD-7F02-B757-8A369696BAF9}"/>
                  </a:ext>
                </a:extLst>
              </p:cNvPr>
              <p:cNvPicPr/>
              <p:nvPr/>
            </p:nvPicPr>
            <p:blipFill>
              <a:blip r:embed="rId5"/>
              <a:stretch>
                <a:fillRect/>
              </a:stretch>
            </p:blipFill>
            <p:spPr>
              <a:xfrm>
                <a:off x="343132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9" name="Ink 38">
                <a:extLst>
                  <a:ext uri="{FF2B5EF4-FFF2-40B4-BE49-F238E27FC236}">
                    <a16:creationId xmlns:a16="http://schemas.microsoft.com/office/drawing/2014/main" id="{D5AF49D1-C682-F10A-9F3F-E8C103AAD9EE}"/>
                  </a:ext>
                </a:extLst>
              </p14:cNvPr>
              <p14:cNvContentPartPr/>
              <p14:nvPr/>
            </p14:nvContentPartPr>
            <p14:xfrm>
              <a:off x="3629685" y="1716881"/>
              <a:ext cx="360" cy="360"/>
            </p14:xfrm>
          </p:contentPart>
        </mc:Choice>
        <mc:Fallback xmlns="">
          <p:pic>
            <p:nvPicPr>
              <p:cNvPr id="39" name="Ink 38">
                <a:extLst>
                  <a:ext uri="{FF2B5EF4-FFF2-40B4-BE49-F238E27FC236}">
                    <a16:creationId xmlns:a16="http://schemas.microsoft.com/office/drawing/2014/main" id="{D5AF49D1-C682-F10A-9F3F-E8C103AAD9EE}"/>
                  </a:ext>
                </a:extLst>
              </p:cNvPr>
              <p:cNvPicPr/>
              <p:nvPr/>
            </p:nvPicPr>
            <p:blipFill>
              <a:blip r:embed="rId5"/>
              <a:stretch>
                <a:fillRect/>
              </a:stretch>
            </p:blipFill>
            <p:spPr>
              <a:xfrm>
                <a:off x="3623565" y="1710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0" name="Ink 39">
                <a:extLst>
                  <a:ext uri="{FF2B5EF4-FFF2-40B4-BE49-F238E27FC236}">
                    <a16:creationId xmlns:a16="http://schemas.microsoft.com/office/drawing/2014/main" id="{3832C98B-B11F-5925-AAE2-4216A9366C92}"/>
                  </a:ext>
                </a:extLst>
              </p14:cNvPr>
              <p14:cNvContentPartPr/>
              <p14:nvPr/>
            </p14:nvContentPartPr>
            <p14:xfrm>
              <a:off x="3885645" y="1625801"/>
              <a:ext cx="360" cy="360"/>
            </p14:xfrm>
          </p:contentPart>
        </mc:Choice>
        <mc:Fallback xmlns="">
          <p:pic>
            <p:nvPicPr>
              <p:cNvPr id="40" name="Ink 39">
                <a:extLst>
                  <a:ext uri="{FF2B5EF4-FFF2-40B4-BE49-F238E27FC236}">
                    <a16:creationId xmlns:a16="http://schemas.microsoft.com/office/drawing/2014/main" id="{3832C98B-B11F-5925-AAE2-4216A9366C92}"/>
                  </a:ext>
                </a:extLst>
              </p:cNvPr>
              <p:cNvPicPr/>
              <p:nvPr/>
            </p:nvPicPr>
            <p:blipFill>
              <a:blip r:embed="rId5"/>
              <a:stretch>
                <a:fillRect/>
              </a:stretch>
            </p:blipFill>
            <p:spPr>
              <a:xfrm>
                <a:off x="3879525" y="1619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1" name="Ink 40">
                <a:extLst>
                  <a:ext uri="{FF2B5EF4-FFF2-40B4-BE49-F238E27FC236}">
                    <a16:creationId xmlns:a16="http://schemas.microsoft.com/office/drawing/2014/main" id="{F47BB909-E22E-FF5C-EC65-DF08E61D97DB}"/>
                  </a:ext>
                </a:extLst>
              </p14:cNvPr>
              <p14:cNvContentPartPr/>
              <p14:nvPr/>
            </p14:nvContentPartPr>
            <p14:xfrm>
              <a:off x="4050165" y="1552361"/>
              <a:ext cx="360" cy="360"/>
            </p14:xfrm>
          </p:contentPart>
        </mc:Choice>
        <mc:Fallback xmlns="">
          <p:pic>
            <p:nvPicPr>
              <p:cNvPr id="41" name="Ink 40">
                <a:extLst>
                  <a:ext uri="{FF2B5EF4-FFF2-40B4-BE49-F238E27FC236}">
                    <a16:creationId xmlns:a16="http://schemas.microsoft.com/office/drawing/2014/main" id="{F47BB909-E22E-FF5C-EC65-DF08E61D97DB}"/>
                  </a:ext>
                </a:extLst>
              </p:cNvPr>
              <p:cNvPicPr/>
              <p:nvPr/>
            </p:nvPicPr>
            <p:blipFill>
              <a:blip r:embed="rId5"/>
              <a:stretch>
                <a:fillRect/>
              </a:stretch>
            </p:blipFill>
            <p:spPr>
              <a:xfrm>
                <a:off x="4044045" y="1546241"/>
                <a:ext cx="12600" cy="12600"/>
              </a:xfrm>
              <a:prstGeom prst="rect">
                <a:avLst/>
              </a:prstGeom>
            </p:spPr>
          </p:pic>
        </mc:Fallback>
      </mc:AlternateContent>
      <p:cxnSp>
        <p:nvCxnSpPr>
          <p:cNvPr id="43" name="Straight Connector 42">
            <a:extLst>
              <a:ext uri="{FF2B5EF4-FFF2-40B4-BE49-F238E27FC236}">
                <a16:creationId xmlns:a16="http://schemas.microsoft.com/office/drawing/2014/main" id="{06C4F4F6-8536-6885-2371-03F9538B77ED}"/>
              </a:ext>
            </a:extLst>
          </p:cNvPr>
          <p:cNvCxnSpPr>
            <a:cxnSpLocks/>
          </p:cNvCxnSpPr>
          <p:nvPr/>
        </p:nvCxnSpPr>
        <p:spPr>
          <a:xfrm>
            <a:off x="4297413" y="848489"/>
            <a:ext cx="15719" cy="2128537"/>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06ED7F7A-8BCC-5C92-76DE-A3683D6D983A}"/>
              </a:ext>
            </a:extLst>
          </p:cNvPr>
          <p:cNvCxnSpPr>
            <a:cxnSpLocks/>
          </p:cNvCxnSpPr>
          <p:nvPr/>
        </p:nvCxnSpPr>
        <p:spPr>
          <a:xfrm flipH="1" flipV="1">
            <a:off x="4313132" y="2626741"/>
            <a:ext cx="246888"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A9142941-2567-B1BF-094D-F78512A072ED}"/>
              </a:ext>
            </a:extLst>
          </p:cNvPr>
          <p:cNvSpPr txBox="1"/>
          <p:nvPr/>
        </p:nvSpPr>
        <p:spPr>
          <a:xfrm>
            <a:off x="3996304" y="2771457"/>
            <a:ext cx="863398" cy="261610"/>
          </a:xfrm>
          <a:prstGeom prst="rect">
            <a:avLst/>
          </a:prstGeom>
          <a:noFill/>
        </p:spPr>
        <p:txBody>
          <a:bodyPr wrap="square" rtlCol="0">
            <a:spAutoFit/>
          </a:bodyPr>
          <a:lstStyle/>
          <a:p>
            <a:r>
              <a:rPr lang="en-US" sz="1100" b="1" dirty="0"/>
              <a:t>1/15/2027</a:t>
            </a:r>
          </a:p>
        </p:txBody>
      </p:sp>
      <p:sp>
        <p:nvSpPr>
          <p:cNvPr id="50" name="TextBox 49">
            <a:extLst>
              <a:ext uri="{FF2B5EF4-FFF2-40B4-BE49-F238E27FC236}">
                <a16:creationId xmlns:a16="http://schemas.microsoft.com/office/drawing/2014/main" id="{75F2E0A7-E171-EEA7-FC03-AF95E27066E6}"/>
              </a:ext>
            </a:extLst>
          </p:cNvPr>
          <p:cNvSpPr txBox="1"/>
          <p:nvPr/>
        </p:nvSpPr>
        <p:spPr>
          <a:xfrm>
            <a:off x="2516235" y="2666260"/>
            <a:ext cx="863398" cy="261610"/>
          </a:xfrm>
          <a:prstGeom prst="rect">
            <a:avLst/>
          </a:prstGeom>
          <a:noFill/>
        </p:spPr>
        <p:txBody>
          <a:bodyPr wrap="square" rtlCol="0">
            <a:spAutoFit/>
          </a:bodyPr>
          <a:lstStyle/>
          <a:p>
            <a:r>
              <a:rPr lang="en-US" sz="1100" b="1" dirty="0"/>
              <a:t>12/5/2025</a:t>
            </a:r>
          </a:p>
        </p:txBody>
      </p:sp>
      <p:cxnSp>
        <p:nvCxnSpPr>
          <p:cNvPr id="51" name="Straight Arrow Connector 50">
            <a:extLst>
              <a:ext uri="{FF2B5EF4-FFF2-40B4-BE49-F238E27FC236}">
                <a16:creationId xmlns:a16="http://schemas.microsoft.com/office/drawing/2014/main" id="{9DDE1823-A0D9-386E-383B-E3CC1AE3F000}"/>
              </a:ext>
            </a:extLst>
          </p:cNvPr>
          <p:cNvCxnSpPr>
            <a:cxnSpLocks/>
          </p:cNvCxnSpPr>
          <p:nvPr/>
        </p:nvCxnSpPr>
        <p:spPr>
          <a:xfrm flipH="1" flipV="1">
            <a:off x="2585882" y="2507066"/>
            <a:ext cx="246888"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5">
            <p14:nvContentPartPr>
              <p14:cNvPr id="52" name="Ink 51">
                <a:extLst>
                  <a:ext uri="{FF2B5EF4-FFF2-40B4-BE49-F238E27FC236}">
                    <a16:creationId xmlns:a16="http://schemas.microsoft.com/office/drawing/2014/main" id="{794C8874-4859-670F-AF4B-6E6DB79312D0}"/>
                  </a:ext>
                </a:extLst>
              </p14:cNvPr>
              <p14:cNvContentPartPr/>
              <p14:nvPr/>
            </p14:nvContentPartPr>
            <p14:xfrm>
              <a:off x="3785205" y="1680521"/>
              <a:ext cx="360" cy="360"/>
            </p14:xfrm>
          </p:contentPart>
        </mc:Choice>
        <mc:Fallback xmlns="">
          <p:pic>
            <p:nvPicPr>
              <p:cNvPr id="52" name="Ink 51">
                <a:extLst>
                  <a:ext uri="{FF2B5EF4-FFF2-40B4-BE49-F238E27FC236}">
                    <a16:creationId xmlns:a16="http://schemas.microsoft.com/office/drawing/2014/main" id="{794C8874-4859-670F-AF4B-6E6DB79312D0}"/>
                  </a:ext>
                </a:extLst>
              </p:cNvPr>
              <p:cNvPicPr/>
              <p:nvPr/>
            </p:nvPicPr>
            <p:blipFill>
              <a:blip r:embed="rId5"/>
              <a:stretch>
                <a:fillRect/>
              </a:stretch>
            </p:blipFill>
            <p:spPr>
              <a:xfrm>
                <a:off x="3779085" y="1674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3" name="Ink 52">
                <a:extLst>
                  <a:ext uri="{FF2B5EF4-FFF2-40B4-BE49-F238E27FC236}">
                    <a16:creationId xmlns:a16="http://schemas.microsoft.com/office/drawing/2014/main" id="{FFBA50FD-2DC4-2AC2-9D59-B7D07A0E3CD7}"/>
                  </a:ext>
                </a:extLst>
              </p14:cNvPr>
              <p14:cNvContentPartPr/>
              <p14:nvPr/>
            </p14:nvContentPartPr>
            <p14:xfrm>
              <a:off x="4123605" y="1515641"/>
              <a:ext cx="360" cy="360"/>
            </p14:xfrm>
          </p:contentPart>
        </mc:Choice>
        <mc:Fallback xmlns="">
          <p:pic>
            <p:nvPicPr>
              <p:cNvPr id="53" name="Ink 52">
                <a:extLst>
                  <a:ext uri="{FF2B5EF4-FFF2-40B4-BE49-F238E27FC236}">
                    <a16:creationId xmlns:a16="http://schemas.microsoft.com/office/drawing/2014/main" id="{FFBA50FD-2DC4-2AC2-9D59-B7D07A0E3CD7}"/>
                  </a:ext>
                </a:extLst>
              </p:cNvPr>
              <p:cNvPicPr/>
              <p:nvPr/>
            </p:nvPicPr>
            <p:blipFill>
              <a:blip r:embed="rId5"/>
              <a:stretch>
                <a:fillRect/>
              </a:stretch>
            </p:blipFill>
            <p:spPr>
              <a:xfrm>
                <a:off x="4117485" y="1509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4" name="Ink 53">
                <a:extLst>
                  <a:ext uri="{FF2B5EF4-FFF2-40B4-BE49-F238E27FC236}">
                    <a16:creationId xmlns:a16="http://schemas.microsoft.com/office/drawing/2014/main" id="{1D1FA186-F50A-B3E6-4FCD-91C597C013E1}"/>
                  </a:ext>
                </a:extLst>
              </p14:cNvPr>
              <p14:cNvContentPartPr/>
              <p14:nvPr/>
            </p14:nvContentPartPr>
            <p14:xfrm>
              <a:off x="4251405" y="1470281"/>
              <a:ext cx="360" cy="360"/>
            </p14:xfrm>
          </p:contentPart>
        </mc:Choice>
        <mc:Fallback xmlns="">
          <p:pic>
            <p:nvPicPr>
              <p:cNvPr id="54" name="Ink 53">
                <a:extLst>
                  <a:ext uri="{FF2B5EF4-FFF2-40B4-BE49-F238E27FC236}">
                    <a16:creationId xmlns:a16="http://schemas.microsoft.com/office/drawing/2014/main" id="{1D1FA186-F50A-B3E6-4FCD-91C597C013E1}"/>
                  </a:ext>
                </a:extLst>
              </p:cNvPr>
              <p:cNvPicPr/>
              <p:nvPr/>
            </p:nvPicPr>
            <p:blipFill>
              <a:blip r:embed="rId5"/>
              <a:stretch>
                <a:fillRect/>
              </a:stretch>
            </p:blipFill>
            <p:spPr>
              <a:xfrm>
                <a:off x="4245285" y="1464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5" name="Ink 54">
                <a:extLst>
                  <a:ext uri="{FF2B5EF4-FFF2-40B4-BE49-F238E27FC236}">
                    <a16:creationId xmlns:a16="http://schemas.microsoft.com/office/drawing/2014/main" id="{05A4E61B-14C2-4B5E-FA95-983C125E9E52}"/>
                  </a:ext>
                </a:extLst>
              </p14:cNvPr>
              <p14:cNvContentPartPr/>
              <p14:nvPr/>
            </p14:nvContentPartPr>
            <p14:xfrm>
              <a:off x="3547605" y="1479281"/>
              <a:ext cx="360" cy="360"/>
            </p14:xfrm>
          </p:contentPart>
        </mc:Choice>
        <mc:Fallback xmlns="">
          <p:pic>
            <p:nvPicPr>
              <p:cNvPr id="55" name="Ink 54">
                <a:extLst>
                  <a:ext uri="{FF2B5EF4-FFF2-40B4-BE49-F238E27FC236}">
                    <a16:creationId xmlns:a16="http://schemas.microsoft.com/office/drawing/2014/main" id="{05A4E61B-14C2-4B5E-FA95-983C125E9E52}"/>
                  </a:ext>
                </a:extLst>
              </p:cNvPr>
              <p:cNvPicPr/>
              <p:nvPr/>
            </p:nvPicPr>
            <p:blipFill>
              <a:blip r:embed="rId5"/>
              <a:stretch>
                <a:fillRect/>
              </a:stretch>
            </p:blipFill>
            <p:spPr>
              <a:xfrm>
                <a:off x="3541485" y="1473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6" name="Ink 55">
                <a:extLst>
                  <a:ext uri="{FF2B5EF4-FFF2-40B4-BE49-F238E27FC236}">
                    <a16:creationId xmlns:a16="http://schemas.microsoft.com/office/drawing/2014/main" id="{A8639C97-7F89-8F63-414C-31F7152A4BE3}"/>
                  </a:ext>
                </a:extLst>
              </p14:cNvPr>
              <p14:cNvContentPartPr/>
              <p14:nvPr/>
            </p14:nvContentPartPr>
            <p14:xfrm>
              <a:off x="3766845" y="1360121"/>
              <a:ext cx="360" cy="360"/>
            </p14:xfrm>
          </p:contentPart>
        </mc:Choice>
        <mc:Fallback xmlns="">
          <p:pic>
            <p:nvPicPr>
              <p:cNvPr id="56" name="Ink 55">
                <a:extLst>
                  <a:ext uri="{FF2B5EF4-FFF2-40B4-BE49-F238E27FC236}">
                    <a16:creationId xmlns:a16="http://schemas.microsoft.com/office/drawing/2014/main" id="{A8639C97-7F89-8F63-414C-31F7152A4BE3}"/>
                  </a:ext>
                </a:extLst>
              </p:cNvPr>
              <p:cNvPicPr/>
              <p:nvPr/>
            </p:nvPicPr>
            <p:blipFill>
              <a:blip r:embed="rId5"/>
              <a:stretch>
                <a:fillRect/>
              </a:stretch>
            </p:blipFill>
            <p:spPr>
              <a:xfrm>
                <a:off x="3760725" y="13540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7" name="Ink 56">
                <a:extLst>
                  <a:ext uri="{FF2B5EF4-FFF2-40B4-BE49-F238E27FC236}">
                    <a16:creationId xmlns:a16="http://schemas.microsoft.com/office/drawing/2014/main" id="{EBB95F4A-B068-725F-CC4D-F21C7593618D}"/>
                  </a:ext>
                </a:extLst>
              </p14:cNvPr>
              <p14:cNvContentPartPr/>
              <p14:nvPr/>
            </p14:nvContentPartPr>
            <p14:xfrm>
              <a:off x="3931365" y="1332761"/>
              <a:ext cx="360" cy="360"/>
            </p14:xfrm>
          </p:contentPart>
        </mc:Choice>
        <mc:Fallback xmlns="">
          <p:pic>
            <p:nvPicPr>
              <p:cNvPr id="57" name="Ink 56">
                <a:extLst>
                  <a:ext uri="{FF2B5EF4-FFF2-40B4-BE49-F238E27FC236}">
                    <a16:creationId xmlns:a16="http://schemas.microsoft.com/office/drawing/2014/main" id="{EBB95F4A-B068-725F-CC4D-F21C7593618D}"/>
                  </a:ext>
                </a:extLst>
              </p:cNvPr>
              <p:cNvPicPr/>
              <p:nvPr/>
            </p:nvPicPr>
            <p:blipFill>
              <a:blip r:embed="rId5"/>
              <a:stretch>
                <a:fillRect/>
              </a:stretch>
            </p:blipFill>
            <p:spPr>
              <a:xfrm>
                <a:off x="3925245" y="13266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8" name="Ink 57">
                <a:extLst>
                  <a:ext uri="{FF2B5EF4-FFF2-40B4-BE49-F238E27FC236}">
                    <a16:creationId xmlns:a16="http://schemas.microsoft.com/office/drawing/2014/main" id="{8C7A6D55-AA58-3927-D484-D8B14DAD9DDF}"/>
                  </a:ext>
                </a:extLst>
              </p14:cNvPr>
              <p14:cNvContentPartPr/>
              <p14:nvPr/>
            </p14:nvContentPartPr>
            <p14:xfrm>
              <a:off x="4114245" y="1296401"/>
              <a:ext cx="360" cy="360"/>
            </p14:xfrm>
          </p:contentPart>
        </mc:Choice>
        <mc:Fallback xmlns="">
          <p:pic>
            <p:nvPicPr>
              <p:cNvPr id="58" name="Ink 57">
                <a:extLst>
                  <a:ext uri="{FF2B5EF4-FFF2-40B4-BE49-F238E27FC236}">
                    <a16:creationId xmlns:a16="http://schemas.microsoft.com/office/drawing/2014/main" id="{8C7A6D55-AA58-3927-D484-D8B14DAD9DDF}"/>
                  </a:ext>
                </a:extLst>
              </p:cNvPr>
              <p:cNvPicPr/>
              <p:nvPr/>
            </p:nvPicPr>
            <p:blipFill>
              <a:blip r:embed="rId5"/>
              <a:stretch>
                <a:fillRect/>
              </a:stretch>
            </p:blipFill>
            <p:spPr>
              <a:xfrm>
                <a:off x="4108125" y="12902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9" name="Ink 58">
                <a:extLst>
                  <a:ext uri="{FF2B5EF4-FFF2-40B4-BE49-F238E27FC236}">
                    <a16:creationId xmlns:a16="http://schemas.microsoft.com/office/drawing/2014/main" id="{9D30E4E3-AB4E-3864-BD7F-1A8C788B32F2}"/>
                  </a:ext>
                </a:extLst>
              </p14:cNvPr>
              <p14:cNvContentPartPr/>
              <p14:nvPr/>
            </p14:nvContentPartPr>
            <p14:xfrm>
              <a:off x="4178325" y="1250681"/>
              <a:ext cx="360" cy="360"/>
            </p14:xfrm>
          </p:contentPart>
        </mc:Choice>
        <mc:Fallback xmlns="">
          <p:pic>
            <p:nvPicPr>
              <p:cNvPr id="59" name="Ink 58">
                <a:extLst>
                  <a:ext uri="{FF2B5EF4-FFF2-40B4-BE49-F238E27FC236}">
                    <a16:creationId xmlns:a16="http://schemas.microsoft.com/office/drawing/2014/main" id="{9D30E4E3-AB4E-3864-BD7F-1A8C788B32F2}"/>
                  </a:ext>
                </a:extLst>
              </p:cNvPr>
              <p:cNvPicPr/>
              <p:nvPr/>
            </p:nvPicPr>
            <p:blipFill>
              <a:blip r:embed="rId5"/>
              <a:stretch>
                <a:fillRect/>
              </a:stretch>
            </p:blipFill>
            <p:spPr>
              <a:xfrm>
                <a:off x="4172205" y="1244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0" name="Ink 59">
                <a:extLst>
                  <a:ext uri="{FF2B5EF4-FFF2-40B4-BE49-F238E27FC236}">
                    <a16:creationId xmlns:a16="http://schemas.microsoft.com/office/drawing/2014/main" id="{40C7B6F8-1DC9-767D-3156-8C0186DC4A47}"/>
                  </a:ext>
                </a:extLst>
              </p14:cNvPr>
              <p14:cNvContentPartPr/>
              <p14:nvPr/>
            </p14:nvContentPartPr>
            <p14:xfrm>
              <a:off x="4260765" y="1241681"/>
              <a:ext cx="360" cy="360"/>
            </p14:xfrm>
          </p:contentPart>
        </mc:Choice>
        <mc:Fallback xmlns="">
          <p:pic>
            <p:nvPicPr>
              <p:cNvPr id="60" name="Ink 59">
                <a:extLst>
                  <a:ext uri="{FF2B5EF4-FFF2-40B4-BE49-F238E27FC236}">
                    <a16:creationId xmlns:a16="http://schemas.microsoft.com/office/drawing/2014/main" id="{40C7B6F8-1DC9-767D-3156-8C0186DC4A47}"/>
                  </a:ext>
                </a:extLst>
              </p:cNvPr>
              <p:cNvPicPr/>
              <p:nvPr/>
            </p:nvPicPr>
            <p:blipFill>
              <a:blip r:embed="rId5"/>
              <a:stretch>
                <a:fillRect/>
              </a:stretch>
            </p:blipFill>
            <p:spPr>
              <a:xfrm>
                <a:off x="4254645" y="1235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1" name="Ink 60">
                <a:extLst>
                  <a:ext uri="{FF2B5EF4-FFF2-40B4-BE49-F238E27FC236}">
                    <a16:creationId xmlns:a16="http://schemas.microsoft.com/office/drawing/2014/main" id="{CA32EE61-DB22-DD58-C805-BF8378873759}"/>
                  </a:ext>
                </a:extLst>
              </p14:cNvPr>
              <p14:cNvContentPartPr/>
              <p14:nvPr/>
            </p14:nvContentPartPr>
            <p14:xfrm>
              <a:off x="3538245" y="1067801"/>
              <a:ext cx="360" cy="360"/>
            </p14:xfrm>
          </p:contentPart>
        </mc:Choice>
        <mc:Fallback xmlns="">
          <p:pic>
            <p:nvPicPr>
              <p:cNvPr id="61" name="Ink 60">
                <a:extLst>
                  <a:ext uri="{FF2B5EF4-FFF2-40B4-BE49-F238E27FC236}">
                    <a16:creationId xmlns:a16="http://schemas.microsoft.com/office/drawing/2014/main" id="{CA32EE61-DB22-DD58-C805-BF8378873759}"/>
                  </a:ext>
                </a:extLst>
              </p:cNvPr>
              <p:cNvPicPr/>
              <p:nvPr/>
            </p:nvPicPr>
            <p:blipFill>
              <a:blip r:embed="rId5"/>
              <a:stretch>
                <a:fillRect/>
              </a:stretch>
            </p:blipFill>
            <p:spPr>
              <a:xfrm>
                <a:off x="3532125" y="1061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2" name="Ink 61">
                <a:extLst>
                  <a:ext uri="{FF2B5EF4-FFF2-40B4-BE49-F238E27FC236}">
                    <a16:creationId xmlns:a16="http://schemas.microsoft.com/office/drawing/2014/main" id="{6B203522-3062-6CBB-4C67-D08B010B98C5}"/>
                  </a:ext>
                </a:extLst>
              </p14:cNvPr>
              <p14:cNvContentPartPr/>
              <p14:nvPr/>
            </p14:nvContentPartPr>
            <p14:xfrm>
              <a:off x="3648045" y="1040081"/>
              <a:ext cx="360" cy="360"/>
            </p14:xfrm>
          </p:contentPart>
        </mc:Choice>
        <mc:Fallback xmlns="">
          <p:pic>
            <p:nvPicPr>
              <p:cNvPr id="62" name="Ink 61">
                <a:extLst>
                  <a:ext uri="{FF2B5EF4-FFF2-40B4-BE49-F238E27FC236}">
                    <a16:creationId xmlns:a16="http://schemas.microsoft.com/office/drawing/2014/main" id="{6B203522-3062-6CBB-4C67-D08B010B98C5}"/>
                  </a:ext>
                </a:extLst>
              </p:cNvPr>
              <p:cNvPicPr/>
              <p:nvPr/>
            </p:nvPicPr>
            <p:blipFill>
              <a:blip r:embed="rId5"/>
              <a:stretch>
                <a:fillRect/>
              </a:stretch>
            </p:blipFill>
            <p:spPr>
              <a:xfrm>
                <a:off x="3641925" y="10339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3" name="Ink 62">
                <a:extLst>
                  <a:ext uri="{FF2B5EF4-FFF2-40B4-BE49-F238E27FC236}">
                    <a16:creationId xmlns:a16="http://schemas.microsoft.com/office/drawing/2014/main" id="{23DE3410-5C61-D037-5C23-D59F0AB1E67C}"/>
                  </a:ext>
                </a:extLst>
              </p14:cNvPr>
              <p14:cNvContentPartPr/>
              <p14:nvPr/>
            </p14:nvContentPartPr>
            <p14:xfrm>
              <a:off x="3785205" y="1012721"/>
              <a:ext cx="360" cy="360"/>
            </p14:xfrm>
          </p:contentPart>
        </mc:Choice>
        <mc:Fallback xmlns="">
          <p:pic>
            <p:nvPicPr>
              <p:cNvPr id="63" name="Ink 62">
                <a:extLst>
                  <a:ext uri="{FF2B5EF4-FFF2-40B4-BE49-F238E27FC236}">
                    <a16:creationId xmlns:a16="http://schemas.microsoft.com/office/drawing/2014/main" id="{23DE3410-5C61-D037-5C23-D59F0AB1E67C}"/>
                  </a:ext>
                </a:extLst>
              </p:cNvPr>
              <p:cNvPicPr/>
              <p:nvPr/>
            </p:nvPicPr>
            <p:blipFill>
              <a:blip r:embed="rId5"/>
              <a:stretch>
                <a:fillRect/>
              </a:stretch>
            </p:blipFill>
            <p:spPr>
              <a:xfrm>
                <a:off x="3779085" y="10066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4" name="Ink 63">
                <a:extLst>
                  <a:ext uri="{FF2B5EF4-FFF2-40B4-BE49-F238E27FC236}">
                    <a16:creationId xmlns:a16="http://schemas.microsoft.com/office/drawing/2014/main" id="{978A346B-053A-B68E-EF16-78AAE924D911}"/>
                  </a:ext>
                </a:extLst>
              </p14:cNvPr>
              <p14:cNvContentPartPr/>
              <p14:nvPr/>
            </p14:nvContentPartPr>
            <p14:xfrm>
              <a:off x="3885645" y="985721"/>
              <a:ext cx="360" cy="360"/>
            </p14:xfrm>
          </p:contentPart>
        </mc:Choice>
        <mc:Fallback xmlns="">
          <p:pic>
            <p:nvPicPr>
              <p:cNvPr id="64" name="Ink 63">
                <a:extLst>
                  <a:ext uri="{FF2B5EF4-FFF2-40B4-BE49-F238E27FC236}">
                    <a16:creationId xmlns:a16="http://schemas.microsoft.com/office/drawing/2014/main" id="{978A346B-053A-B68E-EF16-78AAE924D911}"/>
                  </a:ext>
                </a:extLst>
              </p:cNvPr>
              <p:cNvPicPr/>
              <p:nvPr/>
            </p:nvPicPr>
            <p:blipFill>
              <a:blip r:embed="rId5"/>
              <a:stretch>
                <a:fillRect/>
              </a:stretch>
            </p:blipFill>
            <p:spPr>
              <a:xfrm>
                <a:off x="3879525" y="9796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5" name="Ink 64">
                <a:extLst>
                  <a:ext uri="{FF2B5EF4-FFF2-40B4-BE49-F238E27FC236}">
                    <a16:creationId xmlns:a16="http://schemas.microsoft.com/office/drawing/2014/main" id="{D4DB9D3D-EBBC-9E58-D383-FABE29EC7E86}"/>
                  </a:ext>
                </a:extLst>
              </p14:cNvPr>
              <p14:cNvContentPartPr/>
              <p14:nvPr/>
            </p14:nvContentPartPr>
            <p14:xfrm>
              <a:off x="4041525" y="949001"/>
              <a:ext cx="360" cy="360"/>
            </p14:xfrm>
          </p:contentPart>
        </mc:Choice>
        <mc:Fallback xmlns="">
          <p:pic>
            <p:nvPicPr>
              <p:cNvPr id="65" name="Ink 64">
                <a:extLst>
                  <a:ext uri="{FF2B5EF4-FFF2-40B4-BE49-F238E27FC236}">
                    <a16:creationId xmlns:a16="http://schemas.microsoft.com/office/drawing/2014/main" id="{D4DB9D3D-EBBC-9E58-D383-FABE29EC7E86}"/>
                  </a:ext>
                </a:extLst>
              </p:cNvPr>
              <p:cNvPicPr/>
              <p:nvPr/>
            </p:nvPicPr>
            <p:blipFill>
              <a:blip r:embed="rId5"/>
              <a:stretch>
                <a:fillRect/>
              </a:stretch>
            </p:blipFill>
            <p:spPr>
              <a:xfrm>
                <a:off x="4035405" y="9428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66" name="Ink 65">
                <a:extLst>
                  <a:ext uri="{FF2B5EF4-FFF2-40B4-BE49-F238E27FC236}">
                    <a16:creationId xmlns:a16="http://schemas.microsoft.com/office/drawing/2014/main" id="{D85703C2-87CE-22A1-BD62-C62F7B0059D4}"/>
                  </a:ext>
                </a:extLst>
              </p14:cNvPr>
              <p14:cNvContentPartPr/>
              <p14:nvPr/>
            </p14:nvContentPartPr>
            <p14:xfrm>
              <a:off x="4141965" y="912281"/>
              <a:ext cx="360" cy="360"/>
            </p14:xfrm>
          </p:contentPart>
        </mc:Choice>
        <mc:Fallback xmlns="">
          <p:pic>
            <p:nvPicPr>
              <p:cNvPr id="66" name="Ink 65">
                <a:extLst>
                  <a:ext uri="{FF2B5EF4-FFF2-40B4-BE49-F238E27FC236}">
                    <a16:creationId xmlns:a16="http://schemas.microsoft.com/office/drawing/2014/main" id="{D85703C2-87CE-22A1-BD62-C62F7B0059D4}"/>
                  </a:ext>
                </a:extLst>
              </p:cNvPr>
              <p:cNvPicPr/>
              <p:nvPr/>
            </p:nvPicPr>
            <p:blipFill>
              <a:blip r:embed="rId5"/>
              <a:stretch>
                <a:fillRect/>
              </a:stretch>
            </p:blipFill>
            <p:spPr>
              <a:xfrm>
                <a:off x="4135845" y="906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7" name="Ink 66">
                <a:extLst>
                  <a:ext uri="{FF2B5EF4-FFF2-40B4-BE49-F238E27FC236}">
                    <a16:creationId xmlns:a16="http://schemas.microsoft.com/office/drawing/2014/main" id="{785734B6-E498-3C48-BECE-5BE1D0C30028}"/>
                  </a:ext>
                </a:extLst>
              </p14:cNvPr>
              <p14:cNvContentPartPr/>
              <p14:nvPr/>
            </p14:nvContentPartPr>
            <p14:xfrm>
              <a:off x="4251405" y="875561"/>
              <a:ext cx="360" cy="360"/>
            </p14:xfrm>
          </p:contentPart>
        </mc:Choice>
        <mc:Fallback xmlns="">
          <p:pic>
            <p:nvPicPr>
              <p:cNvPr id="67" name="Ink 66">
                <a:extLst>
                  <a:ext uri="{FF2B5EF4-FFF2-40B4-BE49-F238E27FC236}">
                    <a16:creationId xmlns:a16="http://schemas.microsoft.com/office/drawing/2014/main" id="{785734B6-E498-3C48-BECE-5BE1D0C30028}"/>
                  </a:ext>
                </a:extLst>
              </p:cNvPr>
              <p:cNvPicPr/>
              <p:nvPr/>
            </p:nvPicPr>
            <p:blipFill>
              <a:blip r:embed="rId5"/>
              <a:stretch>
                <a:fillRect/>
              </a:stretch>
            </p:blipFill>
            <p:spPr>
              <a:xfrm>
                <a:off x="4245285" y="869441"/>
                <a:ext cx="12600" cy="12600"/>
              </a:xfrm>
              <a:prstGeom prst="rect">
                <a:avLst/>
              </a:prstGeom>
            </p:spPr>
          </p:pic>
        </mc:Fallback>
      </mc:AlternateContent>
      <p:sp>
        <p:nvSpPr>
          <p:cNvPr id="68" name="TextBox 67">
            <a:extLst>
              <a:ext uri="{FF2B5EF4-FFF2-40B4-BE49-F238E27FC236}">
                <a16:creationId xmlns:a16="http://schemas.microsoft.com/office/drawing/2014/main" id="{314C7D15-4571-5CC6-03F1-86F200DB3FB3}"/>
              </a:ext>
            </a:extLst>
          </p:cNvPr>
          <p:cNvSpPr txBox="1"/>
          <p:nvPr/>
        </p:nvSpPr>
        <p:spPr>
          <a:xfrm>
            <a:off x="4240545" y="1576441"/>
            <a:ext cx="550716" cy="261610"/>
          </a:xfrm>
          <a:prstGeom prst="rect">
            <a:avLst/>
          </a:prstGeom>
          <a:noFill/>
        </p:spPr>
        <p:txBody>
          <a:bodyPr wrap="square" rtlCol="0">
            <a:spAutoFit/>
          </a:bodyPr>
          <a:lstStyle/>
          <a:p>
            <a:r>
              <a:rPr lang="en-US" sz="1100" b="1" dirty="0"/>
              <a:t>27.50</a:t>
            </a:r>
          </a:p>
        </p:txBody>
      </p:sp>
      <p:sp>
        <p:nvSpPr>
          <p:cNvPr id="69" name="TextBox 68">
            <a:extLst>
              <a:ext uri="{FF2B5EF4-FFF2-40B4-BE49-F238E27FC236}">
                <a16:creationId xmlns:a16="http://schemas.microsoft.com/office/drawing/2014/main" id="{75AC6B92-B961-C834-D067-026AD271E235}"/>
              </a:ext>
            </a:extLst>
          </p:cNvPr>
          <p:cNvSpPr txBox="1"/>
          <p:nvPr/>
        </p:nvSpPr>
        <p:spPr>
          <a:xfrm>
            <a:off x="4322841" y="1274870"/>
            <a:ext cx="550716" cy="261610"/>
          </a:xfrm>
          <a:prstGeom prst="rect">
            <a:avLst/>
          </a:prstGeom>
          <a:noFill/>
        </p:spPr>
        <p:txBody>
          <a:bodyPr wrap="square" rtlCol="0">
            <a:spAutoFit/>
          </a:bodyPr>
          <a:lstStyle/>
          <a:p>
            <a:r>
              <a:rPr lang="en-US" sz="1100" b="1" dirty="0"/>
              <a:t>30</a:t>
            </a:r>
          </a:p>
        </p:txBody>
      </p:sp>
      <p:sp>
        <p:nvSpPr>
          <p:cNvPr id="70" name="TextBox 69">
            <a:extLst>
              <a:ext uri="{FF2B5EF4-FFF2-40B4-BE49-F238E27FC236}">
                <a16:creationId xmlns:a16="http://schemas.microsoft.com/office/drawing/2014/main" id="{2CD8534E-61AB-0E31-3278-FECFBC60DA91}"/>
              </a:ext>
            </a:extLst>
          </p:cNvPr>
          <p:cNvSpPr txBox="1"/>
          <p:nvPr/>
        </p:nvSpPr>
        <p:spPr>
          <a:xfrm>
            <a:off x="4302878" y="1053125"/>
            <a:ext cx="550716" cy="261610"/>
          </a:xfrm>
          <a:prstGeom prst="rect">
            <a:avLst/>
          </a:prstGeom>
          <a:noFill/>
        </p:spPr>
        <p:txBody>
          <a:bodyPr wrap="square" rtlCol="0">
            <a:spAutoFit/>
          </a:bodyPr>
          <a:lstStyle/>
          <a:p>
            <a:r>
              <a:rPr lang="en-US" sz="1100" b="1" dirty="0"/>
              <a:t>35</a:t>
            </a:r>
          </a:p>
        </p:txBody>
      </p:sp>
      <p:sp>
        <p:nvSpPr>
          <p:cNvPr id="71" name="TextBox 70">
            <a:extLst>
              <a:ext uri="{FF2B5EF4-FFF2-40B4-BE49-F238E27FC236}">
                <a16:creationId xmlns:a16="http://schemas.microsoft.com/office/drawing/2014/main" id="{DD03B352-9172-2604-FD7B-B7EA4101AA98}"/>
              </a:ext>
            </a:extLst>
          </p:cNvPr>
          <p:cNvSpPr txBox="1"/>
          <p:nvPr/>
        </p:nvSpPr>
        <p:spPr>
          <a:xfrm>
            <a:off x="4297413" y="742802"/>
            <a:ext cx="550716" cy="261610"/>
          </a:xfrm>
          <a:prstGeom prst="rect">
            <a:avLst/>
          </a:prstGeom>
          <a:noFill/>
        </p:spPr>
        <p:txBody>
          <a:bodyPr wrap="square" rtlCol="0">
            <a:spAutoFit/>
          </a:bodyPr>
          <a:lstStyle/>
          <a:p>
            <a:r>
              <a:rPr lang="en-US" sz="1100" b="1" dirty="0"/>
              <a:t>40</a:t>
            </a:r>
          </a:p>
        </p:txBody>
      </p:sp>
      <mc:AlternateContent xmlns:mc="http://schemas.openxmlformats.org/markup-compatibility/2006" xmlns:p14="http://schemas.microsoft.com/office/powerpoint/2010/main">
        <mc:Choice Requires="p14">
          <p:contentPart p14:bwMode="auto" r:id="rId41">
            <p14:nvContentPartPr>
              <p14:cNvPr id="72" name="Ink 71">
                <a:extLst>
                  <a:ext uri="{FF2B5EF4-FFF2-40B4-BE49-F238E27FC236}">
                    <a16:creationId xmlns:a16="http://schemas.microsoft.com/office/drawing/2014/main" id="{AC6AB1B2-CA3F-9257-B90C-39E52EC67477}"/>
                  </a:ext>
                </a:extLst>
              </p14:cNvPr>
              <p14:cNvContentPartPr/>
              <p14:nvPr/>
            </p14:nvContentPartPr>
            <p14:xfrm>
              <a:off x="2715285" y="1616441"/>
              <a:ext cx="360" cy="360"/>
            </p14:xfrm>
          </p:contentPart>
        </mc:Choice>
        <mc:Fallback xmlns="">
          <p:pic>
            <p:nvPicPr>
              <p:cNvPr id="72" name="Ink 71">
                <a:extLst>
                  <a:ext uri="{FF2B5EF4-FFF2-40B4-BE49-F238E27FC236}">
                    <a16:creationId xmlns:a16="http://schemas.microsoft.com/office/drawing/2014/main" id="{AC6AB1B2-CA3F-9257-B90C-39E52EC67477}"/>
                  </a:ext>
                </a:extLst>
              </p:cNvPr>
              <p:cNvPicPr/>
              <p:nvPr/>
            </p:nvPicPr>
            <p:blipFill>
              <a:blip r:embed="rId5"/>
              <a:stretch>
                <a:fillRect/>
              </a:stretch>
            </p:blipFill>
            <p:spPr>
              <a:xfrm>
                <a:off x="2709165" y="16103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3" name="Ink 72">
                <a:extLst>
                  <a:ext uri="{FF2B5EF4-FFF2-40B4-BE49-F238E27FC236}">
                    <a16:creationId xmlns:a16="http://schemas.microsoft.com/office/drawing/2014/main" id="{6205C631-6A63-8829-47E8-F87F164E6337}"/>
                  </a:ext>
                </a:extLst>
              </p14:cNvPr>
              <p14:cNvContentPartPr/>
              <p14:nvPr/>
            </p14:nvContentPartPr>
            <p14:xfrm>
              <a:off x="2614845" y="1771961"/>
              <a:ext cx="360" cy="360"/>
            </p14:xfrm>
          </p:contentPart>
        </mc:Choice>
        <mc:Fallback xmlns="">
          <p:pic>
            <p:nvPicPr>
              <p:cNvPr id="73" name="Ink 72">
                <a:extLst>
                  <a:ext uri="{FF2B5EF4-FFF2-40B4-BE49-F238E27FC236}">
                    <a16:creationId xmlns:a16="http://schemas.microsoft.com/office/drawing/2014/main" id="{6205C631-6A63-8829-47E8-F87F164E6337}"/>
                  </a:ext>
                </a:extLst>
              </p:cNvPr>
              <p:cNvPicPr/>
              <p:nvPr/>
            </p:nvPicPr>
            <p:blipFill>
              <a:blip r:embed="rId5"/>
              <a:stretch>
                <a:fillRect/>
              </a:stretch>
            </p:blipFill>
            <p:spPr>
              <a:xfrm>
                <a:off x="2608725" y="1765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4" name="Ink 73">
                <a:extLst>
                  <a:ext uri="{FF2B5EF4-FFF2-40B4-BE49-F238E27FC236}">
                    <a16:creationId xmlns:a16="http://schemas.microsoft.com/office/drawing/2014/main" id="{15EFD015-E1D7-E0EB-201E-74FDFEEDFE48}"/>
                  </a:ext>
                </a:extLst>
              </p14:cNvPr>
              <p14:cNvContentPartPr/>
              <p14:nvPr/>
            </p14:nvContentPartPr>
            <p14:xfrm>
              <a:off x="2696925" y="1863401"/>
              <a:ext cx="360" cy="360"/>
            </p14:xfrm>
          </p:contentPart>
        </mc:Choice>
        <mc:Fallback xmlns="">
          <p:pic>
            <p:nvPicPr>
              <p:cNvPr id="74" name="Ink 73">
                <a:extLst>
                  <a:ext uri="{FF2B5EF4-FFF2-40B4-BE49-F238E27FC236}">
                    <a16:creationId xmlns:a16="http://schemas.microsoft.com/office/drawing/2014/main" id="{15EFD015-E1D7-E0EB-201E-74FDFEEDFE48}"/>
                  </a:ext>
                </a:extLst>
              </p:cNvPr>
              <p:cNvPicPr/>
              <p:nvPr/>
            </p:nvPicPr>
            <p:blipFill>
              <a:blip r:embed="rId5"/>
              <a:stretch>
                <a:fillRect/>
              </a:stretch>
            </p:blipFill>
            <p:spPr>
              <a:xfrm>
                <a:off x="2690805" y="18572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5" name="Ink 74">
                <a:extLst>
                  <a:ext uri="{FF2B5EF4-FFF2-40B4-BE49-F238E27FC236}">
                    <a16:creationId xmlns:a16="http://schemas.microsoft.com/office/drawing/2014/main" id="{FA5B2E8A-1A57-51E9-FE84-A42893226208}"/>
                  </a:ext>
                </a:extLst>
              </p14:cNvPr>
              <p14:cNvContentPartPr/>
              <p14:nvPr/>
            </p14:nvContentPartPr>
            <p14:xfrm>
              <a:off x="2806725" y="1909121"/>
              <a:ext cx="360" cy="360"/>
            </p14:xfrm>
          </p:contentPart>
        </mc:Choice>
        <mc:Fallback xmlns="">
          <p:pic>
            <p:nvPicPr>
              <p:cNvPr id="75" name="Ink 74">
                <a:extLst>
                  <a:ext uri="{FF2B5EF4-FFF2-40B4-BE49-F238E27FC236}">
                    <a16:creationId xmlns:a16="http://schemas.microsoft.com/office/drawing/2014/main" id="{FA5B2E8A-1A57-51E9-FE84-A42893226208}"/>
                  </a:ext>
                </a:extLst>
              </p:cNvPr>
              <p:cNvPicPr/>
              <p:nvPr/>
            </p:nvPicPr>
            <p:blipFill>
              <a:blip r:embed="rId5"/>
              <a:stretch>
                <a:fillRect/>
              </a:stretch>
            </p:blipFill>
            <p:spPr>
              <a:xfrm>
                <a:off x="2800605" y="19030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6" name="Ink 75">
                <a:extLst>
                  <a:ext uri="{FF2B5EF4-FFF2-40B4-BE49-F238E27FC236}">
                    <a16:creationId xmlns:a16="http://schemas.microsoft.com/office/drawing/2014/main" id="{0C9FF64A-0274-F5DF-F6C9-0E81C2B3F096}"/>
                  </a:ext>
                </a:extLst>
              </p14:cNvPr>
              <p14:cNvContentPartPr/>
              <p14:nvPr/>
            </p14:nvContentPartPr>
            <p14:xfrm>
              <a:off x="2907525" y="1909121"/>
              <a:ext cx="360" cy="360"/>
            </p14:xfrm>
          </p:contentPart>
        </mc:Choice>
        <mc:Fallback xmlns="">
          <p:pic>
            <p:nvPicPr>
              <p:cNvPr id="76" name="Ink 75">
                <a:extLst>
                  <a:ext uri="{FF2B5EF4-FFF2-40B4-BE49-F238E27FC236}">
                    <a16:creationId xmlns:a16="http://schemas.microsoft.com/office/drawing/2014/main" id="{0C9FF64A-0274-F5DF-F6C9-0E81C2B3F096}"/>
                  </a:ext>
                </a:extLst>
              </p:cNvPr>
              <p:cNvPicPr/>
              <p:nvPr/>
            </p:nvPicPr>
            <p:blipFill>
              <a:blip r:embed="rId5"/>
              <a:stretch>
                <a:fillRect/>
              </a:stretch>
            </p:blipFill>
            <p:spPr>
              <a:xfrm>
                <a:off x="2901405" y="19030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77" name="Ink 76">
                <a:extLst>
                  <a:ext uri="{FF2B5EF4-FFF2-40B4-BE49-F238E27FC236}">
                    <a16:creationId xmlns:a16="http://schemas.microsoft.com/office/drawing/2014/main" id="{B085522D-E90E-002A-209D-5F22C3D5BE04}"/>
                  </a:ext>
                </a:extLst>
              </p14:cNvPr>
              <p14:cNvContentPartPr/>
              <p14:nvPr/>
            </p14:nvContentPartPr>
            <p14:xfrm>
              <a:off x="3035325" y="1936481"/>
              <a:ext cx="360" cy="360"/>
            </p14:xfrm>
          </p:contentPart>
        </mc:Choice>
        <mc:Fallback xmlns="">
          <p:pic>
            <p:nvPicPr>
              <p:cNvPr id="77" name="Ink 76">
                <a:extLst>
                  <a:ext uri="{FF2B5EF4-FFF2-40B4-BE49-F238E27FC236}">
                    <a16:creationId xmlns:a16="http://schemas.microsoft.com/office/drawing/2014/main" id="{B085522D-E90E-002A-209D-5F22C3D5BE04}"/>
                  </a:ext>
                </a:extLst>
              </p:cNvPr>
              <p:cNvPicPr/>
              <p:nvPr/>
            </p:nvPicPr>
            <p:blipFill>
              <a:blip r:embed="rId5"/>
              <a:stretch>
                <a:fillRect/>
              </a:stretch>
            </p:blipFill>
            <p:spPr>
              <a:xfrm>
                <a:off x="3029205" y="19303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8" name="Ink 77">
                <a:extLst>
                  <a:ext uri="{FF2B5EF4-FFF2-40B4-BE49-F238E27FC236}">
                    <a16:creationId xmlns:a16="http://schemas.microsoft.com/office/drawing/2014/main" id="{77A7BE7B-22C3-D231-72FD-401E4542A813}"/>
                  </a:ext>
                </a:extLst>
              </p14:cNvPr>
              <p14:cNvContentPartPr/>
              <p14:nvPr/>
            </p14:nvContentPartPr>
            <p14:xfrm>
              <a:off x="3126765" y="1945481"/>
              <a:ext cx="360" cy="360"/>
            </p14:xfrm>
          </p:contentPart>
        </mc:Choice>
        <mc:Fallback xmlns="">
          <p:pic>
            <p:nvPicPr>
              <p:cNvPr id="78" name="Ink 77">
                <a:extLst>
                  <a:ext uri="{FF2B5EF4-FFF2-40B4-BE49-F238E27FC236}">
                    <a16:creationId xmlns:a16="http://schemas.microsoft.com/office/drawing/2014/main" id="{77A7BE7B-22C3-D231-72FD-401E4542A813}"/>
                  </a:ext>
                </a:extLst>
              </p:cNvPr>
              <p:cNvPicPr/>
              <p:nvPr/>
            </p:nvPicPr>
            <p:blipFill>
              <a:blip r:embed="rId5"/>
              <a:stretch>
                <a:fillRect/>
              </a:stretch>
            </p:blipFill>
            <p:spPr>
              <a:xfrm>
                <a:off x="3120645" y="19393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79" name="Ink 78">
                <a:extLst>
                  <a:ext uri="{FF2B5EF4-FFF2-40B4-BE49-F238E27FC236}">
                    <a16:creationId xmlns:a16="http://schemas.microsoft.com/office/drawing/2014/main" id="{3981B6AE-AAA3-F727-1B54-078B18A4F8CD}"/>
                  </a:ext>
                </a:extLst>
              </p14:cNvPr>
              <p14:cNvContentPartPr/>
              <p14:nvPr/>
            </p14:nvContentPartPr>
            <p14:xfrm>
              <a:off x="3209205" y="1972841"/>
              <a:ext cx="360" cy="360"/>
            </p14:xfrm>
          </p:contentPart>
        </mc:Choice>
        <mc:Fallback xmlns="">
          <p:pic>
            <p:nvPicPr>
              <p:cNvPr id="79" name="Ink 78">
                <a:extLst>
                  <a:ext uri="{FF2B5EF4-FFF2-40B4-BE49-F238E27FC236}">
                    <a16:creationId xmlns:a16="http://schemas.microsoft.com/office/drawing/2014/main" id="{3981B6AE-AAA3-F727-1B54-078B18A4F8CD}"/>
                  </a:ext>
                </a:extLst>
              </p:cNvPr>
              <p:cNvPicPr/>
              <p:nvPr/>
            </p:nvPicPr>
            <p:blipFill>
              <a:blip r:embed="rId5"/>
              <a:stretch>
                <a:fillRect/>
              </a:stretch>
            </p:blipFill>
            <p:spPr>
              <a:xfrm>
                <a:off x="3203085" y="19667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80" name="Ink 79">
                <a:extLst>
                  <a:ext uri="{FF2B5EF4-FFF2-40B4-BE49-F238E27FC236}">
                    <a16:creationId xmlns:a16="http://schemas.microsoft.com/office/drawing/2014/main" id="{F708D427-7F40-6BEC-D834-3445AA15A7EE}"/>
                  </a:ext>
                </a:extLst>
              </p14:cNvPr>
              <p14:cNvContentPartPr/>
              <p14:nvPr/>
            </p14:nvContentPartPr>
            <p14:xfrm>
              <a:off x="3355365" y="1982201"/>
              <a:ext cx="360" cy="360"/>
            </p14:xfrm>
          </p:contentPart>
        </mc:Choice>
        <mc:Fallback xmlns="">
          <p:pic>
            <p:nvPicPr>
              <p:cNvPr id="80" name="Ink 79">
                <a:extLst>
                  <a:ext uri="{FF2B5EF4-FFF2-40B4-BE49-F238E27FC236}">
                    <a16:creationId xmlns:a16="http://schemas.microsoft.com/office/drawing/2014/main" id="{F708D427-7F40-6BEC-D834-3445AA15A7EE}"/>
                  </a:ext>
                </a:extLst>
              </p:cNvPr>
              <p:cNvPicPr/>
              <p:nvPr/>
            </p:nvPicPr>
            <p:blipFill>
              <a:blip r:embed="rId5"/>
              <a:stretch>
                <a:fillRect/>
              </a:stretch>
            </p:blipFill>
            <p:spPr>
              <a:xfrm>
                <a:off x="3349245" y="19760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1" name="Ink 80">
                <a:extLst>
                  <a:ext uri="{FF2B5EF4-FFF2-40B4-BE49-F238E27FC236}">
                    <a16:creationId xmlns:a16="http://schemas.microsoft.com/office/drawing/2014/main" id="{B5C5683E-4FA0-1F70-29C6-665043C03A1F}"/>
                  </a:ext>
                </a:extLst>
              </p14:cNvPr>
              <p14:cNvContentPartPr/>
              <p14:nvPr/>
            </p14:nvContentPartPr>
            <p14:xfrm>
              <a:off x="3410445" y="2009561"/>
              <a:ext cx="360" cy="360"/>
            </p14:xfrm>
          </p:contentPart>
        </mc:Choice>
        <mc:Fallback xmlns="">
          <p:pic>
            <p:nvPicPr>
              <p:cNvPr id="81" name="Ink 80">
                <a:extLst>
                  <a:ext uri="{FF2B5EF4-FFF2-40B4-BE49-F238E27FC236}">
                    <a16:creationId xmlns:a16="http://schemas.microsoft.com/office/drawing/2014/main" id="{B5C5683E-4FA0-1F70-29C6-665043C03A1F}"/>
                  </a:ext>
                </a:extLst>
              </p:cNvPr>
              <p:cNvPicPr/>
              <p:nvPr/>
            </p:nvPicPr>
            <p:blipFill>
              <a:blip r:embed="rId5"/>
              <a:stretch>
                <a:fillRect/>
              </a:stretch>
            </p:blipFill>
            <p:spPr>
              <a:xfrm>
                <a:off x="3404325" y="20034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82" name="Ink 81">
                <a:extLst>
                  <a:ext uri="{FF2B5EF4-FFF2-40B4-BE49-F238E27FC236}">
                    <a16:creationId xmlns:a16="http://schemas.microsoft.com/office/drawing/2014/main" id="{64BD8DEE-3A1A-6F3E-0DC4-F0AC8354F089}"/>
                  </a:ext>
                </a:extLst>
              </p14:cNvPr>
              <p14:cNvContentPartPr/>
              <p14:nvPr/>
            </p14:nvContentPartPr>
            <p14:xfrm>
              <a:off x="3519885" y="2009561"/>
              <a:ext cx="360" cy="360"/>
            </p14:xfrm>
          </p:contentPart>
        </mc:Choice>
        <mc:Fallback xmlns="">
          <p:pic>
            <p:nvPicPr>
              <p:cNvPr id="82" name="Ink 81">
                <a:extLst>
                  <a:ext uri="{FF2B5EF4-FFF2-40B4-BE49-F238E27FC236}">
                    <a16:creationId xmlns:a16="http://schemas.microsoft.com/office/drawing/2014/main" id="{64BD8DEE-3A1A-6F3E-0DC4-F0AC8354F089}"/>
                  </a:ext>
                </a:extLst>
              </p:cNvPr>
              <p:cNvPicPr/>
              <p:nvPr/>
            </p:nvPicPr>
            <p:blipFill>
              <a:blip r:embed="rId5"/>
              <a:stretch>
                <a:fillRect/>
              </a:stretch>
            </p:blipFill>
            <p:spPr>
              <a:xfrm>
                <a:off x="3513765" y="20034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83" name="Ink 82">
                <a:extLst>
                  <a:ext uri="{FF2B5EF4-FFF2-40B4-BE49-F238E27FC236}">
                    <a16:creationId xmlns:a16="http://schemas.microsoft.com/office/drawing/2014/main" id="{A5C50E9A-F895-7781-B768-28EE8D1D1256}"/>
                  </a:ext>
                </a:extLst>
              </p14:cNvPr>
              <p14:cNvContentPartPr/>
              <p14:nvPr/>
            </p14:nvContentPartPr>
            <p14:xfrm>
              <a:off x="3638685" y="2036921"/>
              <a:ext cx="360" cy="360"/>
            </p14:xfrm>
          </p:contentPart>
        </mc:Choice>
        <mc:Fallback xmlns="">
          <p:pic>
            <p:nvPicPr>
              <p:cNvPr id="83" name="Ink 82">
                <a:extLst>
                  <a:ext uri="{FF2B5EF4-FFF2-40B4-BE49-F238E27FC236}">
                    <a16:creationId xmlns:a16="http://schemas.microsoft.com/office/drawing/2014/main" id="{A5C50E9A-F895-7781-B768-28EE8D1D1256}"/>
                  </a:ext>
                </a:extLst>
              </p:cNvPr>
              <p:cNvPicPr/>
              <p:nvPr/>
            </p:nvPicPr>
            <p:blipFill>
              <a:blip r:embed="rId5"/>
              <a:stretch>
                <a:fillRect/>
              </a:stretch>
            </p:blipFill>
            <p:spPr>
              <a:xfrm>
                <a:off x="3632565" y="2030801"/>
                <a:ext cx="12600" cy="12600"/>
              </a:xfrm>
              <a:prstGeom prst="rect">
                <a:avLst/>
              </a:prstGeom>
            </p:spPr>
          </p:pic>
        </mc:Fallback>
      </mc:AlternateContent>
      <p:grpSp>
        <p:nvGrpSpPr>
          <p:cNvPr id="87" name="Group 86">
            <a:extLst>
              <a:ext uri="{FF2B5EF4-FFF2-40B4-BE49-F238E27FC236}">
                <a16:creationId xmlns:a16="http://schemas.microsoft.com/office/drawing/2014/main" id="{9EC3E1E1-6F1D-53A6-94AC-F19FD5AECA73}"/>
              </a:ext>
            </a:extLst>
          </p:cNvPr>
          <p:cNvGrpSpPr/>
          <p:nvPr/>
        </p:nvGrpSpPr>
        <p:grpSpPr>
          <a:xfrm>
            <a:off x="3794205" y="2055281"/>
            <a:ext cx="64440" cy="360"/>
            <a:chOff x="4233384" y="5513616"/>
            <a:chExt cx="64440" cy="360"/>
          </a:xfrm>
        </p:grpSpPr>
        <mc:AlternateContent xmlns:mc="http://schemas.openxmlformats.org/markup-compatibility/2006" xmlns:p14="http://schemas.microsoft.com/office/powerpoint/2010/main">
          <mc:Choice Requires="p14">
            <p:contentPart p14:bwMode="auto" r:id="rId53">
              <p14:nvContentPartPr>
                <p14:cNvPr id="84" name="Ink 83">
                  <a:extLst>
                    <a:ext uri="{FF2B5EF4-FFF2-40B4-BE49-F238E27FC236}">
                      <a16:creationId xmlns:a16="http://schemas.microsoft.com/office/drawing/2014/main" id="{F3594BB3-2919-7B01-94CF-215827342049}"/>
                    </a:ext>
                  </a:extLst>
                </p14:cNvPr>
                <p14:cNvContentPartPr/>
                <p14:nvPr/>
              </p14:nvContentPartPr>
              <p14:xfrm>
                <a:off x="4297464" y="5513616"/>
                <a:ext cx="360" cy="360"/>
              </p14:xfrm>
            </p:contentPart>
          </mc:Choice>
          <mc:Fallback xmlns="">
            <p:pic>
              <p:nvPicPr>
                <p:cNvPr id="84" name="Ink 83">
                  <a:extLst>
                    <a:ext uri="{FF2B5EF4-FFF2-40B4-BE49-F238E27FC236}">
                      <a16:creationId xmlns:a16="http://schemas.microsoft.com/office/drawing/2014/main" id="{F3594BB3-2919-7B01-94CF-215827342049}"/>
                    </a:ext>
                  </a:extLst>
                </p:cNvPr>
                <p:cNvPicPr/>
                <p:nvPr/>
              </p:nvPicPr>
              <p:blipFill>
                <a:blip r:embed="rId5"/>
                <a:stretch>
                  <a:fillRect/>
                </a:stretch>
              </p:blipFill>
              <p:spPr>
                <a:xfrm>
                  <a:off x="4291344" y="55074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85" name="Ink 84">
                  <a:extLst>
                    <a:ext uri="{FF2B5EF4-FFF2-40B4-BE49-F238E27FC236}">
                      <a16:creationId xmlns:a16="http://schemas.microsoft.com/office/drawing/2014/main" id="{AFD29645-CB30-E6EA-23AB-9844D4990BE3}"/>
                    </a:ext>
                  </a:extLst>
                </p14:cNvPr>
                <p14:cNvContentPartPr/>
                <p14:nvPr/>
              </p14:nvContentPartPr>
              <p14:xfrm>
                <a:off x="4233384" y="5513616"/>
                <a:ext cx="360" cy="360"/>
              </p14:xfrm>
            </p:contentPart>
          </mc:Choice>
          <mc:Fallback xmlns="">
            <p:pic>
              <p:nvPicPr>
                <p:cNvPr id="85" name="Ink 84">
                  <a:extLst>
                    <a:ext uri="{FF2B5EF4-FFF2-40B4-BE49-F238E27FC236}">
                      <a16:creationId xmlns:a16="http://schemas.microsoft.com/office/drawing/2014/main" id="{AFD29645-CB30-E6EA-23AB-9844D4990BE3}"/>
                    </a:ext>
                  </a:extLst>
                </p:cNvPr>
                <p:cNvPicPr/>
                <p:nvPr/>
              </p:nvPicPr>
              <p:blipFill>
                <a:blip r:embed="rId5"/>
                <a:stretch>
                  <a:fillRect/>
                </a:stretch>
              </p:blipFill>
              <p:spPr>
                <a:xfrm>
                  <a:off x="4227264" y="550749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
            <p14:nvContentPartPr>
              <p14:cNvPr id="86" name="Ink 85">
                <a:extLst>
                  <a:ext uri="{FF2B5EF4-FFF2-40B4-BE49-F238E27FC236}">
                    <a16:creationId xmlns:a16="http://schemas.microsoft.com/office/drawing/2014/main" id="{8C1D7FCF-FA95-33C2-52B2-908729AD1FF5}"/>
                  </a:ext>
                </a:extLst>
              </p14:cNvPr>
              <p14:cNvContentPartPr/>
              <p14:nvPr/>
            </p14:nvContentPartPr>
            <p14:xfrm>
              <a:off x="3968085" y="2055281"/>
              <a:ext cx="360" cy="360"/>
            </p14:xfrm>
          </p:contentPart>
        </mc:Choice>
        <mc:Fallback xmlns="">
          <p:pic>
            <p:nvPicPr>
              <p:cNvPr id="86" name="Ink 85">
                <a:extLst>
                  <a:ext uri="{FF2B5EF4-FFF2-40B4-BE49-F238E27FC236}">
                    <a16:creationId xmlns:a16="http://schemas.microsoft.com/office/drawing/2014/main" id="{8C1D7FCF-FA95-33C2-52B2-908729AD1FF5}"/>
                  </a:ext>
                </a:extLst>
              </p:cNvPr>
              <p:cNvPicPr/>
              <p:nvPr/>
            </p:nvPicPr>
            <p:blipFill>
              <a:blip r:embed="rId5"/>
              <a:stretch>
                <a:fillRect/>
              </a:stretch>
            </p:blipFill>
            <p:spPr>
              <a:xfrm>
                <a:off x="3961965" y="2049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88" name="Ink 87">
                <a:extLst>
                  <a:ext uri="{FF2B5EF4-FFF2-40B4-BE49-F238E27FC236}">
                    <a16:creationId xmlns:a16="http://schemas.microsoft.com/office/drawing/2014/main" id="{D5DFE142-E98C-268B-DAA7-68CF51476C5A}"/>
                  </a:ext>
                </a:extLst>
              </p14:cNvPr>
              <p14:cNvContentPartPr/>
              <p14:nvPr/>
            </p14:nvContentPartPr>
            <p14:xfrm>
              <a:off x="3721485" y="2064641"/>
              <a:ext cx="360" cy="360"/>
            </p14:xfrm>
          </p:contentPart>
        </mc:Choice>
        <mc:Fallback xmlns="">
          <p:pic>
            <p:nvPicPr>
              <p:cNvPr id="88" name="Ink 87">
                <a:extLst>
                  <a:ext uri="{FF2B5EF4-FFF2-40B4-BE49-F238E27FC236}">
                    <a16:creationId xmlns:a16="http://schemas.microsoft.com/office/drawing/2014/main" id="{D5DFE142-E98C-268B-DAA7-68CF51476C5A}"/>
                  </a:ext>
                </a:extLst>
              </p:cNvPr>
              <p:cNvPicPr/>
              <p:nvPr/>
            </p:nvPicPr>
            <p:blipFill>
              <a:blip r:embed="rId5"/>
              <a:stretch>
                <a:fillRect/>
              </a:stretch>
            </p:blipFill>
            <p:spPr>
              <a:xfrm>
                <a:off x="3715365" y="2058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89" name="Ink 88">
                <a:extLst>
                  <a:ext uri="{FF2B5EF4-FFF2-40B4-BE49-F238E27FC236}">
                    <a16:creationId xmlns:a16="http://schemas.microsoft.com/office/drawing/2014/main" id="{84E79C3B-C1F8-688C-474A-8E42E9A5751A}"/>
                  </a:ext>
                </a:extLst>
              </p14:cNvPr>
              <p14:cNvContentPartPr/>
              <p14:nvPr/>
            </p14:nvContentPartPr>
            <p14:xfrm>
              <a:off x="4105245" y="2064641"/>
              <a:ext cx="360" cy="360"/>
            </p14:xfrm>
          </p:contentPart>
        </mc:Choice>
        <mc:Fallback xmlns="">
          <p:pic>
            <p:nvPicPr>
              <p:cNvPr id="89" name="Ink 88">
                <a:extLst>
                  <a:ext uri="{FF2B5EF4-FFF2-40B4-BE49-F238E27FC236}">
                    <a16:creationId xmlns:a16="http://schemas.microsoft.com/office/drawing/2014/main" id="{84E79C3B-C1F8-688C-474A-8E42E9A5751A}"/>
                  </a:ext>
                </a:extLst>
              </p:cNvPr>
              <p:cNvPicPr/>
              <p:nvPr/>
            </p:nvPicPr>
            <p:blipFill>
              <a:blip r:embed="rId5"/>
              <a:stretch>
                <a:fillRect/>
              </a:stretch>
            </p:blipFill>
            <p:spPr>
              <a:xfrm>
                <a:off x="4099125" y="2058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90" name="Ink 89">
                <a:extLst>
                  <a:ext uri="{FF2B5EF4-FFF2-40B4-BE49-F238E27FC236}">
                    <a16:creationId xmlns:a16="http://schemas.microsoft.com/office/drawing/2014/main" id="{38FE9247-9489-72E2-DD13-A1F1FE127E90}"/>
                  </a:ext>
                </a:extLst>
              </p14:cNvPr>
              <p14:cNvContentPartPr/>
              <p14:nvPr/>
            </p14:nvContentPartPr>
            <p14:xfrm>
              <a:off x="4242405" y="2027921"/>
              <a:ext cx="360" cy="360"/>
            </p14:xfrm>
          </p:contentPart>
        </mc:Choice>
        <mc:Fallback xmlns="">
          <p:pic>
            <p:nvPicPr>
              <p:cNvPr id="90" name="Ink 89">
                <a:extLst>
                  <a:ext uri="{FF2B5EF4-FFF2-40B4-BE49-F238E27FC236}">
                    <a16:creationId xmlns:a16="http://schemas.microsoft.com/office/drawing/2014/main" id="{38FE9247-9489-72E2-DD13-A1F1FE127E90}"/>
                  </a:ext>
                </a:extLst>
              </p:cNvPr>
              <p:cNvPicPr/>
              <p:nvPr/>
            </p:nvPicPr>
            <p:blipFill>
              <a:blip r:embed="rId5"/>
              <a:stretch>
                <a:fillRect/>
              </a:stretch>
            </p:blipFill>
            <p:spPr>
              <a:xfrm>
                <a:off x="4236285" y="20218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91" name="Ink 90">
                <a:extLst>
                  <a:ext uri="{FF2B5EF4-FFF2-40B4-BE49-F238E27FC236}">
                    <a16:creationId xmlns:a16="http://schemas.microsoft.com/office/drawing/2014/main" id="{ABB21EAE-A8D8-3011-5962-86C5D60C5C2F}"/>
                  </a:ext>
                </a:extLst>
              </p14:cNvPr>
              <p14:cNvContentPartPr/>
              <p14:nvPr/>
            </p14:nvContentPartPr>
            <p14:xfrm>
              <a:off x="2624205" y="1790321"/>
              <a:ext cx="360" cy="360"/>
            </p14:xfrm>
          </p:contentPart>
        </mc:Choice>
        <mc:Fallback xmlns="">
          <p:pic>
            <p:nvPicPr>
              <p:cNvPr id="91" name="Ink 90">
                <a:extLst>
                  <a:ext uri="{FF2B5EF4-FFF2-40B4-BE49-F238E27FC236}">
                    <a16:creationId xmlns:a16="http://schemas.microsoft.com/office/drawing/2014/main" id="{ABB21EAE-A8D8-3011-5962-86C5D60C5C2F}"/>
                  </a:ext>
                </a:extLst>
              </p:cNvPr>
              <p:cNvPicPr/>
              <p:nvPr/>
            </p:nvPicPr>
            <p:blipFill>
              <a:blip r:embed="rId5"/>
              <a:stretch>
                <a:fillRect/>
              </a:stretch>
            </p:blipFill>
            <p:spPr>
              <a:xfrm>
                <a:off x="2618085" y="17842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92" name="Ink 91">
                <a:extLst>
                  <a:ext uri="{FF2B5EF4-FFF2-40B4-BE49-F238E27FC236}">
                    <a16:creationId xmlns:a16="http://schemas.microsoft.com/office/drawing/2014/main" id="{0FF9621A-8BE9-D5B3-1AC2-00939434F4F1}"/>
                  </a:ext>
                </a:extLst>
              </p14:cNvPr>
              <p14:cNvContentPartPr/>
              <p14:nvPr/>
            </p14:nvContentPartPr>
            <p14:xfrm>
              <a:off x="2660205" y="1881761"/>
              <a:ext cx="360" cy="360"/>
            </p14:xfrm>
          </p:contentPart>
        </mc:Choice>
        <mc:Fallback xmlns="">
          <p:pic>
            <p:nvPicPr>
              <p:cNvPr id="92" name="Ink 91">
                <a:extLst>
                  <a:ext uri="{FF2B5EF4-FFF2-40B4-BE49-F238E27FC236}">
                    <a16:creationId xmlns:a16="http://schemas.microsoft.com/office/drawing/2014/main" id="{0FF9621A-8BE9-D5B3-1AC2-00939434F4F1}"/>
                  </a:ext>
                </a:extLst>
              </p:cNvPr>
              <p:cNvPicPr/>
              <p:nvPr/>
            </p:nvPicPr>
            <p:blipFill>
              <a:blip r:embed="rId5"/>
              <a:stretch>
                <a:fillRect/>
              </a:stretch>
            </p:blipFill>
            <p:spPr>
              <a:xfrm>
                <a:off x="2654085" y="18756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93" name="Ink 92">
                <a:extLst>
                  <a:ext uri="{FF2B5EF4-FFF2-40B4-BE49-F238E27FC236}">
                    <a16:creationId xmlns:a16="http://schemas.microsoft.com/office/drawing/2014/main" id="{BB926E34-5CCB-86C7-3D84-B5504E3656A8}"/>
                  </a:ext>
                </a:extLst>
              </p14:cNvPr>
              <p14:cNvContentPartPr/>
              <p14:nvPr/>
            </p14:nvContentPartPr>
            <p14:xfrm>
              <a:off x="2715285" y="1936481"/>
              <a:ext cx="360" cy="360"/>
            </p14:xfrm>
          </p:contentPart>
        </mc:Choice>
        <mc:Fallback xmlns="">
          <p:pic>
            <p:nvPicPr>
              <p:cNvPr id="93" name="Ink 92">
                <a:extLst>
                  <a:ext uri="{FF2B5EF4-FFF2-40B4-BE49-F238E27FC236}">
                    <a16:creationId xmlns:a16="http://schemas.microsoft.com/office/drawing/2014/main" id="{BB926E34-5CCB-86C7-3D84-B5504E3656A8}"/>
                  </a:ext>
                </a:extLst>
              </p:cNvPr>
              <p:cNvPicPr/>
              <p:nvPr/>
            </p:nvPicPr>
            <p:blipFill>
              <a:blip r:embed="rId5"/>
              <a:stretch>
                <a:fillRect/>
              </a:stretch>
            </p:blipFill>
            <p:spPr>
              <a:xfrm>
                <a:off x="2709165" y="19303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94" name="Ink 93">
                <a:extLst>
                  <a:ext uri="{FF2B5EF4-FFF2-40B4-BE49-F238E27FC236}">
                    <a16:creationId xmlns:a16="http://schemas.microsoft.com/office/drawing/2014/main" id="{D91FF41B-D335-20D2-D553-82E626A29308}"/>
                  </a:ext>
                </a:extLst>
              </p14:cNvPr>
              <p14:cNvContentPartPr/>
              <p14:nvPr/>
            </p14:nvContentPartPr>
            <p14:xfrm>
              <a:off x="2761005" y="1982201"/>
              <a:ext cx="360" cy="360"/>
            </p14:xfrm>
          </p:contentPart>
        </mc:Choice>
        <mc:Fallback xmlns="">
          <p:pic>
            <p:nvPicPr>
              <p:cNvPr id="94" name="Ink 93">
                <a:extLst>
                  <a:ext uri="{FF2B5EF4-FFF2-40B4-BE49-F238E27FC236}">
                    <a16:creationId xmlns:a16="http://schemas.microsoft.com/office/drawing/2014/main" id="{D91FF41B-D335-20D2-D553-82E626A29308}"/>
                  </a:ext>
                </a:extLst>
              </p:cNvPr>
              <p:cNvPicPr/>
              <p:nvPr/>
            </p:nvPicPr>
            <p:blipFill>
              <a:blip r:embed="rId5"/>
              <a:stretch>
                <a:fillRect/>
              </a:stretch>
            </p:blipFill>
            <p:spPr>
              <a:xfrm>
                <a:off x="2754885" y="19760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95" name="Ink 94">
                <a:extLst>
                  <a:ext uri="{FF2B5EF4-FFF2-40B4-BE49-F238E27FC236}">
                    <a16:creationId xmlns:a16="http://schemas.microsoft.com/office/drawing/2014/main" id="{8738B3ED-86B1-B371-A69B-710A0A542CCD}"/>
                  </a:ext>
                </a:extLst>
              </p14:cNvPr>
              <p14:cNvContentPartPr/>
              <p14:nvPr/>
            </p14:nvContentPartPr>
            <p14:xfrm>
              <a:off x="2797365" y="2009561"/>
              <a:ext cx="360" cy="360"/>
            </p14:xfrm>
          </p:contentPart>
        </mc:Choice>
        <mc:Fallback xmlns="">
          <p:pic>
            <p:nvPicPr>
              <p:cNvPr id="95" name="Ink 94">
                <a:extLst>
                  <a:ext uri="{FF2B5EF4-FFF2-40B4-BE49-F238E27FC236}">
                    <a16:creationId xmlns:a16="http://schemas.microsoft.com/office/drawing/2014/main" id="{8738B3ED-86B1-B371-A69B-710A0A542CCD}"/>
                  </a:ext>
                </a:extLst>
              </p:cNvPr>
              <p:cNvPicPr/>
              <p:nvPr/>
            </p:nvPicPr>
            <p:blipFill>
              <a:blip r:embed="rId5"/>
              <a:stretch>
                <a:fillRect/>
              </a:stretch>
            </p:blipFill>
            <p:spPr>
              <a:xfrm>
                <a:off x="2791245" y="20034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96" name="Ink 95">
                <a:extLst>
                  <a:ext uri="{FF2B5EF4-FFF2-40B4-BE49-F238E27FC236}">
                    <a16:creationId xmlns:a16="http://schemas.microsoft.com/office/drawing/2014/main" id="{835FFF3C-5B28-554F-8AC9-57DEF3324A55}"/>
                  </a:ext>
                </a:extLst>
              </p14:cNvPr>
              <p14:cNvContentPartPr/>
              <p14:nvPr/>
            </p14:nvContentPartPr>
            <p14:xfrm>
              <a:off x="2843445" y="2064641"/>
              <a:ext cx="360" cy="360"/>
            </p14:xfrm>
          </p:contentPart>
        </mc:Choice>
        <mc:Fallback xmlns="">
          <p:pic>
            <p:nvPicPr>
              <p:cNvPr id="96" name="Ink 95">
                <a:extLst>
                  <a:ext uri="{FF2B5EF4-FFF2-40B4-BE49-F238E27FC236}">
                    <a16:creationId xmlns:a16="http://schemas.microsoft.com/office/drawing/2014/main" id="{835FFF3C-5B28-554F-8AC9-57DEF3324A55}"/>
                  </a:ext>
                </a:extLst>
              </p:cNvPr>
              <p:cNvPicPr/>
              <p:nvPr/>
            </p:nvPicPr>
            <p:blipFill>
              <a:blip r:embed="rId5"/>
              <a:stretch>
                <a:fillRect/>
              </a:stretch>
            </p:blipFill>
            <p:spPr>
              <a:xfrm>
                <a:off x="2837325" y="20585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97" name="Ink 96">
                <a:extLst>
                  <a:ext uri="{FF2B5EF4-FFF2-40B4-BE49-F238E27FC236}">
                    <a16:creationId xmlns:a16="http://schemas.microsoft.com/office/drawing/2014/main" id="{2B54A7D7-2D13-2088-6C73-35162735E69C}"/>
                  </a:ext>
                </a:extLst>
              </p14:cNvPr>
              <p14:cNvContentPartPr/>
              <p14:nvPr/>
            </p14:nvContentPartPr>
            <p14:xfrm>
              <a:off x="2934885" y="2101361"/>
              <a:ext cx="360" cy="360"/>
            </p14:xfrm>
          </p:contentPart>
        </mc:Choice>
        <mc:Fallback xmlns="">
          <p:pic>
            <p:nvPicPr>
              <p:cNvPr id="97" name="Ink 96">
                <a:extLst>
                  <a:ext uri="{FF2B5EF4-FFF2-40B4-BE49-F238E27FC236}">
                    <a16:creationId xmlns:a16="http://schemas.microsoft.com/office/drawing/2014/main" id="{2B54A7D7-2D13-2088-6C73-35162735E69C}"/>
                  </a:ext>
                </a:extLst>
              </p:cNvPr>
              <p:cNvPicPr/>
              <p:nvPr/>
            </p:nvPicPr>
            <p:blipFill>
              <a:blip r:embed="rId5"/>
              <a:stretch>
                <a:fillRect/>
              </a:stretch>
            </p:blipFill>
            <p:spPr>
              <a:xfrm>
                <a:off x="2928765" y="20952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98" name="Ink 97">
                <a:extLst>
                  <a:ext uri="{FF2B5EF4-FFF2-40B4-BE49-F238E27FC236}">
                    <a16:creationId xmlns:a16="http://schemas.microsoft.com/office/drawing/2014/main" id="{54566BF7-7F9B-7DC7-C145-7E475BFEC358}"/>
                  </a:ext>
                </a:extLst>
              </p14:cNvPr>
              <p14:cNvContentPartPr/>
              <p14:nvPr/>
            </p14:nvContentPartPr>
            <p14:xfrm>
              <a:off x="3035325" y="2101361"/>
              <a:ext cx="360" cy="360"/>
            </p14:xfrm>
          </p:contentPart>
        </mc:Choice>
        <mc:Fallback xmlns="">
          <p:pic>
            <p:nvPicPr>
              <p:cNvPr id="98" name="Ink 97">
                <a:extLst>
                  <a:ext uri="{FF2B5EF4-FFF2-40B4-BE49-F238E27FC236}">
                    <a16:creationId xmlns:a16="http://schemas.microsoft.com/office/drawing/2014/main" id="{54566BF7-7F9B-7DC7-C145-7E475BFEC358}"/>
                  </a:ext>
                </a:extLst>
              </p:cNvPr>
              <p:cNvPicPr/>
              <p:nvPr/>
            </p:nvPicPr>
            <p:blipFill>
              <a:blip r:embed="rId5"/>
              <a:stretch>
                <a:fillRect/>
              </a:stretch>
            </p:blipFill>
            <p:spPr>
              <a:xfrm>
                <a:off x="3029205" y="20952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99" name="Ink 98">
                <a:extLst>
                  <a:ext uri="{FF2B5EF4-FFF2-40B4-BE49-F238E27FC236}">
                    <a16:creationId xmlns:a16="http://schemas.microsoft.com/office/drawing/2014/main" id="{E3B59464-4D3E-23B4-4EC6-2425D8ED187C}"/>
                  </a:ext>
                </a:extLst>
              </p14:cNvPr>
              <p14:cNvContentPartPr/>
              <p14:nvPr/>
            </p14:nvContentPartPr>
            <p14:xfrm>
              <a:off x="3135765" y="2174081"/>
              <a:ext cx="360" cy="360"/>
            </p14:xfrm>
          </p:contentPart>
        </mc:Choice>
        <mc:Fallback xmlns="">
          <p:pic>
            <p:nvPicPr>
              <p:cNvPr id="99" name="Ink 98">
                <a:extLst>
                  <a:ext uri="{FF2B5EF4-FFF2-40B4-BE49-F238E27FC236}">
                    <a16:creationId xmlns:a16="http://schemas.microsoft.com/office/drawing/2014/main" id="{E3B59464-4D3E-23B4-4EC6-2425D8ED187C}"/>
                  </a:ext>
                </a:extLst>
              </p:cNvPr>
              <p:cNvPicPr/>
              <p:nvPr/>
            </p:nvPicPr>
            <p:blipFill>
              <a:blip r:embed="rId5"/>
              <a:stretch>
                <a:fillRect/>
              </a:stretch>
            </p:blipFill>
            <p:spPr>
              <a:xfrm>
                <a:off x="3129645" y="21679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00" name="Ink 99">
                <a:extLst>
                  <a:ext uri="{FF2B5EF4-FFF2-40B4-BE49-F238E27FC236}">
                    <a16:creationId xmlns:a16="http://schemas.microsoft.com/office/drawing/2014/main" id="{060E357A-8485-9748-DC63-6E3C27036FCF}"/>
                  </a:ext>
                </a:extLst>
              </p14:cNvPr>
              <p14:cNvContentPartPr/>
              <p14:nvPr/>
            </p14:nvContentPartPr>
            <p14:xfrm>
              <a:off x="3199845" y="2201801"/>
              <a:ext cx="360" cy="360"/>
            </p14:xfrm>
          </p:contentPart>
        </mc:Choice>
        <mc:Fallback xmlns="">
          <p:pic>
            <p:nvPicPr>
              <p:cNvPr id="100" name="Ink 99">
                <a:extLst>
                  <a:ext uri="{FF2B5EF4-FFF2-40B4-BE49-F238E27FC236}">
                    <a16:creationId xmlns:a16="http://schemas.microsoft.com/office/drawing/2014/main" id="{060E357A-8485-9748-DC63-6E3C27036FCF}"/>
                  </a:ext>
                </a:extLst>
              </p:cNvPr>
              <p:cNvPicPr/>
              <p:nvPr/>
            </p:nvPicPr>
            <p:blipFill>
              <a:blip r:embed="rId5"/>
              <a:stretch>
                <a:fillRect/>
              </a:stretch>
            </p:blipFill>
            <p:spPr>
              <a:xfrm>
                <a:off x="3193725" y="2195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1" name="Ink 100">
                <a:extLst>
                  <a:ext uri="{FF2B5EF4-FFF2-40B4-BE49-F238E27FC236}">
                    <a16:creationId xmlns:a16="http://schemas.microsoft.com/office/drawing/2014/main" id="{25F2AB04-79BD-ED32-9C1B-79BE9239BECC}"/>
                  </a:ext>
                </a:extLst>
              </p14:cNvPr>
              <p14:cNvContentPartPr/>
              <p14:nvPr/>
            </p14:nvContentPartPr>
            <p14:xfrm>
              <a:off x="3263925" y="2292881"/>
              <a:ext cx="360" cy="360"/>
            </p14:xfrm>
          </p:contentPart>
        </mc:Choice>
        <mc:Fallback xmlns="">
          <p:pic>
            <p:nvPicPr>
              <p:cNvPr id="101" name="Ink 100">
                <a:extLst>
                  <a:ext uri="{FF2B5EF4-FFF2-40B4-BE49-F238E27FC236}">
                    <a16:creationId xmlns:a16="http://schemas.microsoft.com/office/drawing/2014/main" id="{25F2AB04-79BD-ED32-9C1B-79BE9239BECC}"/>
                  </a:ext>
                </a:extLst>
              </p:cNvPr>
              <p:cNvPicPr/>
              <p:nvPr/>
            </p:nvPicPr>
            <p:blipFill>
              <a:blip r:embed="rId5"/>
              <a:stretch>
                <a:fillRect/>
              </a:stretch>
            </p:blipFill>
            <p:spPr>
              <a:xfrm>
                <a:off x="3257805" y="2286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2" name="Ink 101">
                <a:extLst>
                  <a:ext uri="{FF2B5EF4-FFF2-40B4-BE49-F238E27FC236}">
                    <a16:creationId xmlns:a16="http://schemas.microsoft.com/office/drawing/2014/main" id="{6DBA0F92-0394-1286-30FA-4BFFDFFA007D}"/>
                  </a:ext>
                </a:extLst>
              </p14:cNvPr>
              <p14:cNvContentPartPr/>
              <p14:nvPr/>
            </p14:nvContentPartPr>
            <p14:xfrm>
              <a:off x="3383085" y="2302241"/>
              <a:ext cx="360" cy="360"/>
            </p14:xfrm>
          </p:contentPart>
        </mc:Choice>
        <mc:Fallback xmlns="">
          <p:pic>
            <p:nvPicPr>
              <p:cNvPr id="102" name="Ink 101">
                <a:extLst>
                  <a:ext uri="{FF2B5EF4-FFF2-40B4-BE49-F238E27FC236}">
                    <a16:creationId xmlns:a16="http://schemas.microsoft.com/office/drawing/2014/main" id="{6DBA0F92-0394-1286-30FA-4BFFDFFA007D}"/>
                  </a:ext>
                </a:extLst>
              </p:cNvPr>
              <p:cNvPicPr/>
              <p:nvPr/>
            </p:nvPicPr>
            <p:blipFill>
              <a:blip r:embed="rId5"/>
              <a:stretch>
                <a:fillRect/>
              </a:stretch>
            </p:blipFill>
            <p:spPr>
              <a:xfrm>
                <a:off x="3376965" y="2296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3" name="Ink 102">
                <a:extLst>
                  <a:ext uri="{FF2B5EF4-FFF2-40B4-BE49-F238E27FC236}">
                    <a16:creationId xmlns:a16="http://schemas.microsoft.com/office/drawing/2014/main" id="{B24A2D7B-5CC9-68E7-CEAD-4D49B2120363}"/>
                  </a:ext>
                </a:extLst>
              </p14:cNvPr>
              <p14:cNvContentPartPr/>
              <p14:nvPr/>
            </p14:nvContentPartPr>
            <p14:xfrm>
              <a:off x="3455805" y="2302241"/>
              <a:ext cx="360" cy="360"/>
            </p14:xfrm>
          </p:contentPart>
        </mc:Choice>
        <mc:Fallback xmlns="">
          <p:pic>
            <p:nvPicPr>
              <p:cNvPr id="103" name="Ink 102">
                <a:extLst>
                  <a:ext uri="{FF2B5EF4-FFF2-40B4-BE49-F238E27FC236}">
                    <a16:creationId xmlns:a16="http://schemas.microsoft.com/office/drawing/2014/main" id="{B24A2D7B-5CC9-68E7-CEAD-4D49B2120363}"/>
                  </a:ext>
                </a:extLst>
              </p:cNvPr>
              <p:cNvPicPr/>
              <p:nvPr/>
            </p:nvPicPr>
            <p:blipFill>
              <a:blip r:embed="rId5"/>
              <a:stretch>
                <a:fillRect/>
              </a:stretch>
            </p:blipFill>
            <p:spPr>
              <a:xfrm>
                <a:off x="3449685" y="2296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4" name="Ink 103">
                <a:extLst>
                  <a:ext uri="{FF2B5EF4-FFF2-40B4-BE49-F238E27FC236}">
                    <a16:creationId xmlns:a16="http://schemas.microsoft.com/office/drawing/2014/main" id="{96E90E92-25A8-B7DD-A6B4-F64A2C341386}"/>
                  </a:ext>
                </a:extLst>
              </p14:cNvPr>
              <p14:cNvContentPartPr/>
              <p14:nvPr/>
            </p14:nvContentPartPr>
            <p14:xfrm>
              <a:off x="3529245" y="2338961"/>
              <a:ext cx="360" cy="360"/>
            </p14:xfrm>
          </p:contentPart>
        </mc:Choice>
        <mc:Fallback xmlns="">
          <p:pic>
            <p:nvPicPr>
              <p:cNvPr id="104" name="Ink 103">
                <a:extLst>
                  <a:ext uri="{FF2B5EF4-FFF2-40B4-BE49-F238E27FC236}">
                    <a16:creationId xmlns:a16="http://schemas.microsoft.com/office/drawing/2014/main" id="{96E90E92-25A8-B7DD-A6B4-F64A2C341386}"/>
                  </a:ext>
                </a:extLst>
              </p:cNvPr>
              <p:cNvPicPr/>
              <p:nvPr/>
            </p:nvPicPr>
            <p:blipFill>
              <a:blip r:embed="rId5"/>
              <a:stretch>
                <a:fillRect/>
              </a:stretch>
            </p:blipFill>
            <p:spPr>
              <a:xfrm>
                <a:off x="3523125" y="2332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5" name="Ink 104">
                <a:extLst>
                  <a:ext uri="{FF2B5EF4-FFF2-40B4-BE49-F238E27FC236}">
                    <a16:creationId xmlns:a16="http://schemas.microsoft.com/office/drawing/2014/main" id="{6B0D0EA7-DD68-D6D3-2534-32EE617F07CC}"/>
                  </a:ext>
                </a:extLst>
              </p14:cNvPr>
              <p14:cNvContentPartPr/>
              <p14:nvPr/>
            </p14:nvContentPartPr>
            <p14:xfrm>
              <a:off x="3620685" y="2329601"/>
              <a:ext cx="360" cy="360"/>
            </p14:xfrm>
          </p:contentPart>
        </mc:Choice>
        <mc:Fallback xmlns="">
          <p:pic>
            <p:nvPicPr>
              <p:cNvPr id="105" name="Ink 104">
                <a:extLst>
                  <a:ext uri="{FF2B5EF4-FFF2-40B4-BE49-F238E27FC236}">
                    <a16:creationId xmlns:a16="http://schemas.microsoft.com/office/drawing/2014/main" id="{6B0D0EA7-DD68-D6D3-2534-32EE617F07CC}"/>
                  </a:ext>
                </a:extLst>
              </p:cNvPr>
              <p:cNvPicPr/>
              <p:nvPr/>
            </p:nvPicPr>
            <p:blipFill>
              <a:blip r:embed="rId5"/>
              <a:stretch>
                <a:fillRect/>
              </a:stretch>
            </p:blipFill>
            <p:spPr>
              <a:xfrm>
                <a:off x="3614565" y="2323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6" name="Ink 105">
                <a:extLst>
                  <a:ext uri="{FF2B5EF4-FFF2-40B4-BE49-F238E27FC236}">
                    <a16:creationId xmlns:a16="http://schemas.microsoft.com/office/drawing/2014/main" id="{707E99F4-A199-DD7C-93DA-2525E07FA9F5}"/>
                  </a:ext>
                </a:extLst>
              </p14:cNvPr>
              <p14:cNvContentPartPr/>
              <p14:nvPr/>
            </p14:nvContentPartPr>
            <p14:xfrm>
              <a:off x="3675405" y="2347961"/>
              <a:ext cx="360" cy="360"/>
            </p14:xfrm>
          </p:contentPart>
        </mc:Choice>
        <mc:Fallback xmlns="">
          <p:pic>
            <p:nvPicPr>
              <p:cNvPr id="106" name="Ink 105">
                <a:extLst>
                  <a:ext uri="{FF2B5EF4-FFF2-40B4-BE49-F238E27FC236}">
                    <a16:creationId xmlns:a16="http://schemas.microsoft.com/office/drawing/2014/main" id="{707E99F4-A199-DD7C-93DA-2525E07FA9F5}"/>
                  </a:ext>
                </a:extLst>
              </p:cNvPr>
              <p:cNvPicPr/>
              <p:nvPr/>
            </p:nvPicPr>
            <p:blipFill>
              <a:blip r:embed="rId5"/>
              <a:stretch>
                <a:fillRect/>
              </a:stretch>
            </p:blipFill>
            <p:spPr>
              <a:xfrm>
                <a:off x="3669285" y="2341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07" name="Ink 106">
                <a:extLst>
                  <a:ext uri="{FF2B5EF4-FFF2-40B4-BE49-F238E27FC236}">
                    <a16:creationId xmlns:a16="http://schemas.microsoft.com/office/drawing/2014/main" id="{2B811394-A627-F1BA-D156-A05B4DE1B671}"/>
                  </a:ext>
                </a:extLst>
              </p14:cNvPr>
              <p14:cNvContentPartPr/>
              <p14:nvPr/>
            </p14:nvContentPartPr>
            <p14:xfrm>
              <a:off x="3739125" y="2347961"/>
              <a:ext cx="360" cy="360"/>
            </p14:xfrm>
          </p:contentPart>
        </mc:Choice>
        <mc:Fallback xmlns="">
          <p:pic>
            <p:nvPicPr>
              <p:cNvPr id="107" name="Ink 106">
                <a:extLst>
                  <a:ext uri="{FF2B5EF4-FFF2-40B4-BE49-F238E27FC236}">
                    <a16:creationId xmlns:a16="http://schemas.microsoft.com/office/drawing/2014/main" id="{2B811394-A627-F1BA-D156-A05B4DE1B671}"/>
                  </a:ext>
                </a:extLst>
              </p:cNvPr>
              <p:cNvPicPr/>
              <p:nvPr/>
            </p:nvPicPr>
            <p:blipFill>
              <a:blip r:embed="rId5"/>
              <a:stretch>
                <a:fillRect/>
              </a:stretch>
            </p:blipFill>
            <p:spPr>
              <a:xfrm>
                <a:off x="3733005" y="2341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08" name="Ink 107">
                <a:extLst>
                  <a:ext uri="{FF2B5EF4-FFF2-40B4-BE49-F238E27FC236}">
                    <a16:creationId xmlns:a16="http://schemas.microsoft.com/office/drawing/2014/main" id="{5DFB7492-CE29-2C52-3C02-06FD1C5A1D63}"/>
                  </a:ext>
                </a:extLst>
              </p14:cNvPr>
              <p14:cNvContentPartPr/>
              <p14:nvPr/>
            </p14:nvContentPartPr>
            <p14:xfrm>
              <a:off x="3840285" y="2384681"/>
              <a:ext cx="360" cy="360"/>
            </p14:xfrm>
          </p:contentPart>
        </mc:Choice>
        <mc:Fallback xmlns="">
          <p:pic>
            <p:nvPicPr>
              <p:cNvPr id="108" name="Ink 107">
                <a:extLst>
                  <a:ext uri="{FF2B5EF4-FFF2-40B4-BE49-F238E27FC236}">
                    <a16:creationId xmlns:a16="http://schemas.microsoft.com/office/drawing/2014/main" id="{5DFB7492-CE29-2C52-3C02-06FD1C5A1D63}"/>
                  </a:ext>
                </a:extLst>
              </p:cNvPr>
              <p:cNvPicPr/>
              <p:nvPr/>
            </p:nvPicPr>
            <p:blipFill>
              <a:blip r:embed="rId5"/>
              <a:stretch>
                <a:fillRect/>
              </a:stretch>
            </p:blipFill>
            <p:spPr>
              <a:xfrm>
                <a:off x="3834165" y="2378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09" name="Ink 108">
                <a:extLst>
                  <a:ext uri="{FF2B5EF4-FFF2-40B4-BE49-F238E27FC236}">
                    <a16:creationId xmlns:a16="http://schemas.microsoft.com/office/drawing/2014/main" id="{332D809D-8396-4CD2-DC86-AC51496613A7}"/>
                  </a:ext>
                </a:extLst>
              </p14:cNvPr>
              <p14:cNvContentPartPr/>
              <p14:nvPr/>
            </p14:nvContentPartPr>
            <p14:xfrm>
              <a:off x="3904005" y="2384681"/>
              <a:ext cx="360" cy="360"/>
            </p14:xfrm>
          </p:contentPart>
        </mc:Choice>
        <mc:Fallback xmlns="">
          <p:pic>
            <p:nvPicPr>
              <p:cNvPr id="109" name="Ink 108">
                <a:extLst>
                  <a:ext uri="{FF2B5EF4-FFF2-40B4-BE49-F238E27FC236}">
                    <a16:creationId xmlns:a16="http://schemas.microsoft.com/office/drawing/2014/main" id="{332D809D-8396-4CD2-DC86-AC51496613A7}"/>
                  </a:ext>
                </a:extLst>
              </p:cNvPr>
              <p:cNvPicPr/>
              <p:nvPr/>
            </p:nvPicPr>
            <p:blipFill>
              <a:blip r:embed="rId5"/>
              <a:stretch>
                <a:fillRect/>
              </a:stretch>
            </p:blipFill>
            <p:spPr>
              <a:xfrm>
                <a:off x="3897885" y="2378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10" name="Ink 109">
                <a:extLst>
                  <a:ext uri="{FF2B5EF4-FFF2-40B4-BE49-F238E27FC236}">
                    <a16:creationId xmlns:a16="http://schemas.microsoft.com/office/drawing/2014/main" id="{5538C932-FD57-2EDF-81F0-56F027DC9A3D}"/>
                  </a:ext>
                </a:extLst>
              </p14:cNvPr>
              <p14:cNvContentPartPr/>
              <p14:nvPr/>
            </p14:nvContentPartPr>
            <p14:xfrm>
              <a:off x="4041525" y="2421041"/>
              <a:ext cx="360" cy="360"/>
            </p14:xfrm>
          </p:contentPart>
        </mc:Choice>
        <mc:Fallback xmlns="">
          <p:pic>
            <p:nvPicPr>
              <p:cNvPr id="110" name="Ink 109">
                <a:extLst>
                  <a:ext uri="{FF2B5EF4-FFF2-40B4-BE49-F238E27FC236}">
                    <a16:creationId xmlns:a16="http://schemas.microsoft.com/office/drawing/2014/main" id="{5538C932-FD57-2EDF-81F0-56F027DC9A3D}"/>
                  </a:ext>
                </a:extLst>
              </p:cNvPr>
              <p:cNvPicPr/>
              <p:nvPr/>
            </p:nvPicPr>
            <p:blipFill>
              <a:blip r:embed="rId5"/>
              <a:stretch>
                <a:fillRect/>
              </a:stretch>
            </p:blipFill>
            <p:spPr>
              <a:xfrm>
                <a:off x="4035405" y="24149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11" name="Ink 110">
                <a:extLst>
                  <a:ext uri="{FF2B5EF4-FFF2-40B4-BE49-F238E27FC236}">
                    <a16:creationId xmlns:a16="http://schemas.microsoft.com/office/drawing/2014/main" id="{CF48A16D-E29D-33A8-ECBB-F20500F1853A}"/>
                  </a:ext>
                </a:extLst>
              </p14:cNvPr>
              <p14:cNvContentPartPr/>
              <p14:nvPr/>
            </p14:nvContentPartPr>
            <p14:xfrm>
              <a:off x="3986445" y="2421041"/>
              <a:ext cx="360" cy="360"/>
            </p14:xfrm>
          </p:contentPart>
        </mc:Choice>
        <mc:Fallback xmlns="">
          <p:pic>
            <p:nvPicPr>
              <p:cNvPr id="111" name="Ink 110">
                <a:extLst>
                  <a:ext uri="{FF2B5EF4-FFF2-40B4-BE49-F238E27FC236}">
                    <a16:creationId xmlns:a16="http://schemas.microsoft.com/office/drawing/2014/main" id="{CF48A16D-E29D-33A8-ECBB-F20500F1853A}"/>
                  </a:ext>
                </a:extLst>
              </p:cNvPr>
              <p:cNvPicPr/>
              <p:nvPr/>
            </p:nvPicPr>
            <p:blipFill>
              <a:blip r:embed="rId5"/>
              <a:stretch>
                <a:fillRect/>
              </a:stretch>
            </p:blipFill>
            <p:spPr>
              <a:xfrm>
                <a:off x="3980325" y="24149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12" name="Ink 111">
                <a:extLst>
                  <a:ext uri="{FF2B5EF4-FFF2-40B4-BE49-F238E27FC236}">
                    <a16:creationId xmlns:a16="http://schemas.microsoft.com/office/drawing/2014/main" id="{67A624D2-9DBF-18D0-B84B-3AC5FA292DFC}"/>
                  </a:ext>
                </a:extLst>
              </p14:cNvPr>
              <p14:cNvContentPartPr/>
              <p14:nvPr/>
            </p14:nvContentPartPr>
            <p14:xfrm>
              <a:off x="4114245" y="2448401"/>
              <a:ext cx="360" cy="360"/>
            </p14:xfrm>
          </p:contentPart>
        </mc:Choice>
        <mc:Fallback xmlns="">
          <p:pic>
            <p:nvPicPr>
              <p:cNvPr id="112" name="Ink 111">
                <a:extLst>
                  <a:ext uri="{FF2B5EF4-FFF2-40B4-BE49-F238E27FC236}">
                    <a16:creationId xmlns:a16="http://schemas.microsoft.com/office/drawing/2014/main" id="{67A624D2-9DBF-18D0-B84B-3AC5FA292DFC}"/>
                  </a:ext>
                </a:extLst>
              </p:cNvPr>
              <p:cNvPicPr/>
              <p:nvPr/>
            </p:nvPicPr>
            <p:blipFill>
              <a:blip r:embed="rId5"/>
              <a:stretch>
                <a:fillRect/>
              </a:stretch>
            </p:blipFill>
            <p:spPr>
              <a:xfrm>
                <a:off x="4108125" y="24422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13" name="Ink 112">
                <a:extLst>
                  <a:ext uri="{FF2B5EF4-FFF2-40B4-BE49-F238E27FC236}">
                    <a16:creationId xmlns:a16="http://schemas.microsoft.com/office/drawing/2014/main" id="{0E9ECCC0-E5F4-440F-5C08-BD78B46673C5}"/>
                  </a:ext>
                </a:extLst>
              </p14:cNvPr>
              <p14:cNvContentPartPr/>
              <p14:nvPr/>
            </p14:nvContentPartPr>
            <p14:xfrm>
              <a:off x="4214685" y="2457401"/>
              <a:ext cx="360" cy="360"/>
            </p14:xfrm>
          </p:contentPart>
        </mc:Choice>
        <mc:Fallback xmlns="">
          <p:pic>
            <p:nvPicPr>
              <p:cNvPr id="113" name="Ink 112">
                <a:extLst>
                  <a:ext uri="{FF2B5EF4-FFF2-40B4-BE49-F238E27FC236}">
                    <a16:creationId xmlns:a16="http://schemas.microsoft.com/office/drawing/2014/main" id="{0E9ECCC0-E5F4-440F-5C08-BD78B46673C5}"/>
                  </a:ext>
                </a:extLst>
              </p:cNvPr>
              <p:cNvPicPr/>
              <p:nvPr/>
            </p:nvPicPr>
            <p:blipFill>
              <a:blip r:embed="rId5"/>
              <a:stretch>
                <a:fillRect/>
              </a:stretch>
            </p:blipFill>
            <p:spPr>
              <a:xfrm>
                <a:off x="4208565" y="24512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14" name="Ink 113">
                <a:extLst>
                  <a:ext uri="{FF2B5EF4-FFF2-40B4-BE49-F238E27FC236}">
                    <a16:creationId xmlns:a16="http://schemas.microsoft.com/office/drawing/2014/main" id="{4A3972C4-229D-D464-35EB-4691D0638DAB}"/>
                  </a:ext>
                </a:extLst>
              </p14:cNvPr>
              <p14:cNvContentPartPr/>
              <p14:nvPr/>
            </p14:nvContentPartPr>
            <p14:xfrm>
              <a:off x="4260765" y="2457401"/>
              <a:ext cx="360" cy="360"/>
            </p14:xfrm>
          </p:contentPart>
        </mc:Choice>
        <mc:Fallback xmlns="">
          <p:pic>
            <p:nvPicPr>
              <p:cNvPr id="114" name="Ink 113">
                <a:extLst>
                  <a:ext uri="{FF2B5EF4-FFF2-40B4-BE49-F238E27FC236}">
                    <a16:creationId xmlns:a16="http://schemas.microsoft.com/office/drawing/2014/main" id="{4A3972C4-229D-D464-35EB-4691D0638DAB}"/>
                  </a:ext>
                </a:extLst>
              </p:cNvPr>
              <p:cNvPicPr/>
              <p:nvPr/>
            </p:nvPicPr>
            <p:blipFill>
              <a:blip r:embed="rId5"/>
              <a:stretch>
                <a:fillRect/>
              </a:stretch>
            </p:blipFill>
            <p:spPr>
              <a:xfrm>
                <a:off x="4254645" y="2451281"/>
                <a:ext cx="12600" cy="12600"/>
              </a:xfrm>
              <a:prstGeom prst="rect">
                <a:avLst/>
              </a:prstGeom>
            </p:spPr>
          </p:pic>
        </mc:Fallback>
      </mc:AlternateContent>
      <p:sp>
        <p:nvSpPr>
          <p:cNvPr id="115" name="TextBox 114">
            <a:extLst>
              <a:ext uri="{FF2B5EF4-FFF2-40B4-BE49-F238E27FC236}">
                <a16:creationId xmlns:a16="http://schemas.microsoft.com/office/drawing/2014/main" id="{3DA781E0-0599-B8B5-EDE9-9F708054630C}"/>
              </a:ext>
            </a:extLst>
          </p:cNvPr>
          <p:cNvSpPr txBox="1"/>
          <p:nvPr/>
        </p:nvSpPr>
        <p:spPr>
          <a:xfrm>
            <a:off x="4260764" y="1904980"/>
            <a:ext cx="550716" cy="261610"/>
          </a:xfrm>
          <a:prstGeom prst="rect">
            <a:avLst/>
          </a:prstGeom>
          <a:noFill/>
        </p:spPr>
        <p:txBody>
          <a:bodyPr wrap="square" rtlCol="0">
            <a:spAutoFit/>
          </a:bodyPr>
          <a:lstStyle/>
          <a:p>
            <a:r>
              <a:rPr lang="en-US" sz="1100" b="1" dirty="0"/>
              <a:t>21.40</a:t>
            </a:r>
          </a:p>
        </p:txBody>
      </p:sp>
      <p:sp>
        <p:nvSpPr>
          <p:cNvPr id="118" name="TextBox 117">
            <a:extLst>
              <a:ext uri="{FF2B5EF4-FFF2-40B4-BE49-F238E27FC236}">
                <a16:creationId xmlns:a16="http://schemas.microsoft.com/office/drawing/2014/main" id="{33E25E42-8C9F-FB25-CC9B-6DB614A4B215}"/>
              </a:ext>
            </a:extLst>
          </p:cNvPr>
          <p:cNvSpPr txBox="1"/>
          <p:nvPr/>
        </p:nvSpPr>
        <p:spPr>
          <a:xfrm>
            <a:off x="4278088" y="2316111"/>
            <a:ext cx="550716" cy="261610"/>
          </a:xfrm>
          <a:prstGeom prst="rect">
            <a:avLst/>
          </a:prstGeom>
          <a:noFill/>
        </p:spPr>
        <p:txBody>
          <a:bodyPr wrap="square" rtlCol="0">
            <a:spAutoFit/>
          </a:bodyPr>
          <a:lstStyle/>
          <a:p>
            <a:r>
              <a:rPr lang="en-US" sz="1100" b="1" dirty="0"/>
              <a:t>15</a:t>
            </a:r>
          </a:p>
        </p:txBody>
      </p:sp>
      <p:sp>
        <p:nvSpPr>
          <p:cNvPr id="120" name="TextBox 119">
            <a:extLst>
              <a:ext uri="{FF2B5EF4-FFF2-40B4-BE49-F238E27FC236}">
                <a16:creationId xmlns:a16="http://schemas.microsoft.com/office/drawing/2014/main" id="{C3784E10-638B-F3CF-5C9D-7D9D42C5D3BD}"/>
              </a:ext>
            </a:extLst>
          </p:cNvPr>
          <p:cNvSpPr txBox="1"/>
          <p:nvPr/>
        </p:nvSpPr>
        <p:spPr>
          <a:xfrm>
            <a:off x="386794" y="3166896"/>
            <a:ext cx="4472548" cy="338554"/>
          </a:xfrm>
          <a:prstGeom prst="rect">
            <a:avLst/>
          </a:prstGeom>
          <a:solidFill>
            <a:schemeClr val="accent1">
              <a:lumMod val="40000"/>
              <a:lumOff val="60000"/>
            </a:schemeClr>
          </a:solidFill>
          <a:ln w="28575">
            <a:solidFill>
              <a:schemeClr val="tx1"/>
            </a:solidFill>
          </a:ln>
        </p:spPr>
        <p:txBody>
          <a:bodyPr wrap="square" rtlCol="0">
            <a:spAutoFit/>
          </a:bodyPr>
          <a:lstStyle/>
          <a:p>
            <a:r>
              <a:rPr lang="en-US" sz="1600" b="1" u="sng" dirty="0"/>
              <a:t>Example of Synthetic Long stock for strike @30</a:t>
            </a:r>
          </a:p>
        </p:txBody>
      </p:sp>
      <mc:AlternateContent xmlns:mc="http://schemas.openxmlformats.org/markup-compatibility/2006" xmlns:p14="http://schemas.microsoft.com/office/powerpoint/2010/main">
        <mc:Choice Requires="p14">
          <p:contentPart p14:bwMode="auto" r:id="rId83">
            <p14:nvContentPartPr>
              <p14:cNvPr id="121" name="Ink 120">
                <a:extLst>
                  <a:ext uri="{FF2B5EF4-FFF2-40B4-BE49-F238E27FC236}">
                    <a16:creationId xmlns:a16="http://schemas.microsoft.com/office/drawing/2014/main" id="{62C3B966-1993-6633-1EF7-A151180B1449}"/>
                  </a:ext>
                </a:extLst>
              </p14:cNvPr>
              <p14:cNvContentPartPr/>
              <p14:nvPr/>
            </p14:nvContentPartPr>
            <p14:xfrm>
              <a:off x="2641845" y="1744601"/>
              <a:ext cx="360" cy="360"/>
            </p14:xfrm>
          </p:contentPart>
        </mc:Choice>
        <mc:Fallback xmlns="">
          <p:pic>
            <p:nvPicPr>
              <p:cNvPr id="121" name="Ink 120">
                <a:extLst>
                  <a:ext uri="{FF2B5EF4-FFF2-40B4-BE49-F238E27FC236}">
                    <a16:creationId xmlns:a16="http://schemas.microsoft.com/office/drawing/2014/main" id="{62C3B966-1993-6633-1EF7-A151180B1449}"/>
                  </a:ext>
                </a:extLst>
              </p:cNvPr>
              <p:cNvPicPr/>
              <p:nvPr/>
            </p:nvPicPr>
            <p:blipFill>
              <a:blip r:embed="rId5"/>
              <a:stretch>
                <a:fillRect/>
              </a:stretch>
            </p:blipFill>
            <p:spPr>
              <a:xfrm>
                <a:off x="2635725" y="1738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22" name="Ink 121">
                <a:extLst>
                  <a:ext uri="{FF2B5EF4-FFF2-40B4-BE49-F238E27FC236}">
                    <a16:creationId xmlns:a16="http://schemas.microsoft.com/office/drawing/2014/main" id="{FEA378BA-E245-D7CF-135E-ABD25E76B6C7}"/>
                  </a:ext>
                </a:extLst>
              </p14:cNvPr>
              <p14:cNvContentPartPr/>
              <p14:nvPr/>
            </p14:nvContentPartPr>
            <p14:xfrm>
              <a:off x="2770365" y="1753601"/>
              <a:ext cx="360" cy="360"/>
            </p14:xfrm>
          </p:contentPart>
        </mc:Choice>
        <mc:Fallback xmlns="">
          <p:pic>
            <p:nvPicPr>
              <p:cNvPr id="122" name="Ink 121">
                <a:extLst>
                  <a:ext uri="{FF2B5EF4-FFF2-40B4-BE49-F238E27FC236}">
                    <a16:creationId xmlns:a16="http://schemas.microsoft.com/office/drawing/2014/main" id="{FEA378BA-E245-D7CF-135E-ABD25E76B6C7}"/>
                  </a:ext>
                </a:extLst>
              </p:cNvPr>
              <p:cNvPicPr/>
              <p:nvPr/>
            </p:nvPicPr>
            <p:blipFill>
              <a:blip r:embed="rId5"/>
              <a:stretch>
                <a:fillRect/>
              </a:stretch>
            </p:blipFill>
            <p:spPr>
              <a:xfrm>
                <a:off x="276424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23" name="Ink 122">
                <a:extLst>
                  <a:ext uri="{FF2B5EF4-FFF2-40B4-BE49-F238E27FC236}">
                    <a16:creationId xmlns:a16="http://schemas.microsoft.com/office/drawing/2014/main" id="{9D4F5030-55E6-C098-42C0-F65312825708}"/>
                  </a:ext>
                </a:extLst>
              </p14:cNvPr>
              <p14:cNvContentPartPr/>
              <p14:nvPr/>
            </p14:nvContentPartPr>
            <p14:xfrm>
              <a:off x="2898165" y="1753601"/>
              <a:ext cx="360" cy="360"/>
            </p14:xfrm>
          </p:contentPart>
        </mc:Choice>
        <mc:Fallback xmlns="">
          <p:pic>
            <p:nvPicPr>
              <p:cNvPr id="123" name="Ink 122">
                <a:extLst>
                  <a:ext uri="{FF2B5EF4-FFF2-40B4-BE49-F238E27FC236}">
                    <a16:creationId xmlns:a16="http://schemas.microsoft.com/office/drawing/2014/main" id="{9D4F5030-55E6-C098-42C0-F65312825708}"/>
                  </a:ext>
                </a:extLst>
              </p:cNvPr>
              <p:cNvPicPr/>
              <p:nvPr/>
            </p:nvPicPr>
            <p:blipFill>
              <a:blip r:embed="rId5"/>
              <a:stretch>
                <a:fillRect/>
              </a:stretch>
            </p:blipFill>
            <p:spPr>
              <a:xfrm>
                <a:off x="289204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24" name="Ink 123">
                <a:extLst>
                  <a:ext uri="{FF2B5EF4-FFF2-40B4-BE49-F238E27FC236}">
                    <a16:creationId xmlns:a16="http://schemas.microsoft.com/office/drawing/2014/main" id="{6A928EE4-A3C9-0408-A0E2-2B9A9740CA55}"/>
                  </a:ext>
                </a:extLst>
              </p14:cNvPr>
              <p14:cNvContentPartPr/>
              <p14:nvPr/>
            </p14:nvContentPartPr>
            <p14:xfrm>
              <a:off x="2971245" y="1753601"/>
              <a:ext cx="360" cy="360"/>
            </p14:xfrm>
          </p:contentPart>
        </mc:Choice>
        <mc:Fallback xmlns="">
          <p:pic>
            <p:nvPicPr>
              <p:cNvPr id="124" name="Ink 123">
                <a:extLst>
                  <a:ext uri="{FF2B5EF4-FFF2-40B4-BE49-F238E27FC236}">
                    <a16:creationId xmlns:a16="http://schemas.microsoft.com/office/drawing/2014/main" id="{6A928EE4-A3C9-0408-A0E2-2B9A9740CA55}"/>
                  </a:ext>
                </a:extLst>
              </p:cNvPr>
              <p:cNvPicPr/>
              <p:nvPr/>
            </p:nvPicPr>
            <p:blipFill>
              <a:blip r:embed="rId5"/>
              <a:stretch>
                <a:fillRect/>
              </a:stretch>
            </p:blipFill>
            <p:spPr>
              <a:xfrm>
                <a:off x="2965125" y="17474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25" name="Ink 124">
                <a:extLst>
                  <a:ext uri="{FF2B5EF4-FFF2-40B4-BE49-F238E27FC236}">
                    <a16:creationId xmlns:a16="http://schemas.microsoft.com/office/drawing/2014/main" id="{8129C92C-841B-0952-784E-2DB04909EAE6}"/>
                  </a:ext>
                </a:extLst>
              </p14:cNvPr>
              <p14:cNvContentPartPr/>
              <p14:nvPr/>
            </p14:nvContentPartPr>
            <p14:xfrm>
              <a:off x="3081045" y="1707881"/>
              <a:ext cx="360" cy="360"/>
            </p14:xfrm>
          </p:contentPart>
        </mc:Choice>
        <mc:Fallback xmlns="">
          <p:pic>
            <p:nvPicPr>
              <p:cNvPr id="125" name="Ink 124">
                <a:extLst>
                  <a:ext uri="{FF2B5EF4-FFF2-40B4-BE49-F238E27FC236}">
                    <a16:creationId xmlns:a16="http://schemas.microsoft.com/office/drawing/2014/main" id="{8129C92C-841B-0952-784E-2DB04909EAE6}"/>
                  </a:ext>
                </a:extLst>
              </p:cNvPr>
              <p:cNvPicPr/>
              <p:nvPr/>
            </p:nvPicPr>
            <p:blipFill>
              <a:blip r:embed="rId5"/>
              <a:stretch>
                <a:fillRect/>
              </a:stretch>
            </p:blipFill>
            <p:spPr>
              <a:xfrm>
                <a:off x="3074925" y="1701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26" name="Ink 125">
                <a:extLst>
                  <a:ext uri="{FF2B5EF4-FFF2-40B4-BE49-F238E27FC236}">
                    <a16:creationId xmlns:a16="http://schemas.microsoft.com/office/drawing/2014/main" id="{57D110B7-7BEC-91D5-D9E9-FB91FD76D59D}"/>
                  </a:ext>
                </a:extLst>
              </p14:cNvPr>
              <p14:cNvContentPartPr/>
              <p14:nvPr/>
            </p14:nvContentPartPr>
            <p14:xfrm>
              <a:off x="3181845" y="1689521"/>
              <a:ext cx="360" cy="360"/>
            </p14:xfrm>
          </p:contentPart>
        </mc:Choice>
        <mc:Fallback xmlns="">
          <p:pic>
            <p:nvPicPr>
              <p:cNvPr id="126" name="Ink 125">
                <a:extLst>
                  <a:ext uri="{FF2B5EF4-FFF2-40B4-BE49-F238E27FC236}">
                    <a16:creationId xmlns:a16="http://schemas.microsoft.com/office/drawing/2014/main" id="{57D110B7-7BEC-91D5-D9E9-FB91FD76D59D}"/>
                  </a:ext>
                </a:extLst>
              </p:cNvPr>
              <p:cNvPicPr/>
              <p:nvPr/>
            </p:nvPicPr>
            <p:blipFill>
              <a:blip r:embed="rId5"/>
              <a:stretch>
                <a:fillRect/>
              </a:stretch>
            </p:blipFill>
            <p:spPr>
              <a:xfrm>
                <a:off x="3175725" y="1683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27" name="Ink 126">
                <a:extLst>
                  <a:ext uri="{FF2B5EF4-FFF2-40B4-BE49-F238E27FC236}">
                    <a16:creationId xmlns:a16="http://schemas.microsoft.com/office/drawing/2014/main" id="{622D700C-F578-9018-237B-5D832CE6663C}"/>
                  </a:ext>
                </a:extLst>
              </p14:cNvPr>
              <p14:cNvContentPartPr/>
              <p14:nvPr/>
            </p14:nvContentPartPr>
            <p14:xfrm>
              <a:off x="3309645" y="1652801"/>
              <a:ext cx="360" cy="360"/>
            </p14:xfrm>
          </p:contentPart>
        </mc:Choice>
        <mc:Fallback xmlns="">
          <p:pic>
            <p:nvPicPr>
              <p:cNvPr id="127" name="Ink 126">
                <a:extLst>
                  <a:ext uri="{FF2B5EF4-FFF2-40B4-BE49-F238E27FC236}">
                    <a16:creationId xmlns:a16="http://schemas.microsoft.com/office/drawing/2014/main" id="{622D700C-F578-9018-237B-5D832CE6663C}"/>
                  </a:ext>
                </a:extLst>
              </p:cNvPr>
              <p:cNvPicPr/>
              <p:nvPr/>
            </p:nvPicPr>
            <p:blipFill>
              <a:blip r:embed="rId5"/>
              <a:stretch>
                <a:fillRect/>
              </a:stretch>
            </p:blipFill>
            <p:spPr>
              <a:xfrm>
                <a:off x="3303525" y="16466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28" name="Ink 127">
                <a:extLst>
                  <a:ext uri="{FF2B5EF4-FFF2-40B4-BE49-F238E27FC236}">
                    <a16:creationId xmlns:a16="http://schemas.microsoft.com/office/drawing/2014/main" id="{67E3FD28-DC36-1B29-E203-6474292A0845}"/>
                  </a:ext>
                </a:extLst>
              </p14:cNvPr>
              <p14:cNvContentPartPr/>
              <p14:nvPr/>
            </p14:nvContentPartPr>
            <p14:xfrm>
              <a:off x="3383085" y="1680521"/>
              <a:ext cx="360" cy="360"/>
            </p14:xfrm>
          </p:contentPart>
        </mc:Choice>
        <mc:Fallback xmlns="">
          <p:pic>
            <p:nvPicPr>
              <p:cNvPr id="128" name="Ink 127">
                <a:extLst>
                  <a:ext uri="{FF2B5EF4-FFF2-40B4-BE49-F238E27FC236}">
                    <a16:creationId xmlns:a16="http://schemas.microsoft.com/office/drawing/2014/main" id="{67E3FD28-DC36-1B29-E203-6474292A0845}"/>
                  </a:ext>
                </a:extLst>
              </p:cNvPr>
              <p:cNvPicPr/>
              <p:nvPr/>
            </p:nvPicPr>
            <p:blipFill>
              <a:blip r:embed="rId5"/>
              <a:stretch>
                <a:fillRect/>
              </a:stretch>
            </p:blipFill>
            <p:spPr>
              <a:xfrm>
                <a:off x="3376965" y="1674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29" name="Ink 128">
                <a:extLst>
                  <a:ext uri="{FF2B5EF4-FFF2-40B4-BE49-F238E27FC236}">
                    <a16:creationId xmlns:a16="http://schemas.microsoft.com/office/drawing/2014/main" id="{15F09148-5910-21F6-C675-8BFBBB8C16D1}"/>
                  </a:ext>
                </a:extLst>
              </p14:cNvPr>
              <p14:cNvContentPartPr/>
              <p14:nvPr/>
            </p14:nvContentPartPr>
            <p14:xfrm>
              <a:off x="3437445" y="1716881"/>
              <a:ext cx="360" cy="360"/>
            </p14:xfrm>
          </p:contentPart>
        </mc:Choice>
        <mc:Fallback xmlns="">
          <p:pic>
            <p:nvPicPr>
              <p:cNvPr id="129" name="Ink 128">
                <a:extLst>
                  <a:ext uri="{FF2B5EF4-FFF2-40B4-BE49-F238E27FC236}">
                    <a16:creationId xmlns:a16="http://schemas.microsoft.com/office/drawing/2014/main" id="{15F09148-5910-21F6-C675-8BFBBB8C16D1}"/>
                  </a:ext>
                </a:extLst>
              </p:cNvPr>
              <p:cNvPicPr/>
              <p:nvPr/>
            </p:nvPicPr>
            <p:blipFill>
              <a:blip r:embed="rId5"/>
              <a:stretch>
                <a:fillRect/>
              </a:stretch>
            </p:blipFill>
            <p:spPr>
              <a:xfrm>
                <a:off x="3431325" y="1710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30" name="Ink 129">
                <a:extLst>
                  <a:ext uri="{FF2B5EF4-FFF2-40B4-BE49-F238E27FC236}">
                    <a16:creationId xmlns:a16="http://schemas.microsoft.com/office/drawing/2014/main" id="{A834030F-25F9-8A5F-219F-323B4038BFC1}"/>
                  </a:ext>
                </a:extLst>
              </p14:cNvPr>
              <p14:cNvContentPartPr/>
              <p14:nvPr/>
            </p14:nvContentPartPr>
            <p14:xfrm>
              <a:off x="3519885" y="1771961"/>
              <a:ext cx="360" cy="360"/>
            </p14:xfrm>
          </p:contentPart>
        </mc:Choice>
        <mc:Fallback xmlns="">
          <p:pic>
            <p:nvPicPr>
              <p:cNvPr id="130" name="Ink 129">
                <a:extLst>
                  <a:ext uri="{FF2B5EF4-FFF2-40B4-BE49-F238E27FC236}">
                    <a16:creationId xmlns:a16="http://schemas.microsoft.com/office/drawing/2014/main" id="{A834030F-25F9-8A5F-219F-323B4038BFC1}"/>
                  </a:ext>
                </a:extLst>
              </p:cNvPr>
              <p:cNvPicPr/>
              <p:nvPr/>
            </p:nvPicPr>
            <p:blipFill>
              <a:blip r:embed="rId5"/>
              <a:stretch>
                <a:fillRect/>
              </a:stretch>
            </p:blipFill>
            <p:spPr>
              <a:xfrm>
                <a:off x="3513765" y="1765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31" name="Ink 130">
                <a:extLst>
                  <a:ext uri="{FF2B5EF4-FFF2-40B4-BE49-F238E27FC236}">
                    <a16:creationId xmlns:a16="http://schemas.microsoft.com/office/drawing/2014/main" id="{100D1310-CBE3-D7FF-F6C9-0856F2B1832B}"/>
                  </a:ext>
                </a:extLst>
              </p14:cNvPr>
              <p14:cNvContentPartPr/>
              <p14:nvPr/>
            </p14:nvContentPartPr>
            <p14:xfrm>
              <a:off x="3602325" y="1808321"/>
              <a:ext cx="360" cy="360"/>
            </p14:xfrm>
          </p:contentPart>
        </mc:Choice>
        <mc:Fallback xmlns="">
          <p:pic>
            <p:nvPicPr>
              <p:cNvPr id="131" name="Ink 130">
                <a:extLst>
                  <a:ext uri="{FF2B5EF4-FFF2-40B4-BE49-F238E27FC236}">
                    <a16:creationId xmlns:a16="http://schemas.microsoft.com/office/drawing/2014/main" id="{100D1310-CBE3-D7FF-F6C9-0856F2B1832B}"/>
                  </a:ext>
                </a:extLst>
              </p:cNvPr>
              <p:cNvPicPr/>
              <p:nvPr/>
            </p:nvPicPr>
            <p:blipFill>
              <a:blip r:embed="rId5"/>
              <a:stretch>
                <a:fillRect/>
              </a:stretch>
            </p:blipFill>
            <p:spPr>
              <a:xfrm>
                <a:off x="3596205" y="1802201"/>
                <a:ext cx="12600" cy="12600"/>
              </a:xfrm>
              <a:prstGeom prst="rect">
                <a:avLst/>
              </a:prstGeom>
            </p:spPr>
          </p:pic>
        </mc:Fallback>
      </mc:AlternateContent>
      <p:grpSp>
        <p:nvGrpSpPr>
          <p:cNvPr id="146" name="Group 145">
            <a:extLst>
              <a:ext uri="{FF2B5EF4-FFF2-40B4-BE49-F238E27FC236}">
                <a16:creationId xmlns:a16="http://schemas.microsoft.com/office/drawing/2014/main" id="{739E98B4-43EC-0D70-4E22-41F9A446C379}"/>
              </a:ext>
            </a:extLst>
          </p:cNvPr>
          <p:cNvGrpSpPr/>
          <p:nvPr/>
        </p:nvGrpSpPr>
        <p:grpSpPr>
          <a:xfrm>
            <a:off x="3703125" y="1817321"/>
            <a:ext cx="45720" cy="360"/>
            <a:chOff x="4142304" y="5275656"/>
            <a:chExt cx="45720" cy="360"/>
          </a:xfrm>
        </p:grpSpPr>
        <mc:AlternateContent xmlns:mc="http://schemas.openxmlformats.org/markup-compatibility/2006" xmlns:p14="http://schemas.microsoft.com/office/powerpoint/2010/main">
          <mc:Choice Requires="p14">
            <p:contentPart p14:bwMode="auto" r:id="rId94">
              <p14:nvContentPartPr>
                <p14:cNvPr id="132" name="Ink 131">
                  <a:extLst>
                    <a:ext uri="{FF2B5EF4-FFF2-40B4-BE49-F238E27FC236}">
                      <a16:creationId xmlns:a16="http://schemas.microsoft.com/office/drawing/2014/main" id="{7B52D106-D567-EA29-4AEA-045192C2F2BF}"/>
                    </a:ext>
                  </a:extLst>
                </p14:cNvPr>
                <p14:cNvContentPartPr/>
                <p14:nvPr/>
              </p14:nvContentPartPr>
              <p14:xfrm>
                <a:off x="4142304" y="5275656"/>
                <a:ext cx="360" cy="360"/>
              </p14:xfrm>
            </p:contentPart>
          </mc:Choice>
          <mc:Fallback xmlns="">
            <p:pic>
              <p:nvPicPr>
                <p:cNvPr id="132" name="Ink 131">
                  <a:extLst>
                    <a:ext uri="{FF2B5EF4-FFF2-40B4-BE49-F238E27FC236}">
                      <a16:creationId xmlns:a16="http://schemas.microsoft.com/office/drawing/2014/main" id="{7B52D106-D567-EA29-4AEA-045192C2F2BF}"/>
                    </a:ext>
                  </a:extLst>
                </p:cNvPr>
                <p:cNvPicPr/>
                <p:nvPr/>
              </p:nvPicPr>
              <p:blipFill>
                <a:blip r:embed="rId5"/>
                <a:stretch>
                  <a:fillRect/>
                </a:stretch>
              </p:blipFill>
              <p:spPr>
                <a:xfrm>
                  <a:off x="4136184" y="52695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33" name="Ink 132">
                  <a:extLst>
                    <a:ext uri="{FF2B5EF4-FFF2-40B4-BE49-F238E27FC236}">
                      <a16:creationId xmlns:a16="http://schemas.microsoft.com/office/drawing/2014/main" id="{82E7CF4C-3687-9539-4B32-996D71AF9ED8}"/>
                    </a:ext>
                  </a:extLst>
                </p14:cNvPr>
                <p14:cNvContentPartPr/>
                <p14:nvPr/>
              </p14:nvContentPartPr>
              <p14:xfrm>
                <a:off x="4187664" y="5275656"/>
                <a:ext cx="360" cy="360"/>
              </p14:xfrm>
            </p:contentPart>
          </mc:Choice>
          <mc:Fallback xmlns="">
            <p:pic>
              <p:nvPicPr>
                <p:cNvPr id="133" name="Ink 132">
                  <a:extLst>
                    <a:ext uri="{FF2B5EF4-FFF2-40B4-BE49-F238E27FC236}">
                      <a16:creationId xmlns:a16="http://schemas.microsoft.com/office/drawing/2014/main" id="{82E7CF4C-3687-9539-4B32-996D71AF9ED8}"/>
                    </a:ext>
                  </a:extLst>
                </p:cNvPr>
                <p:cNvPicPr/>
                <p:nvPr/>
              </p:nvPicPr>
              <p:blipFill>
                <a:blip r:embed="rId5"/>
                <a:stretch>
                  <a:fillRect/>
                </a:stretch>
              </p:blipFill>
              <p:spPr>
                <a:xfrm>
                  <a:off x="4181544" y="526953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6">
            <p14:nvContentPartPr>
              <p14:cNvPr id="134" name="Ink 133">
                <a:extLst>
                  <a:ext uri="{FF2B5EF4-FFF2-40B4-BE49-F238E27FC236}">
                    <a16:creationId xmlns:a16="http://schemas.microsoft.com/office/drawing/2014/main" id="{7FBE9500-22FA-600C-FDA4-2AEB179C65A5}"/>
                  </a:ext>
                </a:extLst>
              </p14:cNvPr>
              <p14:cNvContentPartPr/>
              <p14:nvPr/>
            </p14:nvContentPartPr>
            <p14:xfrm>
              <a:off x="3821925" y="1798961"/>
              <a:ext cx="360" cy="360"/>
            </p14:xfrm>
          </p:contentPart>
        </mc:Choice>
        <mc:Fallback xmlns="">
          <p:pic>
            <p:nvPicPr>
              <p:cNvPr id="134" name="Ink 133">
                <a:extLst>
                  <a:ext uri="{FF2B5EF4-FFF2-40B4-BE49-F238E27FC236}">
                    <a16:creationId xmlns:a16="http://schemas.microsoft.com/office/drawing/2014/main" id="{7FBE9500-22FA-600C-FDA4-2AEB179C65A5}"/>
                  </a:ext>
                </a:extLst>
              </p:cNvPr>
              <p:cNvPicPr/>
              <p:nvPr/>
            </p:nvPicPr>
            <p:blipFill>
              <a:blip r:embed="rId5"/>
              <a:stretch>
                <a:fillRect/>
              </a:stretch>
            </p:blipFill>
            <p:spPr>
              <a:xfrm>
                <a:off x="3815805" y="1792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35" name="Ink 134">
                <a:extLst>
                  <a:ext uri="{FF2B5EF4-FFF2-40B4-BE49-F238E27FC236}">
                    <a16:creationId xmlns:a16="http://schemas.microsoft.com/office/drawing/2014/main" id="{EE8FD44D-C2F8-4E5A-689E-17096E7E4B0C}"/>
                  </a:ext>
                </a:extLst>
              </p14:cNvPr>
              <p14:cNvContentPartPr/>
              <p14:nvPr/>
            </p14:nvContentPartPr>
            <p14:xfrm>
              <a:off x="3904005" y="1762961"/>
              <a:ext cx="360" cy="360"/>
            </p14:xfrm>
          </p:contentPart>
        </mc:Choice>
        <mc:Fallback xmlns="">
          <p:pic>
            <p:nvPicPr>
              <p:cNvPr id="135" name="Ink 134">
                <a:extLst>
                  <a:ext uri="{FF2B5EF4-FFF2-40B4-BE49-F238E27FC236}">
                    <a16:creationId xmlns:a16="http://schemas.microsoft.com/office/drawing/2014/main" id="{EE8FD44D-C2F8-4E5A-689E-17096E7E4B0C}"/>
                  </a:ext>
                </a:extLst>
              </p:cNvPr>
              <p:cNvPicPr/>
              <p:nvPr/>
            </p:nvPicPr>
            <p:blipFill>
              <a:blip r:embed="rId5"/>
              <a:stretch>
                <a:fillRect/>
              </a:stretch>
            </p:blipFill>
            <p:spPr>
              <a:xfrm>
                <a:off x="3897885" y="1756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36" name="Ink 135">
                <a:extLst>
                  <a:ext uri="{FF2B5EF4-FFF2-40B4-BE49-F238E27FC236}">
                    <a16:creationId xmlns:a16="http://schemas.microsoft.com/office/drawing/2014/main" id="{798A30B3-7EC4-D4D8-CC3C-CA40B4063BF6}"/>
                  </a:ext>
                </a:extLst>
              </p14:cNvPr>
              <p14:cNvContentPartPr/>
              <p14:nvPr/>
            </p14:nvContentPartPr>
            <p14:xfrm>
              <a:off x="3931365" y="1735241"/>
              <a:ext cx="360" cy="360"/>
            </p14:xfrm>
          </p:contentPart>
        </mc:Choice>
        <mc:Fallback xmlns="">
          <p:pic>
            <p:nvPicPr>
              <p:cNvPr id="136" name="Ink 135">
                <a:extLst>
                  <a:ext uri="{FF2B5EF4-FFF2-40B4-BE49-F238E27FC236}">
                    <a16:creationId xmlns:a16="http://schemas.microsoft.com/office/drawing/2014/main" id="{798A30B3-7EC4-D4D8-CC3C-CA40B4063BF6}"/>
                  </a:ext>
                </a:extLst>
              </p:cNvPr>
              <p:cNvPicPr/>
              <p:nvPr/>
            </p:nvPicPr>
            <p:blipFill>
              <a:blip r:embed="rId5"/>
              <a:stretch>
                <a:fillRect/>
              </a:stretch>
            </p:blipFill>
            <p:spPr>
              <a:xfrm>
                <a:off x="3925245" y="1729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37" name="Ink 136">
                <a:extLst>
                  <a:ext uri="{FF2B5EF4-FFF2-40B4-BE49-F238E27FC236}">
                    <a16:creationId xmlns:a16="http://schemas.microsoft.com/office/drawing/2014/main" id="{4B7E5B7F-EA26-F2E8-1BA3-819B494647AC}"/>
                  </a:ext>
                </a:extLst>
              </p14:cNvPr>
              <p14:cNvContentPartPr/>
              <p14:nvPr/>
            </p14:nvContentPartPr>
            <p14:xfrm>
              <a:off x="4013805" y="1680521"/>
              <a:ext cx="360" cy="360"/>
            </p14:xfrm>
          </p:contentPart>
        </mc:Choice>
        <mc:Fallback xmlns="">
          <p:pic>
            <p:nvPicPr>
              <p:cNvPr id="137" name="Ink 136">
                <a:extLst>
                  <a:ext uri="{FF2B5EF4-FFF2-40B4-BE49-F238E27FC236}">
                    <a16:creationId xmlns:a16="http://schemas.microsoft.com/office/drawing/2014/main" id="{4B7E5B7F-EA26-F2E8-1BA3-819B494647AC}"/>
                  </a:ext>
                </a:extLst>
              </p:cNvPr>
              <p:cNvPicPr/>
              <p:nvPr/>
            </p:nvPicPr>
            <p:blipFill>
              <a:blip r:embed="rId5"/>
              <a:stretch>
                <a:fillRect/>
              </a:stretch>
            </p:blipFill>
            <p:spPr>
              <a:xfrm>
                <a:off x="4007685" y="1674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38" name="Ink 137">
                <a:extLst>
                  <a:ext uri="{FF2B5EF4-FFF2-40B4-BE49-F238E27FC236}">
                    <a16:creationId xmlns:a16="http://schemas.microsoft.com/office/drawing/2014/main" id="{4C678D13-6E5C-31C9-8858-60D29AA3BA83}"/>
                  </a:ext>
                </a:extLst>
              </p14:cNvPr>
              <p14:cNvContentPartPr/>
              <p14:nvPr/>
            </p14:nvContentPartPr>
            <p14:xfrm>
              <a:off x="4059525" y="1671161"/>
              <a:ext cx="360" cy="360"/>
            </p14:xfrm>
          </p:contentPart>
        </mc:Choice>
        <mc:Fallback xmlns="">
          <p:pic>
            <p:nvPicPr>
              <p:cNvPr id="138" name="Ink 137">
                <a:extLst>
                  <a:ext uri="{FF2B5EF4-FFF2-40B4-BE49-F238E27FC236}">
                    <a16:creationId xmlns:a16="http://schemas.microsoft.com/office/drawing/2014/main" id="{4C678D13-6E5C-31C9-8858-60D29AA3BA83}"/>
                  </a:ext>
                </a:extLst>
              </p:cNvPr>
              <p:cNvPicPr/>
              <p:nvPr/>
            </p:nvPicPr>
            <p:blipFill>
              <a:blip r:embed="rId5"/>
              <a:stretch>
                <a:fillRect/>
              </a:stretch>
            </p:blipFill>
            <p:spPr>
              <a:xfrm>
                <a:off x="4053405" y="1665041"/>
                <a:ext cx="12600" cy="12600"/>
              </a:xfrm>
              <a:prstGeom prst="rect">
                <a:avLst/>
              </a:prstGeom>
            </p:spPr>
          </p:pic>
        </mc:Fallback>
      </mc:AlternateContent>
      <p:grpSp>
        <p:nvGrpSpPr>
          <p:cNvPr id="145" name="Group 144">
            <a:extLst>
              <a:ext uri="{FF2B5EF4-FFF2-40B4-BE49-F238E27FC236}">
                <a16:creationId xmlns:a16="http://schemas.microsoft.com/office/drawing/2014/main" id="{BFB5D21D-3951-229E-E930-494FD4D7D4AD}"/>
              </a:ext>
            </a:extLst>
          </p:cNvPr>
          <p:cNvGrpSpPr/>
          <p:nvPr/>
        </p:nvGrpSpPr>
        <p:grpSpPr>
          <a:xfrm>
            <a:off x="4169325" y="1662161"/>
            <a:ext cx="9360" cy="360"/>
            <a:chOff x="4608504" y="5120496"/>
            <a:chExt cx="9360" cy="360"/>
          </a:xfrm>
        </p:grpSpPr>
        <mc:AlternateContent xmlns:mc="http://schemas.openxmlformats.org/markup-compatibility/2006" xmlns:p14="http://schemas.microsoft.com/office/powerpoint/2010/main">
          <mc:Choice Requires="p14">
            <p:contentPart p14:bwMode="auto" r:id="rId101">
              <p14:nvContentPartPr>
                <p14:cNvPr id="139" name="Ink 138">
                  <a:extLst>
                    <a:ext uri="{FF2B5EF4-FFF2-40B4-BE49-F238E27FC236}">
                      <a16:creationId xmlns:a16="http://schemas.microsoft.com/office/drawing/2014/main" id="{BC12BA76-C6D4-209E-DE8F-AE4ADB351941}"/>
                    </a:ext>
                  </a:extLst>
                </p14:cNvPr>
                <p14:cNvContentPartPr/>
                <p14:nvPr/>
              </p14:nvContentPartPr>
              <p14:xfrm>
                <a:off x="4608504" y="5120496"/>
                <a:ext cx="360" cy="360"/>
              </p14:xfrm>
            </p:contentPart>
          </mc:Choice>
          <mc:Fallback xmlns="">
            <p:pic>
              <p:nvPicPr>
                <p:cNvPr id="139" name="Ink 138">
                  <a:extLst>
                    <a:ext uri="{FF2B5EF4-FFF2-40B4-BE49-F238E27FC236}">
                      <a16:creationId xmlns:a16="http://schemas.microsoft.com/office/drawing/2014/main" id="{BC12BA76-C6D4-209E-DE8F-AE4ADB351941}"/>
                    </a:ext>
                  </a:extLst>
                </p:cNvPr>
                <p:cNvPicPr/>
                <p:nvPr/>
              </p:nvPicPr>
              <p:blipFill>
                <a:blip r:embed="rId5"/>
                <a:stretch>
                  <a:fillRect/>
                </a:stretch>
              </p:blipFill>
              <p:spPr>
                <a:xfrm>
                  <a:off x="4602384" y="51143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40" name="Ink 139">
                  <a:extLst>
                    <a:ext uri="{FF2B5EF4-FFF2-40B4-BE49-F238E27FC236}">
                      <a16:creationId xmlns:a16="http://schemas.microsoft.com/office/drawing/2014/main" id="{E0944072-7426-99AA-39A4-9DA4A9FD8E1F}"/>
                    </a:ext>
                  </a:extLst>
                </p14:cNvPr>
                <p14:cNvContentPartPr/>
                <p14:nvPr/>
              </p14:nvContentPartPr>
              <p14:xfrm>
                <a:off x="4617504" y="5120496"/>
                <a:ext cx="360" cy="360"/>
              </p14:xfrm>
            </p:contentPart>
          </mc:Choice>
          <mc:Fallback xmlns="">
            <p:pic>
              <p:nvPicPr>
                <p:cNvPr id="140" name="Ink 139">
                  <a:extLst>
                    <a:ext uri="{FF2B5EF4-FFF2-40B4-BE49-F238E27FC236}">
                      <a16:creationId xmlns:a16="http://schemas.microsoft.com/office/drawing/2014/main" id="{E0944072-7426-99AA-39A4-9DA4A9FD8E1F}"/>
                    </a:ext>
                  </a:extLst>
                </p:cNvPr>
                <p:cNvPicPr/>
                <p:nvPr/>
              </p:nvPicPr>
              <p:blipFill>
                <a:blip r:embed="rId5"/>
                <a:stretch>
                  <a:fillRect/>
                </a:stretch>
              </p:blipFill>
              <p:spPr>
                <a:xfrm>
                  <a:off x="4611384" y="511437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3">
            <p14:nvContentPartPr>
              <p14:cNvPr id="141" name="Ink 140">
                <a:extLst>
                  <a:ext uri="{FF2B5EF4-FFF2-40B4-BE49-F238E27FC236}">
                    <a16:creationId xmlns:a16="http://schemas.microsoft.com/office/drawing/2014/main" id="{6E74BD32-A3F1-3FCE-43A1-FCEEE5C2A06C}"/>
                  </a:ext>
                </a:extLst>
              </p14:cNvPr>
              <p14:cNvContentPartPr/>
              <p14:nvPr/>
            </p14:nvContentPartPr>
            <p14:xfrm>
              <a:off x="4242405" y="1707881"/>
              <a:ext cx="360" cy="360"/>
            </p14:xfrm>
          </p:contentPart>
        </mc:Choice>
        <mc:Fallback xmlns="">
          <p:pic>
            <p:nvPicPr>
              <p:cNvPr id="141" name="Ink 140">
                <a:extLst>
                  <a:ext uri="{FF2B5EF4-FFF2-40B4-BE49-F238E27FC236}">
                    <a16:creationId xmlns:a16="http://schemas.microsoft.com/office/drawing/2014/main" id="{6E74BD32-A3F1-3FCE-43A1-FCEEE5C2A06C}"/>
                  </a:ext>
                </a:extLst>
              </p:cNvPr>
              <p:cNvPicPr/>
              <p:nvPr/>
            </p:nvPicPr>
            <p:blipFill>
              <a:blip r:embed="rId5"/>
              <a:stretch>
                <a:fillRect/>
              </a:stretch>
            </p:blipFill>
            <p:spPr>
              <a:xfrm>
                <a:off x="4236285" y="1701761"/>
                <a:ext cx="12600" cy="12600"/>
              </a:xfrm>
              <a:prstGeom prst="rect">
                <a:avLst/>
              </a:prstGeom>
            </p:spPr>
          </p:pic>
        </mc:Fallback>
      </mc:AlternateContent>
      <p:grpSp>
        <p:nvGrpSpPr>
          <p:cNvPr id="144" name="Group 143">
            <a:extLst>
              <a:ext uri="{FF2B5EF4-FFF2-40B4-BE49-F238E27FC236}">
                <a16:creationId xmlns:a16="http://schemas.microsoft.com/office/drawing/2014/main" id="{8F920C95-50A7-E5FD-DA9D-EA98E4643A71}"/>
              </a:ext>
            </a:extLst>
          </p:cNvPr>
          <p:cNvGrpSpPr/>
          <p:nvPr/>
        </p:nvGrpSpPr>
        <p:grpSpPr>
          <a:xfrm>
            <a:off x="4297125" y="1707881"/>
            <a:ext cx="18720" cy="360"/>
            <a:chOff x="4736304" y="5166216"/>
            <a:chExt cx="18720" cy="360"/>
          </a:xfrm>
        </p:grpSpPr>
        <mc:AlternateContent xmlns:mc="http://schemas.openxmlformats.org/markup-compatibility/2006" xmlns:p14="http://schemas.microsoft.com/office/powerpoint/2010/main">
          <mc:Choice Requires="p14">
            <p:contentPart p14:bwMode="auto" r:id="rId104">
              <p14:nvContentPartPr>
                <p14:cNvPr id="142" name="Ink 141">
                  <a:extLst>
                    <a:ext uri="{FF2B5EF4-FFF2-40B4-BE49-F238E27FC236}">
                      <a16:creationId xmlns:a16="http://schemas.microsoft.com/office/drawing/2014/main" id="{576CD76E-66BC-87CF-8971-56E8CEC8784B}"/>
                    </a:ext>
                  </a:extLst>
                </p14:cNvPr>
                <p14:cNvContentPartPr/>
                <p14:nvPr/>
              </p14:nvContentPartPr>
              <p14:xfrm>
                <a:off x="4736304" y="5166216"/>
                <a:ext cx="360" cy="360"/>
              </p14:xfrm>
            </p:contentPart>
          </mc:Choice>
          <mc:Fallback xmlns="">
            <p:pic>
              <p:nvPicPr>
                <p:cNvPr id="142" name="Ink 141">
                  <a:extLst>
                    <a:ext uri="{FF2B5EF4-FFF2-40B4-BE49-F238E27FC236}">
                      <a16:creationId xmlns:a16="http://schemas.microsoft.com/office/drawing/2014/main" id="{576CD76E-66BC-87CF-8971-56E8CEC8784B}"/>
                    </a:ext>
                  </a:extLst>
                </p:cNvPr>
                <p:cNvPicPr/>
                <p:nvPr/>
              </p:nvPicPr>
              <p:blipFill>
                <a:blip r:embed="rId5"/>
                <a:stretch>
                  <a:fillRect/>
                </a:stretch>
              </p:blipFill>
              <p:spPr>
                <a:xfrm>
                  <a:off x="4730184" y="5160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43" name="Ink 142">
                  <a:extLst>
                    <a:ext uri="{FF2B5EF4-FFF2-40B4-BE49-F238E27FC236}">
                      <a16:creationId xmlns:a16="http://schemas.microsoft.com/office/drawing/2014/main" id="{E2365416-C71E-D33E-8C83-CFBC0DD3E107}"/>
                    </a:ext>
                  </a:extLst>
                </p14:cNvPr>
                <p14:cNvContentPartPr/>
                <p14:nvPr/>
              </p14:nvContentPartPr>
              <p14:xfrm>
                <a:off x="4754664" y="5166216"/>
                <a:ext cx="360" cy="360"/>
              </p14:xfrm>
            </p:contentPart>
          </mc:Choice>
          <mc:Fallback xmlns="">
            <p:pic>
              <p:nvPicPr>
                <p:cNvPr id="143" name="Ink 142">
                  <a:extLst>
                    <a:ext uri="{FF2B5EF4-FFF2-40B4-BE49-F238E27FC236}">
                      <a16:creationId xmlns:a16="http://schemas.microsoft.com/office/drawing/2014/main" id="{E2365416-C71E-D33E-8C83-CFBC0DD3E107}"/>
                    </a:ext>
                  </a:extLst>
                </p:cNvPr>
                <p:cNvPicPr/>
                <p:nvPr/>
              </p:nvPicPr>
              <p:blipFill>
                <a:blip r:embed="rId5"/>
                <a:stretch>
                  <a:fillRect/>
                </a:stretch>
              </p:blipFill>
              <p:spPr>
                <a:xfrm>
                  <a:off x="4748544" y="5160096"/>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6">
            <p14:nvContentPartPr>
              <p14:cNvPr id="147" name="Ink 146">
                <a:extLst>
                  <a:ext uri="{FF2B5EF4-FFF2-40B4-BE49-F238E27FC236}">
                    <a16:creationId xmlns:a16="http://schemas.microsoft.com/office/drawing/2014/main" id="{E71A285A-A2E1-8255-819A-2963197EB5D3}"/>
                  </a:ext>
                </a:extLst>
              </p14:cNvPr>
              <p14:cNvContentPartPr/>
              <p14:nvPr/>
            </p14:nvContentPartPr>
            <p14:xfrm>
              <a:off x="3300285" y="1762961"/>
              <a:ext cx="360" cy="360"/>
            </p14:xfrm>
          </p:contentPart>
        </mc:Choice>
        <mc:Fallback xmlns="">
          <p:pic>
            <p:nvPicPr>
              <p:cNvPr id="147" name="Ink 146">
                <a:extLst>
                  <a:ext uri="{FF2B5EF4-FFF2-40B4-BE49-F238E27FC236}">
                    <a16:creationId xmlns:a16="http://schemas.microsoft.com/office/drawing/2014/main" id="{E71A285A-A2E1-8255-819A-2963197EB5D3}"/>
                  </a:ext>
                </a:extLst>
              </p:cNvPr>
              <p:cNvPicPr/>
              <p:nvPr/>
            </p:nvPicPr>
            <p:blipFill>
              <a:blip r:embed="rId5"/>
              <a:stretch>
                <a:fillRect/>
              </a:stretch>
            </p:blipFill>
            <p:spPr>
              <a:xfrm>
                <a:off x="3294165" y="17568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48" name="Ink 147">
                <a:extLst>
                  <a:ext uri="{FF2B5EF4-FFF2-40B4-BE49-F238E27FC236}">
                    <a16:creationId xmlns:a16="http://schemas.microsoft.com/office/drawing/2014/main" id="{32651C01-DF17-AA4D-9ED1-6422C228398F}"/>
                  </a:ext>
                </a:extLst>
              </p14:cNvPr>
              <p14:cNvContentPartPr/>
              <p14:nvPr/>
            </p14:nvContentPartPr>
            <p14:xfrm>
              <a:off x="3565965" y="1735241"/>
              <a:ext cx="360" cy="360"/>
            </p14:xfrm>
          </p:contentPart>
        </mc:Choice>
        <mc:Fallback xmlns="">
          <p:pic>
            <p:nvPicPr>
              <p:cNvPr id="148" name="Ink 147">
                <a:extLst>
                  <a:ext uri="{FF2B5EF4-FFF2-40B4-BE49-F238E27FC236}">
                    <a16:creationId xmlns:a16="http://schemas.microsoft.com/office/drawing/2014/main" id="{32651C01-DF17-AA4D-9ED1-6422C228398F}"/>
                  </a:ext>
                </a:extLst>
              </p:cNvPr>
              <p:cNvPicPr/>
              <p:nvPr/>
            </p:nvPicPr>
            <p:blipFill>
              <a:blip r:embed="rId5"/>
              <a:stretch>
                <a:fillRect/>
              </a:stretch>
            </p:blipFill>
            <p:spPr>
              <a:xfrm>
                <a:off x="3559845" y="1729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49" name="Ink 148">
                <a:extLst>
                  <a:ext uri="{FF2B5EF4-FFF2-40B4-BE49-F238E27FC236}">
                    <a16:creationId xmlns:a16="http://schemas.microsoft.com/office/drawing/2014/main" id="{191C2CB6-777A-B0CA-A33F-19F36BA346A8}"/>
                  </a:ext>
                </a:extLst>
              </p14:cNvPr>
              <p14:cNvContentPartPr/>
              <p14:nvPr/>
            </p14:nvContentPartPr>
            <p14:xfrm>
              <a:off x="3666405" y="1716881"/>
              <a:ext cx="360" cy="360"/>
            </p14:xfrm>
          </p:contentPart>
        </mc:Choice>
        <mc:Fallback xmlns="">
          <p:pic>
            <p:nvPicPr>
              <p:cNvPr id="149" name="Ink 148">
                <a:extLst>
                  <a:ext uri="{FF2B5EF4-FFF2-40B4-BE49-F238E27FC236}">
                    <a16:creationId xmlns:a16="http://schemas.microsoft.com/office/drawing/2014/main" id="{191C2CB6-777A-B0CA-A33F-19F36BA346A8}"/>
                  </a:ext>
                </a:extLst>
              </p:cNvPr>
              <p:cNvPicPr/>
              <p:nvPr/>
            </p:nvPicPr>
            <p:blipFill>
              <a:blip r:embed="rId5"/>
              <a:stretch>
                <a:fillRect/>
              </a:stretch>
            </p:blipFill>
            <p:spPr>
              <a:xfrm>
                <a:off x="3660285" y="1710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50" name="Ink 149">
                <a:extLst>
                  <a:ext uri="{FF2B5EF4-FFF2-40B4-BE49-F238E27FC236}">
                    <a16:creationId xmlns:a16="http://schemas.microsoft.com/office/drawing/2014/main" id="{A14C03FD-29CD-076A-2AA1-1EB3E4931F10}"/>
                  </a:ext>
                </a:extLst>
              </p14:cNvPr>
              <p14:cNvContentPartPr/>
              <p14:nvPr/>
            </p14:nvContentPartPr>
            <p14:xfrm>
              <a:off x="3730125" y="1707881"/>
              <a:ext cx="360" cy="360"/>
            </p14:xfrm>
          </p:contentPart>
        </mc:Choice>
        <mc:Fallback xmlns="">
          <p:pic>
            <p:nvPicPr>
              <p:cNvPr id="150" name="Ink 149">
                <a:extLst>
                  <a:ext uri="{FF2B5EF4-FFF2-40B4-BE49-F238E27FC236}">
                    <a16:creationId xmlns:a16="http://schemas.microsoft.com/office/drawing/2014/main" id="{A14C03FD-29CD-076A-2AA1-1EB3E4931F10}"/>
                  </a:ext>
                </a:extLst>
              </p:cNvPr>
              <p:cNvPicPr/>
              <p:nvPr/>
            </p:nvPicPr>
            <p:blipFill>
              <a:blip r:embed="rId5"/>
              <a:stretch>
                <a:fillRect/>
              </a:stretch>
            </p:blipFill>
            <p:spPr>
              <a:xfrm>
                <a:off x="3724005" y="17017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51" name="Ink 150">
                <a:extLst>
                  <a:ext uri="{FF2B5EF4-FFF2-40B4-BE49-F238E27FC236}">
                    <a16:creationId xmlns:a16="http://schemas.microsoft.com/office/drawing/2014/main" id="{B110D977-99C4-EF55-B106-78463AC0A211}"/>
                  </a:ext>
                </a:extLst>
              </p14:cNvPr>
              <p14:cNvContentPartPr/>
              <p14:nvPr/>
            </p14:nvContentPartPr>
            <p14:xfrm>
              <a:off x="3666405" y="1726241"/>
              <a:ext cx="360" cy="360"/>
            </p14:xfrm>
          </p:contentPart>
        </mc:Choice>
        <mc:Fallback xmlns="">
          <p:pic>
            <p:nvPicPr>
              <p:cNvPr id="151" name="Ink 150">
                <a:extLst>
                  <a:ext uri="{FF2B5EF4-FFF2-40B4-BE49-F238E27FC236}">
                    <a16:creationId xmlns:a16="http://schemas.microsoft.com/office/drawing/2014/main" id="{B110D977-99C4-EF55-B106-78463AC0A211}"/>
                  </a:ext>
                </a:extLst>
              </p:cNvPr>
              <p:cNvPicPr/>
              <p:nvPr/>
            </p:nvPicPr>
            <p:blipFill>
              <a:blip r:embed="rId5"/>
              <a:stretch>
                <a:fillRect/>
              </a:stretch>
            </p:blipFill>
            <p:spPr>
              <a:xfrm>
                <a:off x="3660285" y="17201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52" name="Ink 151">
                <a:extLst>
                  <a:ext uri="{FF2B5EF4-FFF2-40B4-BE49-F238E27FC236}">
                    <a16:creationId xmlns:a16="http://schemas.microsoft.com/office/drawing/2014/main" id="{AC369B3A-0CFC-40A6-C18B-7BBD8574B88C}"/>
                  </a:ext>
                </a:extLst>
              </p14:cNvPr>
              <p14:cNvContentPartPr/>
              <p14:nvPr/>
            </p14:nvContentPartPr>
            <p14:xfrm>
              <a:off x="4251405" y="1689521"/>
              <a:ext cx="360" cy="360"/>
            </p14:xfrm>
          </p:contentPart>
        </mc:Choice>
        <mc:Fallback xmlns="">
          <p:pic>
            <p:nvPicPr>
              <p:cNvPr id="152" name="Ink 151">
                <a:extLst>
                  <a:ext uri="{FF2B5EF4-FFF2-40B4-BE49-F238E27FC236}">
                    <a16:creationId xmlns:a16="http://schemas.microsoft.com/office/drawing/2014/main" id="{AC369B3A-0CFC-40A6-C18B-7BBD8574B88C}"/>
                  </a:ext>
                </a:extLst>
              </p:cNvPr>
              <p:cNvPicPr/>
              <p:nvPr/>
            </p:nvPicPr>
            <p:blipFill>
              <a:blip r:embed="rId5"/>
              <a:stretch>
                <a:fillRect/>
              </a:stretch>
            </p:blipFill>
            <p:spPr>
              <a:xfrm>
                <a:off x="4245285" y="168340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53" name="Ink 152">
                <a:extLst>
                  <a:ext uri="{FF2B5EF4-FFF2-40B4-BE49-F238E27FC236}">
                    <a16:creationId xmlns:a16="http://schemas.microsoft.com/office/drawing/2014/main" id="{3C5FA452-DC01-F4A0-8D42-81816F8E6590}"/>
                  </a:ext>
                </a:extLst>
              </p14:cNvPr>
              <p14:cNvContentPartPr/>
              <p14:nvPr/>
            </p14:nvContentPartPr>
            <p14:xfrm>
              <a:off x="4178325" y="2046281"/>
              <a:ext cx="360" cy="360"/>
            </p14:xfrm>
          </p:contentPart>
        </mc:Choice>
        <mc:Fallback xmlns="">
          <p:pic>
            <p:nvPicPr>
              <p:cNvPr id="153" name="Ink 152">
                <a:extLst>
                  <a:ext uri="{FF2B5EF4-FFF2-40B4-BE49-F238E27FC236}">
                    <a16:creationId xmlns:a16="http://schemas.microsoft.com/office/drawing/2014/main" id="{3C5FA452-DC01-F4A0-8D42-81816F8E6590}"/>
                  </a:ext>
                </a:extLst>
              </p:cNvPr>
              <p:cNvPicPr/>
              <p:nvPr/>
            </p:nvPicPr>
            <p:blipFill>
              <a:blip r:embed="rId5"/>
              <a:stretch>
                <a:fillRect/>
              </a:stretch>
            </p:blipFill>
            <p:spPr>
              <a:xfrm>
                <a:off x="4172205" y="20401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54" name="Ink 153">
                <a:extLst>
                  <a:ext uri="{FF2B5EF4-FFF2-40B4-BE49-F238E27FC236}">
                    <a16:creationId xmlns:a16="http://schemas.microsoft.com/office/drawing/2014/main" id="{B5572F7D-D5FD-3E69-243C-80104A5ECAE4}"/>
                  </a:ext>
                </a:extLst>
              </p14:cNvPr>
              <p14:cNvContentPartPr/>
              <p14:nvPr/>
            </p14:nvContentPartPr>
            <p14:xfrm>
              <a:off x="3199845" y="1278041"/>
              <a:ext cx="360" cy="360"/>
            </p14:xfrm>
          </p:contentPart>
        </mc:Choice>
        <mc:Fallback xmlns="">
          <p:pic>
            <p:nvPicPr>
              <p:cNvPr id="154" name="Ink 153">
                <a:extLst>
                  <a:ext uri="{FF2B5EF4-FFF2-40B4-BE49-F238E27FC236}">
                    <a16:creationId xmlns:a16="http://schemas.microsoft.com/office/drawing/2014/main" id="{B5572F7D-D5FD-3E69-243C-80104A5ECAE4}"/>
                  </a:ext>
                </a:extLst>
              </p:cNvPr>
              <p:cNvPicPr/>
              <p:nvPr/>
            </p:nvPicPr>
            <p:blipFill>
              <a:blip r:embed="rId5"/>
              <a:stretch>
                <a:fillRect/>
              </a:stretch>
            </p:blipFill>
            <p:spPr>
              <a:xfrm>
                <a:off x="3193725" y="12719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55" name="Ink 154">
                <a:extLst>
                  <a:ext uri="{FF2B5EF4-FFF2-40B4-BE49-F238E27FC236}">
                    <a16:creationId xmlns:a16="http://schemas.microsoft.com/office/drawing/2014/main" id="{8533B295-4B1C-2F41-123F-E0631FC009A4}"/>
                  </a:ext>
                </a:extLst>
              </p14:cNvPr>
              <p14:cNvContentPartPr/>
              <p14:nvPr/>
            </p14:nvContentPartPr>
            <p14:xfrm>
              <a:off x="4023165" y="1332761"/>
              <a:ext cx="360" cy="360"/>
            </p14:xfrm>
          </p:contentPart>
        </mc:Choice>
        <mc:Fallback xmlns="">
          <p:pic>
            <p:nvPicPr>
              <p:cNvPr id="155" name="Ink 154">
                <a:extLst>
                  <a:ext uri="{FF2B5EF4-FFF2-40B4-BE49-F238E27FC236}">
                    <a16:creationId xmlns:a16="http://schemas.microsoft.com/office/drawing/2014/main" id="{8533B295-4B1C-2F41-123F-E0631FC009A4}"/>
                  </a:ext>
                </a:extLst>
              </p:cNvPr>
              <p:cNvPicPr/>
              <p:nvPr/>
            </p:nvPicPr>
            <p:blipFill>
              <a:blip r:embed="rId5"/>
              <a:stretch>
                <a:fillRect/>
              </a:stretch>
            </p:blipFill>
            <p:spPr>
              <a:xfrm>
                <a:off x="4017045" y="1326641"/>
                <a:ext cx="12600" cy="12600"/>
              </a:xfrm>
              <a:prstGeom prst="rect">
                <a:avLst/>
              </a:prstGeom>
            </p:spPr>
          </p:pic>
        </mc:Fallback>
      </mc:AlternateContent>
      <p:cxnSp>
        <p:nvCxnSpPr>
          <p:cNvPr id="14" name="Straight Connector 13">
            <a:extLst>
              <a:ext uri="{FF2B5EF4-FFF2-40B4-BE49-F238E27FC236}">
                <a16:creationId xmlns:a16="http://schemas.microsoft.com/office/drawing/2014/main" id="{BA3FD407-B449-283B-3E6D-1672E4F1F318}"/>
              </a:ext>
            </a:extLst>
          </p:cNvPr>
          <p:cNvCxnSpPr>
            <a:cxnSpLocks/>
          </p:cNvCxnSpPr>
          <p:nvPr/>
        </p:nvCxnSpPr>
        <p:spPr>
          <a:xfrm>
            <a:off x="2552480" y="848489"/>
            <a:ext cx="15719" cy="2128537"/>
          </a:xfrm>
          <a:prstGeom prst="line">
            <a:avLst/>
          </a:prstGeom>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90F513E8-FC13-61FE-EB90-85A388F05BE4}"/>
              </a:ext>
            </a:extLst>
          </p:cNvPr>
          <p:cNvSpPr txBox="1"/>
          <p:nvPr/>
        </p:nvSpPr>
        <p:spPr>
          <a:xfrm>
            <a:off x="462040" y="2231346"/>
            <a:ext cx="1643945" cy="600164"/>
          </a:xfrm>
          <a:prstGeom prst="rect">
            <a:avLst/>
          </a:prstGeom>
          <a:noFill/>
        </p:spPr>
        <p:txBody>
          <a:bodyPr wrap="square" rtlCol="0">
            <a:spAutoFit/>
          </a:bodyPr>
          <a:lstStyle/>
          <a:p>
            <a:r>
              <a:rPr lang="en-US" sz="1100" b="1" dirty="0"/>
              <a:t>Puts Premium = 8.60</a:t>
            </a:r>
          </a:p>
          <a:p>
            <a:r>
              <a:rPr lang="en-US" sz="1100" b="1" dirty="0"/>
              <a:t>Calls Premium = 7.75</a:t>
            </a:r>
          </a:p>
          <a:p>
            <a:r>
              <a:rPr lang="en-US" sz="1100" b="1" dirty="0"/>
              <a:t>Net Credit = .85</a:t>
            </a:r>
          </a:p>
        </p:txBody>
      </p:sp>
      <p:sp>
        <p:nvSpPr>
          <p:cNvPr id="20" name="TextBox 19">
            <a:extLst>
              <a:ext uri="{FF2B5EF4-FFF2-40B4-BE49-F238E27FC236}">
                <a16:creationId xmlns:a16="http://schemas.microsoft.com/office/drawing/2014/main" id="{7F779804-FEAE-D0EC-411A-CE427506388A}"/>
              </a:ext>
            </a:extLst>
          </p:cNvPr>
          <p:cNvSpPr txBox="1"/>
          <p:nvPr/>
        </p:nvSpPr>
        <p:spPr>
          <a:xfrm>
            <a:off x="1169949" y="3715461"/>
            <a:ext cx="3390071" cy="1477328"/>
          </a:xfrm>
          <a:prstGeom prst="rect">
            <a:avLst/>
          </a:prstGeom>
          <a:noFill/>
        </p:spPr>
        <p:txBody>
          <a:bodyPr wrap="square" rtlCol="0">
            <a:spAutoFit/>
          </a:bodyPr>
          <a:lstStyle/>
          <a:p>
            <a:r>
              <a:rPr lang="en-US" dirty="0"/>
              <a:t>Now can sell PMCC on it</a:t>
            </a:r>
          </a:p>
          <a:p>
            <a:pPr marL="285750" indent="-285750">
              <a:buFont typeface="Arial" panose="020B0604020202020204" pitchFamily="34" charset="0"/>
              <a:buChar char="•"/>
            </a:pPr>
            <a:r>
              <a:rPr lang="en-US" dirty="0"/>
              <a:t>Have LEAP calls </a:t>
            </a:r>
          </a:p>
          <a:p>
            <a:pPr marL="285750" indent="-285750">
              <a:buFont typeface="Arial" panose="020B0604020202020204" pitchFamily="34" charset="0"/>
              <a:buChar char="•"/>
            </a:pPr>
            <a:r>
              <a:rPr lang="en-US" dirty="0"/>
              <a:t>Now can sell short dated calls</a:t>
            </a:r>
          </a:p>
          <a:p>
            <a:pPr marL="285750" indent="-285750">
              <a:buFont typeface="Arial" panose="020B0604020202020204" pitchFamily="34" charset="0"/>
              <a:buChar char="•"/>
            </a:pPr>
            <a:r>
              <a:rPr lang="en-US" dirty="0"/>
              <a:t>Need to figure it out</a:t>
            </a:r>
          </a:p>
        </p:txBody>
      </p:sp>
      <p:sp>
        <p:nvSpPr>
          <p:cNvPr id="3" name="TextBox 2">
            <a:extLst>
              <a:ext uri="{FF2B5EF4-FFF2-40B4-BE49-F238E27FC236}">
                <a16:creationId xmlns:a16="http://schemas.microsoft.com/office/drawing/2014/main" id="{50F19707-5D2C-A939-927A-DFD49B3229D3}"/>
              </a:ext>
            </a:extLst>
          </p:cNvPr>
          <p:cNvSpPr txBox="1"/>
          <p:nvPr/>
        </p:nvSpPr>
        <p:spPr>
          <a:xfrm>
            <a:off x="5603015" y="848489"/>
            <a:ext cx="6470113" cy="5632311"/>
          </a:xfrm>
          <a:prstGeom prst="rect">
            <a:avLst/>
          </a:prstGeom>
          <a:noFill/>
        </p:spPr>
        <p:txBody>
          <a:bodyPr wrap="square" rtlCol="0">
            <a:spAutoFit/>
          </a:bodyPr>
          <a:lstStyle/>
          <a:p>
            <a:pPr algn="ctr"/>
            <a:r>
              <a:rPr lang="en-US" b="1" u="sng" dirty="0"/>
              <a:t>12/9/2025 – Real Life Example</a:t>
            </a:r>
          </a:p>
          <a:p>
            <a:pPr marL="285750" indent="-285750">
              <a:buFont typeface="Arial" panose="020B0604020202020204" pitchFamily="34" charset="0"/>
              <a:buChar char="•"/>
            </a:pPr>
            <a:r>
              <a:rPr lang="en-US" dirty="0"/>
              <a:t>Opened 25 Synthetic Long on SOFI at strike @30 for 1/15/2027. SOFI current price is 26.83</a:t>
            </a:r>
          </a:p>
          <a:p>
            <a:pPr marL="742950" lvl="1" indent="-285750">
              <a:buFont typeface="Arial" panose="020B0604020202020204" pitchFamily="34" charset="0"/>
              <a:buChar char="•"/>
            </a:pPr>
            <a:r>
              <a:rPr lang="en-US" dirty="0"/>
              <a:t>Sold Puts that date/strike 8.87</a:t>
            </a:r>
          </a:p>
          <a:p>
            <a:pPr marL="742950" lvl="1" indent="-285750">
              <a:buFont typeface="Arial" panose="020B0604020202020204" pitchFamily="34" charset="0"/>
              <a:buChar char="•"/>
            </a:pPr>
            <a:r>
              <a:rPr lang="en-US" dirty="0"/>
              <a:t>Bought Call for that date/strike for 7.24</a:t>
            </a:r>
          </a:p>
          <a:p>
            <a:pPr marL="742950" lvl="1" indent="-285750">
              <a:buFont typeface="Arial" panose="020B0604020202020204" pitchFamily="34" charset="0"/>
              <a:buChar char="•"/>
            </a:pPr>
            <a:r>
              <a:rPr lang="en-US" dirty="0"/>
              <a:t>So, received a credit on the Synthetic for 1.63 (Premium collected by selling puts – money spent to buy the calls)</a:t>
            </a:r>
          </a:p>
          <a:p>
            <a:pPr marL="742950" lvl="1" indent="-285750">
              <a:buFont typeface="Arial" panose="020B0604020202020204" pitchFamily="34" charset="0"/>
              <a:buChar char="•"/>
            </a:pPr>
            <a:r>
              <a:rPr lang="en-US" dirty="0"/>
              <a:t>So, Puts financed for the buying of the calls</a:t>
            </a:r>
          </a:p>
          <a:p>
            <a:pPr marL="1200150" lvl="2" indent="-285750">
              <a:buFont typeface="Arial" panose="020B0604020202020204" pitchFamily="34" charset="0"/>
              <a:buChar char="•"/>
            </a:pPr>
            <a:r>
              <a:rPr lang="en-US" dirty="0"/>
              <a:t>This is instead of spending 2500 * 26.83 to buy the shares outright</a:t>
            </a:r>
          </a:p>
          <a:p>
            <a:pPr marL="1200150" lvl="2" indent="-285750">
              <a:buFont typeface="Arial" panose="020B0604020202020204" pitchFamily="34" charset="0"/>
              <a:buChar char="•"/>
            </a:pPr>
            <a:r>
              <a:rPr lang="en-US" dirty="0"/>
              <a:t>This is the capital efficiency that Synthetic Long offers (I actually got paid, rather than spending cash out of pocket). </a:t>
            </a:r>
          </a:p>
          <a:p>
            <a:pPr marL="742950" lvl="1" indent="-285750">
              <a:buFont typeface="Arial" panose="020B0604020202020204" pitchFamily="34" charset="0"/>
              <a:buChar char="•"/>
            </a:pPr>
            <a:r>
              <a:rPr lang="en-US" dirty="0"/>
              <a:t>(Breakeven) BE for the Put leg is 30 - 8.87 = 21.13</a:t>
            </a:r>
          </a:p>
          <a:p>
            <a:pPr marL="742950" lvl="1" indent="-285750">
              <a:buFont typeface="Arial" panose="020B0604020202020204" pitchFamily="34" charset="0"/>
              <a:buChar char="•"/>
            </a:pPr>
            <a:r>
              <a:rPr lang="en-US" dirty="0"/>
              <a:t>The Put is already in the money (ITM) </a:t>
            </a:r>
          </a:p>
          <a:p>
            <a:pPr marL="1200150" lvl="2" indent="-285750">
              <a:buFont typeface="Arial" panose="020B0604020202020204" pitchFamily="34" charset="0"/>
              <a:buChar char="•"/>
            </a:pPr>
            <a:r>
              <a:rPr lang="en-US" dirty="0"/>
              <a:t>Intrinsic value = 3.17 (30 – 26.83)</a:t>
            </a:r>
          </a:p>
          <a:p>
            <a:pPr marL="1200150" lvl="2" indent="-285750">
              <a:buFont typeface="Arial" panose="020B0604020202020204" pitchFamily="34" charset="0"/>
              <a:buChar char="•"/>
            </a:pPr>
            <a:r>
              <a:rPr lang="en-US" dirty="0"/>
              <a:t>Extrinsic value = 8.87 – 3.17 = 5.70</a:t>
            </a:r>
          </a:p>
          <a:p>
            <a:pPr marL="1200150" lvl="2" indent="-285750">
              <a:buFont typeface="Arial" panose="020B0604020202020204" pitchFamily="34" charset="0"/>
              <a:buChar char="•"/>
            </a:pPr>
            <a:r>
              <a:rPr lang="en-US" dirty="0"/>
              <a:t>So, there is no risk of assignment as there is lot of extrinsic on the Put leg, but need to keep an eye out for it. </a:t>
            </a:r>
          </a:p>
        </p:txBody>
      </p:sp>
      <p:sp>
        <p:nvSpPr>
          <p:cNvPr id="4" name="TextBox 3">
            <a:extLst>
              <a:ext uri="{FF2B5EF4-FFF2-40B4-BE49-F238E27FC236}">
                <a16:creationId xmlns:a16="http://schemas.microsoft.com/office/drawing/2014/main" id="{B5F2D5F2-5A4E-0D0C-E9BD-E699BF06030E}"/>
              </a:ext>
            </a:extLst>
          </p:cNvPr>
          <p:cNvSpPr txBox="1"/>
          <p:nvPr/>
        </p:nvSpPr>
        <p:spPr>
          <a:xfrm>
            <a:off x="915201" y="5079255"/>
            <a:ext cx="3390071" cy="1477328"/>
          </a:xfrm>
          <a:prstGeom prst="rect">
            <a:avLst/>
          </a:prstGeom>
          <a:noFill/>
        </p:spPr>
        <p:txBody>
          <a:bodyPr wrap="square" rtlCol="0">
            <a:spAutoFit/>
          </a:bodyPr>
          <a:lstStyle/>
          <a:p>
            <a:endParaRPr lang="en-US" dirty="0"/>
          </a:p>
          <a:p>
            <a:r>
              <a:rPr lang="en-US" dirty="0"/>
              <a:t>Then look at what rich was saying to Roll the whole synthetic stock? Like the covered call ETFs do…</a:t>
            </a:r>
          </a:p>
        </p:txBody>
      </p:sp>
    </p:spTree>
    <p:extLst>
      <p:ext uri="{BB962C8B-B14F-4D97-AF65-F5344CB8AC3E}">
        <p14:creationId xmlns:p14="http://schemas.microsoft.com/office/powerpoint/2010/main" val="400863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2FF76-3A94-D97B-AFFE-89DB61B0077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76CC66D-F6A4-17E3-6F11-A6CE35F87EC1}"/>
              </a:ext>
            </a:extLst>
          </p:cNvPr>
          <p:cNvSpPr>
            <a:spLocks noGrp="1"/>
          </p:cNvSpPr>
          <p:nvPr>
            <p:ph type="subTitle" idx="1"/>
          </p:nvPr>
        </p:nvSpPr>
        <p:spPr>
          <a:xfrm>
            <a:off x="526472" y="2225964"/>
            <a:ext cx="11009745" cy="1302327"/>
          </a:xfrm>
          <a:solidFill>
            <a:schemeClr val="accent2">
              <a:lumMod val="40000"/>
              <a:lumOff val="60000"/>
            </a:schemeClr>
          </a:solidFill>
          <a:ln w="15875">
            <a:solidFill>
              <a:schemeClr val="tx1"/>
            </a:solidFill>
          </a:ln>
        </p:spPr>
        <p:txBody>
          <a:bodyPr>
            <a:normAutofit/>
          </a:bodyPr>
          <a:lstStyle/>
          <a:p>
            <a:r>
              <a:rPr lang="en-US" sz="4000" b="1" dirty="0"/>
              <a:t>Margin Excess (Robinhood) or Maintenance Excess (Tasty)</a:t>
            </a:r>
          </a:p>
        </p:txBody>
      </p:sp>
    </p:spTree>
    <p:extLst>
      <p:ext uri="{BB962C8B-B14F-4D97-AF65-F5344CB8AC3E}">
        <p14:creationId xmlns:p14="http://schemas.microsoft.com/office/powerpoint/2010/main" val="19509893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22F7F-67E0-7EBE-B0E7-480BAED378F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4C6E467-DBF6-C36E-BE6F-5916EE39070F}"/>
              </a:ext>
            </a:extLst>
          </p:cNvPr>
          <p:cNvSpPr txBox="1"/>
          <p:nvPr/>
        </p:nvSpPr>
        <p:spPr>
          <a:xfrm>
            <a:off x="184727" y="665018"/>
            <a:ext cx="11841017" cy="4832092"/>
          </a:xfrm>
          <a:prstGeom prst="rect">
            <a:avLst/>
          </a:prstGeom>
          <a:noFill/>
        </p:spPr>
        <p:txBody>
          <a:bodyPr wrap="square" rtlCol="0">
            <a:spAutoFit/>
          </a:bodyPr>
          <a:lstStyle/>
          <a:p>
            <a:pPr algn="ctr"/>
            <a:r>
              <a:rPr lang="en-US" sz="2000" b="1" u="sng" dirty="0"/>
              <a:t>Robinhood</a:t>
            </a:r>
          </a:p>
          <a:p>
            <a:r>
              <a:rPr lang="en-US" dirty="0"/>
              <a:t>Margin Total </a:t>
            </a:r>
            <a:r>
              <a:rPr lang="en-US" dirty="0">
                <a:sym typeface="Wingdings" panose="05000000000000000000" pitchFamily="2" charset="2"/>
              </a:rPr>
              <a:t></a:t>
            </a:r>
            <a:r>
              <a:rPr lang="en-US" dirty="0"/>
              <a:t> Not sure how they calculate it. Need to find out. </a:t>
            </a:r>
          </a:p>
          <a:p>
            <a:pPr marL="285750" indent="-285750">
              <a:buFont typeface="Arial" panose="020B0604020202020204" pitchFamily="34" charset="0"/>
              <a:buChar char="•"/>
            </a:pPr>
            <a:r>
              <a:rPr lang="en-US" dirty="0"/>
              <a:t>Buying Power = Margin Total – Options collateral + Cash – Margin used (Not sure what the Buying power)</a:t>
            </a:r>
          </a:p>
          <a:p>
            <a:pPr marL="285750" indent="-285750">
              <a:buFont typeface="Arial" panose="020B0604020202020204" pitchFamily="34" charset="0"/>
              <a:buChar char="•"/>
            </a:pPr>
            <a:r>
              <a:rPr lang="en-US" dirty="0"/>
              <a:t>Total Maintenance Requirement</a:t>
            </a:r>
          </a:p>
          <a:p>
            <a:pPr marL="742950" lvl="1" indent="-285750">
              <a:buFont typeface="Arial" panose="020B0604020202020204" pitchFamily="34" charset="0"/>
              <a:buChar char="•"/>
            </a:pPr>
            <a:r>
              <a:rPr lang="en-US" dirty="0"/>
              <a:t>All securities and options individually have Maintenance Ratio</a:t>
            </a:r>
          </a:p>
          <a:p>
            <a:pPr marL="742950" lvl="1" indent="-285750">
              <a:buFont typeface="Arial" panose="020B0604020202020204" pitchFamily="34" charset="0"/>
              <a:buChar char="•"/>
            </a:pPr>
            <a:r>
              <a:rPr lang="en-US" dirty="0"/>
              <a:t>It is different for different stocks and short options</a:t>
            </a:r>
          </a:p>
          <a:p>
            <a:pPr marL="1200150" lvl="2" indent="-285750">
              <a:buFont typeface="Arial" panose="020B0604020202020204" pitchFamily="34" charset="0"/>
              <a:buChar char="•"/>
            </a:pPr>
            <a:r>
              <a:rPr lang="en-US" dirty="0"/>
              <a:t>Can by changed by brokerage at anytime, especially if volatility increases (macro event, earnings date </a:t>
            </a:r>
            <a:r>
              <a:rPr lang="en-US" dirty="0" err="1"/>
              <a:t>etc</a:t>
            </a:r>
            <a:r>
              <a:rPr lang="en-US" dirty="0"/>
              <a:t>)</a:t>
            </a:r>
          </a:p>
          <a:p>
            <a:pPr marL="1200150" lvl="2" indent="-285750">
              <a:buFont typeface="Arial" panose="020B0604020202020204" pitchFamily="34" charset="0"/>
              <a:buChar char="•"/>
            </a:pPr>
            <a:r>
              <a:rPr lang="en-US" dirty="0"/>
              <a:t>Typically for stocks is 25% of the holding, but can be 50% for volatile stocks</a:t>
            </a:r>
          </a:p>
          <a:p>
            <a:pPr marL="1200150" lvl="2" indent="-285750">
              <a:buFont typeface="Arial" panose="020B0604020202020204" pitchFamily="34" charset="0"/>
              <a:buChar char="•"/>
            </a:pPr>
            <a:r>
              <a:rPr lang="en-US" dirty="0"/>
              <a:t>For short puts – RH uses full 100% of BE price as Maintenance Requirement</a:t>
            </a:r>
          </a:p>
          <a:p>
            <a:pPr marL="742950" lvl="1" indent="-285750">
              <a:buFont typeface="Arial" panose="020B0604020202020204" pitchFamily="34" charset="0"/>
              <a:buChar char="•"/>
            </a:pPr>
            <a:r>
              <a:rPr lang="en-US" dirty="0"/>
              <a:t>All the above is summed up to get Total Maintenance Requirement</a:t>
            </a:r>
          </a:p>
          <a:p>
            <a:pPr marL="285750" indent="-285750">
              <a:buFont typeface="Arial" panose="020B0604020202020204" pitchFamily="34" charset="0"/>
              <a:buChar char="•"/>
            </a:pPr>
            <a:r>
              <a:rPr lang="en-US" dirty="0"/>
              <a:t>Then, (Maintenance) (excess) Buffer = Portfolio Value – Total Maintenance Requirement</a:t>
            </a:r>
          </a:p>
          <a:p>
            <a:pPr marL="742950" lvl="1" indent="-285750">
              <a:buFont typeface="Arial" panose="020B0604020202020204" pitchFamily="34" charset="0"/>
              <a:buChar char="•"/>
            </a:pPr>
            <a:r>
              <a:rPr lang="en-US" dirty="0"/>
              <a:t>As long as the Excess buffer is positive, there is no Maintenance-Margin Call </a:t>
            </a:r>
          </a:p>
          <a:p>
            <a:pPr marL="1200150" lvl="2" indent="-285750">
              <a:buFont typeface="Arial" panose="020B0604020202020204" pitchFamily="34" charset="0"/>
              <a:buChar char="•"/>
            </a:pPr>
            <a:r>
              <a:rPr lang="en-US" dirty="0"/>
              <a:t>This is same as Maintenance Call/Margin call (even though you may not have used Margin in the account)</a:t>
            </a:r>
          </a:p>
          <a:p>
            <a:pPr marL="742950" lvl="1" indent="-285750">
              <a:buFont typeface="Arial" panose="020B0604020202020204" pitchFamily="34" charset="0"/>
              <a:buChar char="•"/>
            </a:pPr>
            <a:r>
              <a:rPr lang="en-US" dirty="0"/>
              <a:t>Any (new) stock that you buy will increase the Maintenance requirement by 25% of the $value of the buy, without increasing the portfolio value (as it will take time for the stock to go up). So, if I buy 100 shares of ABC @25, then 25%x2500 = 625 will be added to Maintenance Requirement and will decrease the excess Buffer by 625</a:t>
            </a:r>
          </a:p>
        </p:txBody>
      </p:sp>
    </p:spTree>
    <p:extLst>
      <p:ext uri="{BB962C8B-B14F-4D97-AF65-F5344CB8AC3E}">
        <p14:creationId xmlns:p14="http://schemas.microsoft.com/office/powerpoint/2010/main" val="40325733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699D1-3292-5193-9388-1C769F100704}"/>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35D77BD-878E-51C7-8B6B-9C2676F1DAC4}"/>
              </a:ext>
            </a:extLst>
          </p:cNvPr>
          <p:cNvGraphicFramePr>
            <a:graphicFrameLocks noGrp="1"/>
          </p:cNvGraphicFramePr>
          <p:nvPr>
            <p:extLst>
              <p:ext uri="{D42A27DB-BD31-4B8C-83A1-F6EECF244321}">
                <p14:modId xmlns:p14="http://schemas.microsoft.com/office/powerpoint/2010/main" val="990782793"/>
              </p:ext>
            </p:extLst>
          </p:nvPr>
        </p:nvGraphicFramePr>
        <p:xfrm>
          <a:off x="969277" y="4211953"/>
          <a:ext cx="10515600" cy="2468880"/>
        </p:xfrm>
        <a:graphic>
          <a:graphicData uri="http://schemas.openxmlformats.org/drawingml/2006/table">
            <a:tbl>
              <a:tblPr/>
              <a:tblGrid>
                <a:gridCol w="998068">
                  <a:extLst>
                    <a:ext uri="{9D8B030D-6E8A-4147-A177-3AD203B41FA5}">
                      <a16:colId xmlns:a16="http://schemas.microsoft.com/office/drawing/2014/main" val="3763191655"/>
                    </a:ext>
                  </a:extLst>
                </a:gridCol>
                <a:gridCol w="1182255">
                  <a:extLst>
                    <a:ext uri="{9D8B030D-6E8A-4147-A177-3AD203B41FA5}">
                      <a16:colId xmlns:a16="http://schemas.microsoft.com/office/drawing/2014/main" val="84581553"/>
                    </a:ext>
                  </a:extLst>
                </a:gridCol>
                <a:gridCol w="1597890">
                  <a:extLst>
                    <a:ext uri="{9D8B030D-6E8A-4147-A177-3AD203B41FA5}">
                      <a16:colId xmlns:a16="http://schemas.microsoft.com/office/drawing/2014/main" val="1561835311"/>
                    </a:ext>
                  </a:extLst>
                </a:gridCol>
                <a:gridCol w="1551709">
                  <a:extLst>
                    <a:ext uri="{9D8B030D-6E8A-4147-A177-3AD203B41FA5}">
                      <a16:colId xmlns:a16="http://schemas.microsoft.com/office/drawing/2014/main" val="2281208590"/>
                    </a:ext>
                  </a:extLst>
                </a:gridCol>
                <a:gridCol w="1542473">
                  <a:extLst>
                    <a:ext uri="{9D8B030D-6E8A-4147-A177-3AD203B41FA5}">
                      <a16:colId xmlns:a16="http://schemas.microsoft.com/office/drawing/2014/main" val="2397881386"/>
                    </a:ext>
                  </a:extLst>
                </a:gridCol>
                <a:gridCol w="3643205">
                  <a:extLst>
                    <a:ext uri="{9D8B030D-6E8A-4147-A177-3AD203B41FA5}">
                      <a16:colId xmlns:a16="http://schemas.microsoft.com/office/drawing/2014/main" val="2783629005"/>
                    </a:ext>
                  </a:extLst>
                </a:gridCol>
              </a:tblGrid>
              <a:tr h="0">
                <a:tc>
                  <a:txBody>
                    <a:bodyPr/>
                    <a:lstStyle/>
                    <a:p>
                      <a:pPr>
                        <a:buNone/>
                      </a:pPr>
                      <a:r>
                        <a:rPr lang="en-US" b="1" dirty="0"/>
                        <a:t>Stock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b="1" dirty="0"/>
                        <a:t>Borrow (or Loan)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b="1" dirty="0"/>
                        <a:t>Equity (Stock-Loan)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b="1" dirty="0"/>
                        <a:t>Maintenance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b="1" dirty="0"/>
                        <a:t>Maintenance Excess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b="1" dirty="0"/>
                        <a:t>Margin Available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33753147"/>
                  </a:ext>
                </a:extLst>
              </a:tr>
              <a:tr h="0">
                <a:tc>
                  <a:txBody>
                    <a:bodyPr/>
                    <a:lstStyle/>
                    <a:p>
                      <a:pPr>
                        <a:buNone/>
                      </a:pPr>
                      <a:r>
                        <a:rPr lang="en-US" dirty="0"/>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dirty="0"/>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150,000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990154085"/>
                  </a:ext>
                </a:extLst>
              </a:tr>
              <a:tr h="0">
                <a:tc>
                  <a:txBody>
                    <a:bodyPr/>
                    <a:lstStyle/>
                    <a:p>
                      <a:pPr>
                        <a:buNone/>
                      </a:pPr>
                      <a:r>
                        <a:rPr lang="en-US" dirty="0"/>
                        <a:t>200,000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dirty="0"/>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693758307"/>
                  </a:ext>
                </a:extLst>
              </a:tr>
              <a:tr h="0">
                <a:tc>
                  <a:txBody>
                    <a:bodyPr/>
                    <a:lstStyle/>
                    <a:p>
                      <a:pPr>
                        <a:buNone/>
                      </a:pPr>
                      <a:r>
                        <a:rPr lang="en-US"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200,000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dirty="0"/>
                        <a:t>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043344120"/>
                  </a:ext>
                </a:extLst>
              </a:tr>
              <a:tr h="0">
                <a:tc>
                  <a:txBody>
                    <a:bodyPr/>
                    <a:lstStyle/>
                    <a:p>
                      <a:pPr>
                        <a:buNone/>
                      </a:pPr>
                      <a:r>
                        <a:rPr lang="en-US" dirty="0"/>
                        <a:t>400,000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dirty="0"/>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dirty="0"/>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65250221"/>
                  </a:ext>
                </a:extLst>
              </a:tr>
              <a:tr h="0">
                <a:tc>
                  <a:txBody>
                    <a:bodyPr/>
                    <a:lstStyle/>
                    <a:p>
                      <a:pPr>
                        <a:buNone/>
                      </a:pPr>
                      <a:r>
                        <a:rPr lang="en-US" dirty="0"/>
                        <a:t>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dirty="0"/>
                        <a:t>400,000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dirty="0"/>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dirty="0"/>
                        <a:t>125,000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dirty="0"/>
                        <a:t>–25,000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dirty="0"/>
                        <a:t>❌Not allowed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160713448"/>
                  </a:ext>
                </a:extLst>
              </a:tr>
            </a:tbl>
          </a:graphicData>
        </a:graphic>
      </p:graphicFrame>
      <p:sp>
        <p:nvSpPr>
          <p:cNvPr id="3" name="TextBox 2">
            <a:extLst>
              <a:ext uri="{FF2B5EF4-FFF2-40B4-BE49-F238E27FC236}">
                <a16:creationId xmlns:a16="http://schemas.microsoft.com/office/drawing/2014/main" id="{A45EEB23-23FF-45A4-A592-7F4C793D1AB3}"/>
              </a:ext>
            </a:extLst>
          </p:cNvPr>
          <p:cNvSpPr txBox="1"/>
          <p:nvPr/>
        </p:nvSpPr>
        <p:spPr>
          <a:xfrm>
            <a:off x="1302327" y="849745"/>
            <a:ext cx="8903855" cy="2031325"/>
          </a:xfrm>
          <a:prstGeom prst="rect">
            <a:avLst/>
          </a:prstGeom>
          <a:noFill/>
        </p:spPr>
        <p:txBody>
          <a:bodyPr wrap="square" rtlCol="0">
            <a:spAutoFit/>
          </a:bodyPr>
          <a:lstStyle/>
          <a:p>
            <a:pPr marL="285750" indent="-285750">
              <a:buFont typeface="Arial" panose="020B0604020202020204" pitchFamily="34" charset="0"/>
              <a:buChar char="•"/>
            </a:pPr>
            <a:r>
              <a:rPr lang="en-US" dirty="0"/>
              <a:t>Start with : 100K cash, No stock, No borrowing/Loan</a:t>
            </a:r>
          </a:p>
          <a:p>
            <a:pPr marL="742950" lvl="1" indent="-285750">
              <a:buFont typeface="Arial" panose="020B0604020202020204" pitchFamily="34" charset="0"/>
              <a:buChar char="•"/>
            </a:pPr>
            <a:r>
              <a:rPr lang="en-US" dirty="0"/>
              <a:t>Scenario 1 : Buy 100K of stock, no borrowing</a:t>
            </a:r>
          </a:p>
          <a:p>
            <a:pPr marL="1200150" lvl="2" indent="-285750">
              <a:buFont typeface="Arial" panose="020B0604020202020204" pitchFamily="34" charset="0"/>
              <a:buChar char="•"/>
            </a:pPr>
            <a:r>
              <a:rPr lang="en-US" dirty="0" err="1"/>
              <a:t>Maint</a:t>
            </a:r>
            <a:r>
              <a:rPr lang="en-US" dirty="0"/>
              <a:t>. Req = 100K*25% = 25K</a:t>
            </a:r>
          </a:p>
          <a:p>
            <a:pPr marL="1200150" lvl="2" indent="-285750">
              <a:buFont typeface="Arial" panose="020B0604020202020204" pitchFamily="34" charset="0"/>
              <a:buChar char="•"/>
            </a:pPr>
            <a:r>
              <a:rPr lang="en-US" dirty="0"/>
              <a:t>Equity = Account value = 100K</a:t>
            </a:r>
          </a:p>
          <a:p>
            <a:pPr marL="1200150" lvl="2" indent="-285750">
              <a:buFont typeface="Arial" panose="020B0604020202020204" pitchFamily="34" charset="0"/>
              <a:buChar char="•"/>
            </a:pPr>
            <a:r>
              <a:rPr lang="en-US" dirty="0" err="1"/>
              <a:t>Maint</a:t>
            </a:r>
            <a:r>
              <a:rPr lang="en-US" dirty="0"/>
              <a:t>. Excess = 100K – 25K = 75K</a:t>
            </a:r>
          </a:p>
          <a:p>
            <a:pPr marL="1200150" lvl="2" indent="-285750">
              <a:buFont typeface="Arial" panose="020B0604020202020204" pitchFamily="34" charset="0"/>
              <a:buChar char="•"/>
            </a:pPr>
            <a:r>
              <a:rPr lang="en-US" dirty="0"/>
              <a:t>Margin Avail. = </a:t>
            </a:r>
            <a:r>
              <a:rPr lang="en-US" dirty="0" err="1"/>
              <a:t>Maint</a:t>
            </a:r>
            <a:r>
              <a:rPr lang="en-US" dirty="0"/>
              <a:t>. Excess*2 = 150K to buy </a:t>
            </a:r>
            <a:r>
              <a:rPr lang="en-US"/>
              <a:t>more stock</a:t>
            </a:r>
            <a:endParaRPr lang="en-US" dirty="0"/>
          </a:p>
          <a:p>
            <a:pPr marL="742950" lvl="1" indent="-285750">
              <a:buFont typeface="Arial" panose="020B0604020202020204" pitchFamily="34" charset="0"/>
              <a:buChar char="•"/>
            </a:pPr>
            <a:r>
              <a:rPr lang="en-US" dirty="0"/>
              <a:t>Scenario 2 : Use 100K cash and borrow 100K </a:t>
            </a:r>
          </a:p>
        </p:txBody>
      </p:sp>
    </p:spTree>
    <p:extLst>
      <p:ext uri="{BB962C8B-B14F-4D97-AF65-F5344CB8AC3E}">
        <p14:creationId xmlns:p14="http://schemas.microsoft.com/office/powerpoint/2010/main" val="4756093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6E916-2517-0FF4-7FDB-14DAE27F3E5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02730E7-5675-A052-C6FC-C825EDAEF33A}"/>
              </a:ext>
            </a:extLst>
          </p:cNvPr>
          <p:cNvSpPr>
            <a:spLocks noGrp="1"/>
          </p:cNvSpPr>
          <p:nvPr>
            <p:ph type="subTitle" idx="1"/>
          </p:nvPr>
        </p:nvSpPr>
        <p:spPr>
          <a:xfrm>
            <a:off x="526472" y="2225964"/>
            <a:ext cx="11009745" cy="1302327"/>
          </a:xfrm>
          <a:solidFill>
            <a:schemeClr val="accent2">
              <a:lumMod val="40000"/>
              <a:lumOff val="60000"/>
            </a:schemeClr>
          </a:solidFill>
          <a:ln w="15875">
            <a:solidFill>
              <a:schemeClr val="tx1"/>
            </a:solidFill>
          </a:ln>
        </p:spPr>
        <p:txBody>
          <a:bodyPr>
            <a:normAutofit/>
          </a:bodyPr>
          <a:lstStyle/>
          <a:p>
            <a:r>
              <a:rPr lang="en-US" sz="4000" b="1" dirty="0"/>
              <a:t>Amit Talking about selling near the purchase price calls on BMNR to hedge</a:t>
            </a:r>
          </a:p>
        </p:txBody>
      </p:sp>
    </p:spTree>
    <p:extLst>
      <p:ext uri="{BB962C8B-B14F-4D97-AF65-F5344CB8AC3E}">
        <p14:creationId xmlns:p14="http://schemas.microsoft.com/office/powerpoint/2010/main" val="17650099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72F2C-825A-13FC-4C59-AC043AADAB1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E6D4487-1C38-8FDA-11C9-81158CF1AF17}"/>
              </a:ext>
            </a:extLst>
          </p:cNvPr>
          <p:cNvSpPr txBox="1"/>
          <p:nvPr/>
        </p:nvSpPr>
        <p:spPr>
          <a:xfrm>
            <a:off x="175491" y="1108058"/>
            <a:ext cx="11841017" cy="5355312"/>
          </a:xfrm>
          <a:prstGeom prst="rect">
            <a:avLst/>
          </a:prstGeom>
          <a:noFill/>
        </p:spPr>
        <p:txBody>
          <a:bodyPr wrap="square" rtlCol="0">
            <a:spAutoFit/>
          </a:bodyPr>
          <a:lstStyle/>
          <a:p>
            <a:pPr algn="ctr"/>
            <a:r>
              <a:rPr lang="en-US" b="1" dirty="0"/>
              <a:t>BMNR </a:t>
            </a:r>
            <a:r>
              <a:rPr lang="en-US" b="1" dirty="0">
                <a:sym typeface="Wingdings" panose="05000000000000000000" pitchFamily="2" charset="2"/>
              </a:rPr>
              <a:t> </a:t>
            </a:r>
            <a:r>
              <a:rPr lang="en-US" b="1" dirty="0"/>
              <a:t>Many folks have cost basis in 40s – for our discussion say 40</a:t>
            </a:r>
          </a:p>
          <a:p>
            <a:pPr marL="285750" indent="-285750">
              <a:buFont typeface="Arial" panose="020B0604020202020204" pitchFamily="34" charset="0"/>
              <a:buChar char="•"/>
            </a:pPr>
            <a:r>
              <a:rPr lang="en-US" dirty="0"/>
              <a:t>STO 1/15/2027 28 C @12 (I checked on TT, the call is actually selling </a:t>
            </a:r>
            <a:r>
              <a:rPr lang="en-US" dirty="0" err="1"/>
              <a:t>fo</a:t>
            </a:r>
            <a:r>
              <a:rPr lang="en-US" dirty="0"/>
              <a:t> around $9.85)</a:t>
            </a:r>
          </a:p>
          <a:p>
            <a:pPr marL="285750" indent="-285750">
              <a:buFont typeface="Arial" panose="020B0604020202020204" pitchFamily="34" charset="0"/>
              <a:buChar char="•"/>
            </a:pPr>
            <a:r>
              <a:rPr lang="en-US" dirty="0"/>
              <a:t>Collect $12 of premiums now</a:t>
            </a:r>
          </a:p>
          <a:p>
            <a:pPr marL="742950" lvl="1" indent="-285750">
              <a:buFont typeface="Arial" panose="020B0604020202020204" pitchFamily="34" charset="0"/>
              <a:buChar char="•"/>
            </a:pPr>
            <a:r>
              <a:rPr lang="en-US" dirty="0"/>
              <a:t>If BMNR goes above 40</a:t>
            </a:r>
          </a:p>
          <a:p>
            <a:pPr marL="1200150" lvl="2" indent="-285750">
              <a:buFont typeface="Arial" panose="020B0604020202020204" pitchFamily="34" charset="0"/>
              <a:buChar char="•"/>
            </a:pPr>
            <a:r>
              <a:rPr lang="en-US" dirty="0"/>
              <a:t>Upside limited to $40 (or $12 premium collected)</a:t>
            </a:r>
          </a:p>
          <a:p>
            <a:pPr marL="1200150" lvl="2" indent="-285750">
              <a:buFont typeface="Arial" panose="020B0604020202020204" pitchFamily="34" charset="0"/>
              <a:buChar char="•"/>
            </a:pPr>
            <a:r>
              <a:rPr lang="en-US" dirty="0"/>
              <a:t>Cost basis is now $28 ($40 - $12 (premium received))</a:t>
            </a:r>
          </a:p>
          <a:p>
            <a:pPr marL="1200150" lvl="2" indent="-285750">
              <a:buFont typeface="Arial" panose="020B0604020202020204" pitchFamily="34" charset="0"/>
              <a:buChar char="•"/>
            </a:pPr>
            <a:r>
              <a:rPr lang="en-US" dirty="0"/>
              <a:t>The shares will be called away @40</a:t>
            </a:r>
          </a:p>
          <a:p>
            <a:pPr marL="1657350" lvl="3" indent="-285750">
              <a:buFont typeface="Arial" panose="020B0604020202020204" pitchFamily="34" charset="0"/>
              <a:buChar char="•"/>
            </a:pPr>
            <a:r>
              <a:rPr lang="en-US" dirty="0"/>
              <a:t>If you don’t want the shares to be called away, have the option to roll up and out the calls in the interim</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If BMNR stays where it is (or less than 40) and calls are OTM  @expiry/@interim</a:t>
            </a:r>
          </a:p>
          <a:p>
            <a:pPr marL="1200150" lvl="2" indent="-285750">
              <a:buFont typeface="Arial" panose="020B0604020202020204" pitchFamily="34" charset="0"/>
              <a:buChar char="•"/>
            </a:pPr>
            <a:r>
              <a:rPr lang="en-US" dirty="0"/>
              <a:t>Assuming that the calls are not exercised by the call buyer</a:t>
            </a:r>
          </a:p>
          <a:p>
            <a:pPr marL="1200150" lvl="2" indent="-285750">
              <a:buFont typeface="Arial" panose="020B0604020202020204" pitchFamily="34" charset="0"/>
              <a:buChar char="•"/>
            </a:pPr>
            <a:r>
              <a:rPr lang="en-US" dirty="0"/>
              <a:t>Calls expire worthless (keep $12 of premium)</a:t>
            </a:r>
          </a:p>
          <a:p>
            <a:pPr marL="1200150" lvl="2" indent="-285750">
              <a:buFont typeface="Arial" panose="020B0604020202020204" pitchFamily="34" charset="0"/>
              <a:buChar char="•"/>
            </a:pPr>
            <a:r>
              <a:rPr lang="en-US" dirty="0"/>
              <a:t>You keep the shares </a:t>
            </a:r>
            <a:r>
              <a:rPr lang="en-US" dirty="0">
                <a:sym typeface="Wingdings" panose="05000000000000000000" pitchFamily="2" charset="2"/>
              </a:rPr>
              <a:t>With reduced cost basis @ $28</a:t>
            </a:r>
          </a:p>
          <a:p>
            <a:pPr marL="742950" lvl="1" indent="-285750">
              <a:buFont typeface="Arial" panose="020B0604020202020204" pitchFamily="34" charset="0"/>
              <a:buChar char="•"/>
            </a:pPr>
            <a:endParaRPr lang="en-US" dirty="0">
              <a:sym typeface="Wingdings" panose="05000000000000000000" pitchFamily="2" charset="2"/>
            </a:endParaRPr>
          </a:p>
          <a:p>
            <a:pPr marL="742950" lvl="1" indent="-285750">
              <a:buFont typeface="Arial" panose="020B0604020202020204" pitchFamily="34" charset="0"/>
              <a:buChar char="•"/>
            </a:pPr>
            <a:r>
              <a:rPr lang="en-US" dirty="0">
                <a:sym typeface="Wingdings" panose="05000000000000000000" pitchFamily="2" charset="2"/>
              </a:rPr>
              <a:t>If BMNR tanks </a:t>
            </a:r>
          </a:p>
          <a:p>
            <a:pPr marL="1200150" lvl="2" indent="-285750">
              <a:buFont typeface="Arial" panose="020B0604020202020204" pitchFamily="34" charset="0"/>
              <a:buChar char="•"/>
            </a:pPr>
            <a:r>
              <a:rPr lang="en-US" dirty="0">
                <a:sym typeface="Wingdings" panose="05000000000000000000" pitchFamily="2" charset="2"/>
              </a:rPr>
              <a:t>The calls fall in value</a:t>
            </a:r>
          </a:p>
          <a:p>
            <a:pPr marL="1200150" lvl="2" indent="-285750">
              <a:buFont typeface="Arial" panose="020B0604020202020204" pitchFamily="34" charset="0"/>
              <a:buChar char="•"/>
            </a:pPr>
            <a:r>
              <a:rPr lang="en-US" dirty="0">
                <a:sym typeface="Wingdings" panose="05000000000000000000" pitchFamily="2" charset="2"/>
              </a:rPr>
              <a:t>Assume expire worthless</a:t>
            </a:r>
          </a:p>
          <a:p>
            <a:pPr marL="1200150" lvl="2" indent="-285750">
              <a:buFont typeface="Arial" panose="020B0604020202020204" pitchFamily="34" charset="0"/>
              <a:buChar char="•"/>
            </a:pPr>
            <a:r>
              <a:rPr lang="en-US" dirty="0">
                <a:sym typeface="Wingdings" panose="05000000000000000000" pitchFamily="2" charset="2"/>
              </a:rPr>
              <a:t>You keep the shares  With reduced cost basis @ $28</a:t>
            </a:r>
          </a:p>
          <a:p>
            <a:pPr marL="1657350" lvl="3" indent="-285750">
              <a:buFont typeface="Arial" panose="020B0604020202020204" pitchFamily="34" charset="0"/>
              <a:buChar char="•"/>
            </a:pPr>
            <a:r>
              <a:rPr lang="en-US" dirty="0">
                <a:sym typeface="Wingdings" panose="05000000000000000000" pitchFamily="2" charset="2"/>
              </a:rPr>
              <a:t>You are still underwater on shares, even with the reduced cost basis</a:t>
            </a:r>
            <a:endParaRPr lang="en-US" dirty="0"/>
          </a:p>
        </p:txBody>
      </p:sp>
      <p:sp>
        <p:nvSpPr>
          <p:cNvPr id="2" name="TextBox 1">
            <a:extLst>
              <a:ext uri="{FF2B5EF4-FFF2-40B4-BE49-F238E27FC236}">
                <a16:creationId xmlns:a16="http://schemas.microsoft.com/office/drawing/2014/main" id="{17A5F11E-2AA8-D444-EA03-50AD45C321DE}"/>
              </a:ext>
            </a:extLst>
          </p:cNvPr>
          <p:cNvSpPr txBox="1"/>
          <p:nvPr/>
        </p:nvSpPr>
        <p:spPr>
          <a:xfrm>
            <a:off x="2505456" y="101600"/>
            <a:ext cx="6528816" cy="923330"/>
          </a:xfrm>
          <a:prstGeom prst="rect">
            <a:avLst/>
          </a:prstGeom>
          <a:solidFill>
            <a:schemeClr val="bg2">
              <a:lumMod val="90000"/>
            </a:schemeClr>
          </a:solidFill>
          <a:ln w="15875">
            <a:solidFill>
              <a:schemeClr val="tx1"/>
            </a:solidFill>
          </a:ln>
        </p:spPr>
        <p:txBody>
          <a:bodyPr wrap="square" rtlCol="0">
            <a:spAutoFit/>
          </a:bodyPr>
          <a:lstStyle/>
          <a:p>
            <a:pPr algn="ctr"/>
            <a:r>
              <a:rPr lang="en-US" b="1" u="sng" dirty="0">
                <a:highlight>
                  <a:srgbClr val="00CC00"/>
                </a:highlight>
              </a:rPr>
              <a:t>12/14/2025</a:t>
            </a:r>
          </a:p>
          <a:p>
            <a:pPr algn="ctr"/>
            <a:r>
              <a:rPr lang="en-US" b="1" u="sng" dirty="0"/>
              <a:t>Selling ITM or ATM BMNR LEAP calls to reduce cost basis, but with limited upside potential</a:t>
            </a:r>
          </a:p>
        </p:txBody>
      </p:sp>
    </p:spTree>
    <p:extLst>
      <p:ext uri="{BB962C8B-B14F-4D97-AF65-F5344CB8AC3E}">
        <p14:creationId xmlns:p14="http://schemas.microsoft.com/office/powerpoint/2010/main" val="24988441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15B30-3A63-C201-9A63-A21DCDAFC281}"/>
              </a:ext>
            </a:extLst>
          </p:cNvPr>
          <p:cNvSpPr>
            <a:spLocks noGrp="1"/>
          </p:cNvSpPr>
          <p:nvPr>
            <p:ph type="title"/>
          </p:nvPr>
        </p:nvSpPr>
        <p:spPr/>
        <p:txBody>
          <a:bodyPr/>
          <a:lstStyle/>
          <a:p>
            <a:r>
              <a:rPr lang="en-US" dirty="0"/>
              <a:t>Understanding Options Pricing</a:t>
            </a:r>
          </a:p>
        </p:txBody>
      </p:sp>
    </p:spTree>
    <p:extLst>
      <p:ext uri="{BB962C8B-B14F-4D97-AF65-F5344CB8AC3E}">
        <p14:creationId xmlns:p14="http://schemas.microsoft.com/office/powerpoint/2010/main" val="11629929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663BD-857F-0CBA-FE7D-9C5F60D26DBA}"/>
              </a:ext>
            </a:extLst>
          </p:cNvPr>
          <p:cNvSpPr>
            <a:spLocks noGrp="1"/>
          </p:cNvSpPr>
          <p:nvPr>
            <p:ph type="title"/>
          </p:nvPr>
        </p:nvSpPr>
        <p:spPr>
          <a:xfrm>
            <a:off x="765048" y="99949"/>
            <a:ext cx="10515600" cy="604139"/>
          </a:xfrm>
        </p:spPr>
        <p:txBody>
          <a:bodyPr>
            <a:noAutofit/>
          </a:bodyPr>
          <a:lstStyle/>
          <a:p>
            <a:pPr algn="ctr"/>
            <a:r>
              <a:rPr lang="en-US" sz="3600" dirty="0"/>
              <a:t>Short (Selling) PUTS</a:t>
            </a:r>
          </a:p>
        </p:txBody>
      </p:sp>
      <p:sp>
        <p:nvSpPr>
          <p:cNvPr id="3" name="Content Placeholder 2">
            <a:extLst>
              <a:ext uri="{FF2B5EF4-FFF2-40B4-BE49-F238E27FC236}">
                <a16:creationId xmlns:a16="http://schemas.microsoft.com/office/drawing/2014/main" id="{0E2B4F11-C1E5-DC29-2ECE-E98FDF6C4528}"/>
              </a:ext>
            </a:extLst>
          </p:cNvPr>
          <p:cNvSpPr>
            <a:spLocks noGrp="1"/>
          </p:cNvSpPr>
          <p:nvPr>
            <p:ph idx="1"/>
          </p:nvPr>
        </p:nvSpPr>
        <p:spPr>
          <a:xfrm>
            <a:off x="838200" y="777240"/>
            <a:ext cx="10515600" cy="5888736"/>
          </a:xfrm>
        </p:spPr>
        <p:txBody>
          <a:bodyPr>
            <a:normAutofit fontScale="92500" lnSpcReduction="10000"/>
          </a:bodyPr>
          <a:lstStyle/>
          <a:p>
            <a:r>
              <a:rPr lang="en-US" dirty="0"/>
              <a:t>We want to short the volatility</a:t>
            </a:r>
          </a:p>
          <a:p>
            <a:pPr lvl="1"/>
            <a:r>
              <a:rPr lang="en-US" dirty="0"/>
              <a:t>Objective: Making money on the short put (selling high, buying low), and avoid getting assigned as much as possible. So,</a:t>
            </a:r>
          </a:p>
          <a:p>
            <a:pPr lvl="2"/>
            <a:r>
              <a:rPr lang="en-US" dirty="0"/>
              <a:t>The option should be expensive so that even if my direction is wrong (stock moves down), our put can still make money (lose value). In other words, we want to sell the put when the put option is expensive.</a:t>
            </a:r>
          </a:p>
          <a:p>
            <a:pPr lvl="2"/>
            <a:r>
              <a:rPr lang="en-US" dirty="0"/>
              <a:t>How to find that out? </a:t>
            </a:r>
          </a:p>
          <a:p>
            <a:pPr lvl="2"/>
            <a:r>
              <a:rPr lang="en-US" dirty="0"/>
              <a:t>One way to find out if the option is expensive is when the IVR (IV Rank) is high</a:t>
            </a:r>
            <a:r>
              <a:rPr lang="en-US" sz="1600" dirty="0"/>
              <a:t>	</a:t>
            </a:r>
          </a:p>
          <a:p>
            <a:pPr lvl="2"/>
            <a:r>
              <a:rPr lang="en-US" sz="1800" b="1" dirty="0"/>
              <a:t>IV Rank = 100* ((Current IV - 52-week Low IV)  </a:t>
            </a:r>
          </a:p>
          <a:p>
            <a:pPr marL="914400" lvl="2" indent="0">
              <a:buNone/>
            </a:pPr>
            <a:r>
              <a:rPr lang="en-US" sz="1800" b="1" dirty="0"/>
              <a:t>                                      --------------------------------------------------</a:t>
            </a:r>
          </a:p>
          <a:p>
            <a:pPr marL="914400" lvl="2" indent="0">
              <a:buNone/>
            </a:pPr>
            <a:r>
              <a:rPr lang="en-US" sz="1800" b="1" dirty="0"/>
              <a:t>                                        (52-week High IV - 52-week Low IV) )</a:t>
            </a:r>
          </a:p>
          <a:p>
            <a:r>
              <a:rPr lang="en-US" sz="2600" dirty="0"/>
              <a:t>The correct Greek profile for a short put is:</a:t>
            </a:r>
          </a:p>
          <a:p>
            <a:pPr lvl="1"/>
            <a:r>
              <a:rPr lang="en-US" sz="2200" dirty="0"/>
              <a:t>Positive Delta </a:t>
            </a:r>
          </a:p>
          <a:p>
            <a:pPr lvl="2"/>
            <a:r>
              <a:rPr lang="en-US" sz="1800" dirty="0"/>
              <a:t>You profit, the put price goes down, as the stock goes up). So you profit on positive delta (stock moving up. That is why short put is also called a long stock strategy.</a:t>
            </a:r>
          </a:p>
          <a:p>
            <a:pPr lvl="1"/>
            <a:r>
              <a:rPr lang="en-US" sz="2200" dirty="0"/>
              <a:t>Negative Gamma</a:t>
            </a:r>
          </a:p>
          <a:p>
            <a:pPr lvl="2"/>
            <a:endParaRPr lang="en-US" sz="1800" dirty="0"/>
          </a:p>
          <a:p>
            <a:pPr lvl="1"/>
            <a:r>
              <a:rPr lang="en-US" sz="2200" dirty="0"/>
              <a:t>Positive Theta</a:t>
            </a:r>
          </a:p>
          <a:p>
            <a:pPr lvl="2"/>
            <a:r>
              <a:rPr lang="en-US" sz="1800" dirty="0"/>
              <a:t>Just pure time decay</a:t>
            </a:r>
          </a:p>
          <a:p>
            <a:pPr lvl="1"/>
            <a:r>
              <a:rPr lang="en-US" sz="2200" dirty="0"/>
              <a:t>Negative Vega</a:t>
            </a:r>
          </a:p>
          <a:p>
            <a:pPr lvl="2"/>
            <a:endParaRPr lang="en-US" sz="1900" dirty="0"/>
          </a:p>
        </p:txBody>
      </p:sp>
    </p:spTree>
    <p:extLst>
      <p:ext uri="{BB962C8B-B14F-4D97-AF65-F5344CB8AC3E}">
        <p14:creationId xmlns:p14="http://schemas.microsoft.com/office/powerpoint/2010/main" val="40299889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509B6-91D7-FF57-1695-2E33FFE60367}"/>
              </a:ext>
            </a:extLst>
          </p:cNvPr>
          <p:cNvSpPr>
            <a:spLocks noGrp="1"/>
          </p:cNvSpPr>
          <p:nvPr>
            <p:ph type="title"/>
          </p:nvPr>
        </p:nvSpPr>
        <p:spPr>
          <a:xfrm>
            <a:off x="838200" y="127381"/>
            <a:ext cx="10515600" cy="640715"/>
          </a:xfrm>
        </p:spPr>
        <p:txBody>
          <a:bodyPr>
            <a:normAutofit/>
          </a:bodyPr>
          <a:lstStyle/>
          <a:p>
            <a:pPr algn="ctr"/>
            <a:r>
              <a:rPr lang="en-US" sz="3600" dirty="0"/>
              <a:t>Implied Volatility (IV) – Basic Calculation</a:t>
            </a:r>
          </a:p>
        </p:txBody>
      </p:sp>
      <p:sp>
        <p:nvSpPr>
          <p:cNvPr id="3" name="Content Placeholder 2">
            <a:extLst>
              <a:ext uri="{FF2B5EF4-FFF2-40B4-BE49-F238E27FC236}">
                <a16:creationId xmlns:a16="http://schemas.microsoft.com/office/drawing/2014/main" id="{F7F21AEA-5F95-0A41-AD43-080ECB685A0A}"/>
              </a:ext>
            </a:extLst>
          </p:cNvPr>
          <p:cNvSpPr>
            <a:spLocks noGrp="1"/>
          </p:cNvSpPr>
          <p:nvPr>
            <p:ph idx="1"/>
          </p:nvPr>
        </p:nvSpPr>
        <p:spPr>
          <a:xfrm>
            <a:off x="838200" y="694944"/>
            <a:ext cx="10515600" cy="5482019"/>
          </a:xfrm>
        </p:spPr>
        <p:txBody>
          <a:bodyPr>
            <a:normAutofit fontScale="70000" lnSpcReduction="20000"/>
          </a:bodyPr>
          <a:lstStyle/>
          <a:p>
            <a:endParaRPr lang="en-US" dirty="0"/>
          </a:p>
          <a:p>
            <a:r>
              <a:rPr lang="en-US" dirty="0"/>
              <a:t>The current Implied Volatility of the option is the market’s estimate of the expected future magnitude of the stock’s price movement (its volatility/price distribution) until expiration.</a:t>
            </a:r>
          </a:p>
          <a:p>
            <a:pPr lvl="1"/>
            <a:endParaRPr lang="en-US" dirty="0"/>
          </a:p>
          <a:p>
            <a:pPr lvl="1"/>
            <a:r>
              <a:rPr lang="en-US" dirty="0"/>
              <a:t>Current Sampling point (Time = A)</a:t>
            </a:r>
          </a:p>
          <a:p>
            <a:pPr lvl="2"/>
            <a:r>
              <a:rPr lang="en-US" dirty="0"/>
              <a:t>Stock price – stock-A, current IV-A and, option price opt-A</a:t>
            </a:r>
          </a:p>
          <a:p>
            <a:pPr lvl="2"/>
            <a:r>
              <a:rPr lang="en-US" dirty="0"/>
              <a:t>The IV-A predicts stock price (it is not a single number, more on that later), stock-</a:t>
            </a:r>
            <a:r>
              <a:rPr lang="en-US" dirty="0" err="1"/>
              <a:t>Bpred</a:t>
            </a:r>
            <a:r>
              <a:rPr lang="en-US" dirty="0"/>
              <a:t> at expiration.</a:t>
            </a:r>
          </a:p>
          <a:p>
            <a:pPr lvl="1"/>
            <a:r>
              <a:rPr lang="en-US" dirty="0"/>
              <a:t>Next Sampling point (Time = B)</a:t>
            </a:r>
          </a:p>
          <a:p>
            <a:pPr lvl="2"/>
            <a:r>
              <a:rPr lang="en-US" dirty="0"/>
              <a:t>Stock price </a:t>
            </a:r>
            <a:r>
              <a:rPr lang="en-US" dirty="0">
                <a:sym typeface="Wingdings" panose="05000000000000000000" pitchFamily="2" charset="2"/>
              </a:rPr>
              <a:t></a:t>
            </a:r>
            <a:r>
              <a:rPr lang="en-US" dirty="0"/>
              <a:t> stock-</a:t>
            </a:r>
            <a:r>
              <a:rPr lang="en-US" dirty="0" err="1"/>
              <a:t>Bactual</a:t>
            </a:r>
            <a:r>
              <a:rPr lang="en-US" dirty="0"/>
              <a:t>, option price </a:t>
            </a:r>
            <a:r>
              <a:rPr lang="en-US" dirty="0">
                <a:sym typeface="Wingdings" panose="05000000000000000000" pitchFamily="2" charset="2"/>
              </a:rPr>
              <a:t> </a:t>
            </a:r>
            <a:r>
              <a:rPr lang="en-US" dirty="0"/>
              <a:t>opt-</a:t>
            </a:r>
            <a:r>
              <a:rPr lang="en-US" dirty="0" err="1"/>
              <a:t>Bactual</a:t>
            </a:r>
            <a:endParaRPr lang="en-US" dirty="0"/>
          </a:p>
          <a:p>
            <a:pPr lvl="2"/>
            <a:r>
              <a:rPr lang="en-US" dirty="0"/>
              <a:t>Stock-</a:t>
            </a:r>
            <a:r>
              <a:rPr lang="en-US" dirty="0" err="1"/>
              <a:t>Bactual</a:t>
            </a:r>
            <a:r>
              <a:rPr lang="en-US" dirty="0"/>
              <a:t> and IV-A are used to find out out what should be the fair price of the option </a:t>
            </a:r>
            <a:r>
              <a:rPr lang="en-US" dirty="0">
                <a:sym typeface="Wingdings" panose="05000000000000000000" pitchFamily="2" charset="2"/>
              </a:rPr>
              <a:t></a:t>
            </a:r>
            <a:r>
              <a:rPr lang="en-US" dirty="0"/>
              <a:t> opt-</a:t>
            </a:r>
            <a:r>
              <a:rPr lang="en-US" dirty="0" err="1"/>
              <a:t>Bpred</a:t>
            </a:r>
            <a:endParaRPr lang="en-US" dirty="0"/>
          </a:p>
          <a:p>
            <a:pPr lvl="2"/>
            <a:r>
              <a:rPr lang="en-US" dirty="0" err="1"/>
              <a:t>Opt-Bactual</a:t>
            </a:r>
            <a:r>
              <a:rPr lang="en-US" dirty="0"/>
              <a:t>, stock-</a:t>
            </a:r>
            <a:r>
              <a:rPr lang="en-US" dirty="0" err="1"/>
              <a:t>Bactual</a:t>
            </a:r>
            <a:r>
              <a:rPr lang="en-US" dirty="0"/>
              <a:t> are fed in the options pricing formula (with rates/time/dividends) to calculate IV-B</a:t>
            </a:r>
          </a:p>
          <a:p>
            <a:pPr lvl="2"/>
            <a:r>
              <a:rPr lang="en-US" dirty="0"/>
              <a:t>IV-B predicts stock price, stock-C at expiration</a:t>
            </a:r>
          </a:p>
          <a:p>
            <a:pPr lvl="1"/>
            <a:r>
              <a:rPr lang="en-US" dirty="0"/>
              <a:t>Next Sampling point (Time = C)</a:t>
            </a:r>
          </a:p>
          <a:p>
            <a:pPr lvl="2"/>
            <a:r>
              <a:rPr lang="en-US" dirty="0"/>
              <a:t>Stock price </a:t>
            </a:r>
            <a:r>
              <a:rPr lang="en-US" dirty="0">
                <a:sym typeface="Wingdings" panose="05000000000000000000" pitchFamily="2" charset="2"/>
              </a:rPr>
              <a:t></a:t>
            </a:r>
            <a:r>
              <a:rPr lang="en-US" dirty="0"/>
              <a:t> stock-</a:t>
            </a:r>
            <a:r>
              <a:rPr lang="en-US" dirty="0" err="1"/>
              <a:t>Cactual</a:t>
            </a:r>
            <a:r>
              <a:rPr lang="en-US" dirty="0"/>
              <a:t>, option price </a:t>
            </a:r>
            <a:r>
              <a:rPr lang="en-US" dirty="0">
                <a:sym typeface="Wingdings" panose="05000000000000000000" pitchFamily="2" charset="2"/>
              </a:rPr>
              <a:t> </a:t>
            </a:r>
            <a:r>
              <a:rPr lang="en-US" dirty="0"/>
              <a:t>opt-</a:t>
            </a:r>
            <a:r>
              <a:rPr lang="en-US" dirty="0" err="1"/>
              <a:t>Cacutal</a:t>
            </a:r>
            <a:endParaRPr lang="en-US" dirty="0"/>
          </a:p>
          <a:p>
            <a:pPr lvl="2"/>
            <a:r>
              <a:rPr lang="en-US" dirty="0"/>
              <a:t>Stock-</a:t>
            </a:r>
            <a:r>
              <a:rPr lang="en-US" dirty="0" err="1"/>
              <a:t>Cactual</a:t>
            </a:r>
            <a:r>
              <a:rPr lang="en-US" dirty="0"/>
              <a:t> and IV-B are used to find out what should be the fair price of the option </a:t>
            </a:r>
            <a:r>
              <a:rPr lang="en-US" dirty="0">
                <a:sym typeface="Wingdings" panose="05000000000000000000" pitchFamily="2" charset="2"/>
              </a:rPr>
              <a:t></a:t>
            </a:r>
            <a:r>
              <a:rPr lang="en-US" dirty="0"/>
              <a:t> opt-</a:t>
            </a:r>
            <a:r>
              <a:rPr lang="en-US" dirty="0" err="1"/>
              <a:t>Cpred</a:t>
            </a:r>
            <a:endParaRPr lang="en-US" dirty="0"/>
          </a:p>
          <a:p>
            <a:pPr lvl="2"/>
            <a:r>
              <a:rPr lang="en-US" dirty="0" err="1"/>
              <a:t>Opt-Cactual</a:t>
            </a:r>
            <a:r>
              <a:rPr lang="en-US" dirty="0"/>
              <a:t> and stock-</a:t>
            </a:r>
            <a:r>
              <a:rPr lang="en-US" dirty="0" err="1"/>
              <a:t>Cactual</a:t>
            </a:r>
            <a:r>
              <a:rPr lang="en-US" dirty="0"/>
              <a:t> are fed in the options pricing formula(with rates/time/dividends) to calculate IV-C</a:t>
            </a:r>
          </a:p>
          <a:p>
            <a:pPr lvl="2"/>
            <a:r>
              <a:rPr lang="en-US" dirty="0"/>
              <a:t>IV-C predicts stock price, stock-D at expiration</a:t>
            </a:r>
          </a:p>
          <a:p>
            <a:pPr marL="914400" lvl="2" indent="0">
              <a:buNone/>
            </a:pPr>
            <a:endParaRPr lang="en-US" dirty="0"/>
          </a:p>
          <a:p>
            <a:pPr lvl="1"/>
            <a:r>
              <a:rPr lang="en-US" dirty="0"/>
              <a:t>If actual market price &gt; theoretical price → raise IV</a:t>
            </a:r>
          </a:p>
          <a:p>
            <a:pPr lvl="1"/>
            <a:r>
              <a:rPr lang="en-US" dirty="0"/>
              <a:t>If actual market price &lt; theoretical price → lower IV</a:t>
            </a:r>
          </a:p>
          <a:p>
            <a:pPr lvl="1"/>
            <a:r>
              <a:rPr lang="en-US" dirty="0"/>
              <a:t>In other words, current IV is always adjusting to “justify” the current options price. </a:t>
            </a:r>
          </a:p>
        </p:txBody>
      </p:sp>
    </p:spTree>
    <p:extLst>
      <p:ext uri="{BB962C8B-B14F-4D97-AF65-F5344CB8AC3E}">
        <p14:creationId xmlns:p14="http://schemas.microsoft.com/office/powerpoint/2010/main" val="5501875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6EE46-DBDB-267E-52CA-0945F90115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6BFAD5-2222-EDCC-11BB-B74C65F1EB80}"/>
              </a:ext>
            </a:extLst>
          </p:cNvPr>
          <p:cNvSpPr>
            <a:spLocks noGrp="1"/>
          </p:cNvSpPr>
          <p:nvPr>
            <p:ph type="title"/>
          </p:nvPr>
        </p:nvSpPr>
        <p:spPr>
          <a:xfrm>
            <a:off x="838200" y="127381"/>
            <a:ext cx="10515600" cy="640715"/>
          </a:xfrm>
        </p:spPr>
        <p:txBody>
          <a:bodyPr>
            <a:normAutofit/>
          </a:bodyPr>
          <a:lstStyle/>
          <a:p>
            <a:pPr algn="ctr"/>
            <a:r>
              <a:rPr lang="en-US" sz="3600" dirty="0"/>
              <a:t>Implied Volatility (IV) – Basic Calculation</a:t>
            </a:r>
          </a:p>
        </p:txBody>
      </p:sp>
      <p:sp>
        <p:nvSpPr>
          <p:cNvPr id="3" name="Content Placeholder 2">
            <a:extLst>
              <a:ext uri="{FF2B5EF4-FFF2-40B4-BE49-F238E27FC236}">
                <a16:creationId xmlns:a16="http://schemas.microsoft.com/office/drawing/2014/main" id="{C91F9879-EF6E-19ED-C841-F7843ABF2466}"/>
              </a:ext>
            </a:extLst>
          </p:cNvPr>
          <p:cNvSpPr>
            <a:spLocks noGrp="1"/>
          </p:cNvSpPr>
          <p:nvPr>
            <p:ph idx="1"/>
          </p:nvPr>
        </p:nvSpPr>
        <p:spPr>
          <a:xfrm>
            <a:off x="838200" y="694944"/>
            <a:ext cx="10515600" cy="5482019"/>
          </a:xfrm>
        </p:spPr>
        <p:txBody>
          <a:bodyPr>
            <a:normAutofit/>
          </a:bodyPr>
          <a:lstStyle/>
          <a:p>
            <a:r>
              <a:rPr lang="en-US" dirty="0"/>
              <a:t>This calculation is happening across all strikes and all expirations all the time (as soon as the stock trades or option price trades).</a:t>
            </a:r>
          </a:p>
          <a:p>
            <a:pPr lvl="1"/>
            <a:r>
              <a:rPr lang="en-US" dirty="0"/>
              <a:t>This can be many times per second for liquid names like DELL).</a:t>
            </a:r>
          </a:p>
          <a:p>
            <a:r>
              <a:rPr lang="en-US" dirty="0"/>
              <a:t>In other words, every strike and every expiration has it’s own IV. Here is how they are called</a:t>
            </a:r>
          </a:p>
          <a:p>
            <a:pPr lvl="1"/>
            <a:r>
              <a:rPr lang="en-US" b="1" dirty="0"/>
              <a:t>IVs different across expirations </a:t>
            </a:r>
            <a:r>
              <a:rPr lang="en-US" b="1" dirty="0">
                <a:sym typeface="Wingdings" panose="05000000000000000000" pitchFamily="2" charset="2"/>
              </a:rPr>
              <a:t> IV Term Structure</a:t>
            </a:r>
          </a:p>
          <a:p>
            <a:pPr lvl="1"/>
            <a:r>
              <a:rPr lang="en-US" b="1" dirty="0">
                <a:sym typeface="Wingdings" panose="05000000000000000000" pitchFamily="2" charset="2"/>
              </a:rPr>
              <a:t>IVs different for different strikes  Volatility skew/smile</a:t>
            </a:r>
          </a:p>
          <a:p>
            <a:r>
              <a:rPr lang="en-US" dirty="0">
                <a:sym typeface="Wingdings" panose="05000000000000000000" pitchFamily="2" charset="2"/>
              </a:rPr>
              <a:t>Let’s talk about volatility skew/smile</a:t>
            </a:r>
            <a:endParaRPr lang="en-US" dirty="0"/>
          </a:p>
        </p:txBody>
      </p:sp>
    </p:spTree>
    <p:extLst>
      <p:ext uri="{BB962C8B-B14F-4D97-AF65-F5344CB8AC3E}">
        <p14:creationId xmlns:p14="http://schemas.microsoft.com/office/powerpoint/2010/main" val="24288000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88E58-2080-911A-D395-3062E5A6D1D4}"/>
              </a:ext>
            </a:extLst>
          </p:cNvPr>
          <p:cNvSpPr>
            <a:spLocks noGrp="1"/>
          </p:cNvSpPr>
          <p:nvPr>
            <p:ph type="title"/>
          </p:nvPr>
        </p:nvSpPr>
        <p:spPr>
          <a:xfrm>
            <a:off x="838200" y="12701"/>
            <a:ext cx="10515600" cy="627380"/>
          </a:xfrm>
        </p:spPr>
        <p:txBody>
          <a:bodyPr>
            <a:normAutofit fontScale="90000"/>
          </a:bodyPr>
          <a:lstStyle/>
          <a:p>
            <a:endParaRPr lang="en-US" dirty="0"/>
          </a:p>
        </p:txBody>
      </p:sp>
      <p:graphicFrame>
        <p:nvGraphicFramePr>
          <p:cNvPr id="11" name="Content Placeholder 10">
            <a:extLst>
              <a:ext uri="{FF2B5EF4-FFF2-40B4-BE49-F238E27FC236}">
                <a16:creationId xmlns:a16="http://schemas.microsoft.com/office/drawing/2014/main" id="{E20071C9-4FBA-E580-F500-47652488C974}"/>
              </a:ext>
            </a:extLst>
          </p:cNvPr>
          <p:cNvGraphicFramePr>
            <a:graphicFrameLocks noGrp="1"/>
          </p:cNvGraphicFramePr>
          <p:nvPr>
            <p:ph idx="1"/>
            <p:extLst>
              <p:ext uri="{D42A27DB-BD31-4B8C-83A1-F6EECF244321}">
                <p14:modId xmlns:p14="http://schemas.microsoft.com/office/powerpoint/2010/main" val="1242282356"/>
              </p:ext>
            </p:extLst>
          </p:nvPr>
        </p:nvGraphicFramePr>
        <p:xfrm>
          <a:off x="632460" y="3409315"/>
          <a:ext cx="8676132" cy="3083560"/>
        </p:xfrm>
        <a:graphic>
          <a:graphicData uri="http://schemas.openxmlformats.org/drawingml/2006/table">
            <a:tbl>
              <a:tblPr>
                <a:tableStyleId>{5C22544A-7EE6-4342-B048-85BDC9FD1C3A}</a:tableStyleId>
              </a:tblPr>
              <a:tblGrid>
                <a:gridCol w="1391010">
                  <a:extLst>
                    <a:ext uri="{9D8B030D-6E8A-4147-A177-3AD203B41FA5}">
                      <a16:colId xmlns:a16="http://schemas.microsoft.com/office/drawing/2014/main" val="3843414447"/>
                    </a:ext>
                  </a:extLst>
                </a:gridCol>
                <a:gridCol w="1912207">
                  <a:extLst>
                    <a:ext uri="{9D8B030D-6E8A-4147-A177-3AD203B41FA5}">
                      <a16:colId xmlns:a16="http://schemas.microsoft.com/office/drawing/2014/main" val="4280907406"/>
                    </a:ext>
                  </a:extLst>
                </a:gridCol>
                <a:gridCol w="2071931">
                  <a:extLst>
                    <a:ext uri="{9D8B030D-6E8A-4147-A177-3AD203B41FA5}">
                      <a16:colId xmlns:a16="http://schemas.microsoft.com/office/drawing/2014/main" val="3879318927"/>
                    </a:ext>
                  </a:extLst>
                </a:gridCol>
                <a:gridCol w="3300984">
                  <a:extLst>
                    <a:ext uri="{9D8B030D-6E8A-4147-A177-3AD203B41FA5}">
                      <a16:colId xmlns:a16="http://schemas.microsoft.com/office/drawing/2014/main" val="947499772"/>
                    </a:ext>
                  </a:extLst>
                </a:gridCol>
              </a:tblGrid>
              <a:tr h="0">
                <a:tc>
                  <a:txBody>
                    <a:bodyPr/>
                    <a:lstStyle/>
                    <a:p>
                      <a:pPr algn="l" fontAlgn="t">
                        <a:buNone/>
                      </a:pPr>
                      <a:r>
                        <a:rPr lang="en-US" b="1" dirty="0">
                          <a:effectLst/>
                        </a:rPr>
                        <a:t>Time Horizon</a:t>
                      </a:r>
                    </a:p>
                  </a:txBody>
                  <a:tcPr marL="63500" marR="63500" marT="63500" marB="63500"/>
                </a:tc>
                <a:tc>
                  <a:txBody>
                    <a:bodyPr/>
                    <a:lstStyle/>
                    <a:p>
                      <a:pPr algn="l" fontAlgn="t">
                        <a:buNone/>
                      </a:pPr>
                      <a:r>
                        <a:rPr lang="en-US" b="1" dirty="0">
                          <a:effectLst/>
                        </a:rPr>
                        <a:t>Exact Time Factor</a:t>
                      </a:r>
                    </a:p>
                  </a:txBody>
                  <a:tcPr marL="63500" marR="63500" marT="63500" marB="63500"/>
                </a:tc>
                <a:tc>
                  <a:txBody>
                    <a:bodyPr/>
                    <a:lstStyle/>
                    <a:p>
                      <a:pPr algn="l" fontAlgn="t">
                        <a:buNone/>
                      </a:pPr>
                      <a:r>
                        <a:rPr lang="en-US" b="1" dirty="0">
                          <a:effectLst/>
                        </a:rPr>
                        <a:t>Division Shortcut</a:t>
                      </a:r>
                    </a:p>
                  </a:txBody>
                  <a:tcPr marL="63500" marR="63500" marT="63500" marB="63500"/>
                </a:tc>
                <a:tc>
                  <a:txBody>
                    <a:bodyPr/>
                    <a:lstStyle/>
                    <a:p>
                      <a:pPr algn="l" fontAlgn="t">
                        <a:buNone/>
                      </a:pPr>
                      <a:r>
                        <a:rPr lang="en-US" b="1" dirty="0">
                          <a:effectLst/>
                        </a:rPr>
                        <a:t>Multiplication Shortcut</a:t>
                      </a:r>
                    </a:p>
                  </a:txBody>
                  <a:tcPr marL="63500" marR="63500" marT="63500" marB="63500"/>
                </a:tc>
                <a:extLst>
                  <a:ext uri="{0D108BD9-81ED-4DB2-BD59-A6C34878D82A}">
                    <a16:rowId xmlns:a16="http://schemas.microsoft.com/office/drawing/2014/main" val="2796426392"/>
                  </a:ext>
                </a:extLst>
              </a:tr>
              <a:tr h="0">
                <a:tc>
                  <a:txBody>
                    <a:bodyPr/>
                    <a:lstStyle/>
                    <a:p>
                      <a:pPr algn="l" fontAlgn="t">
                        <a:buNone/>
                      </a:pPr>
                      <a:r>
                        <a:rPr lang="en-US">
                          <a:effectLst/>
                        </a:rPr>
                        <a:t>1 Month</a:t>
                      </a:r>
                    </a:p>
                  </a:txBody>
                  <a:tcPr marL="63500" marR="63500" marT="63500" marB="63500"/>
                </a:tc>
                <a:tc>
                  <a:txBody>
                    <a:bodyPr/>
                    <a:lstStyle/>
                    <a:p>
                      <a:pPr algn="l" fontAlgn="t">
                        <a:buNone/>
                      </a:pPr>
                      <a:r>
                        <a:rPr lang="en-US">
                          <a:effectLst/>
                        </a:rPr>
                        <a:t>sqrt(1/12)</a:t>
                      </a:r>
                    </a:p>
                  </a:txBody>
                  <a:tcPr marL="63500" marR="63500" marT="63500" marB="63500"/>
                </a:tc>
                <a:tc>
                  <a:txBody>
                    <a:bodyPr/>
                    <a:lstStyle/>
                    <a:p>
                      <a:pPr algn="l" fontAlgn="t">
                        <a:buNone/>
                      </a:pPr>
                      <a:r>
                        <a:rPr lang="en-US">
                          <a:effectLst/>
                        </a:rPr>
                        <a:t>X / 3.46</a:t>
                      </a:r>
                    </a:p>
                  </a:txBody>
                  <a:tcPr marL="63500" marR="63500" marT="63500" marB="63500"/>
                </a:tc>
                <a:tc>
                  <a:txBody>
                    <a:bodyPr/>
                    <a:lstStyle/>
                    <a:p>
                      <a:pPr algn="l" fontAlgn="t">
                        <a:buNone/>
                      </a:pPr>
                      <a:r>
                        <a:rPr lang="en-US">
                          <a:effectLst/>
                        </a:rPr>
                        <a:t>X * 0.289</a:t>
                      </a:r>
                    </a:p>
                  </a:txBody>
                  <a:tcPr marL="63500" marR="63500" marT="63500" marB="63500"/>
                </a:tc>
                <a:extLst>
                  <a:ext uri="{0D108BD9-81ED-4DB2-BD59-A6C34878D82A}">
                    <a16:rowId xmlns:a16="http://schemas.microsoft.com/office/drawing/2014/main" val="759716186"/>
                  </a:ext>
                </a:extLst>
              </a:tr>
              <a:tr h="0">
                <a:tc>
                  <a:txBody>
                    <a:bodyPr/>
                    <a:lstStyle/>
                    <a:p>
                      <a:pPr algn="l" fontAlgn="t">
                        <a:buNone/>
                      </a:pPr>
                      <a:r>
                        <a:rPr lang="en-US">
                          <a:effectLst/>
                        </a:rPr>
                        <a:t>2 Months</a:t>
                      </a:r>
                    </a:p>
                  </a:txBody>
                  <a:tcPr marL="63500" marR="63500" marT="63500" marB="63500"/>
                </a:tc>
                <a:tc>
                  <a:txBody>
                    <a:bodyPr/>
                    <a:lstStyle/>
                    <a:p>
                      <a:pPr algn="l" fontAlgn="t">
                        <a:buNone/>
                      </a:pPr>
                      <a:r>
                        <a:rPr lang="en-US">
                          <a:effectLst/>
                        </a:rPr>
                        <a:t>sqrt(2/12)</a:t>
                      </a:r>
                    </a:p>
                  </a:txBody>
                  <a:tcPr marL="63500" marR="63500" marT="63500" marB="63500"/>
                </a:tc>
                <a:tc>
                  <a:txBody>
                    <a:bodyPr/>
                    <a:lstStyle/>
                    <a:p>
                      <a:pPr algn="l" fontAlgn="t">
                        <a:buNone/>
                      </a:pPr>
                      <a:r>
                        <a:rPr lang="en-US">
                          <a:effectLst/>
                        </a:rPr>
                        <a:t>X / 2.45</a:t>
                      </a:r>
                    </a:p>
                  </a:txBody>
                  <a:tcPr marL="63500" marR="63500" marT="63500" marB="63500"/>
                </a:tc>
                <a:tc>
                  <a:txBody>
                    <a:bodyPr/>
                    <a:lstStyle/>
                    <a:p>
                      <a:pPr algn="l" fontAlgn="t">
                        <a:buNone/>
                      </a:pPr>
                      <a:r>
                        <a:rPr lang="en-US">
                          <a:effectLst/>
                        </a:rPr>
                        <a:t>X * 0.408</a:t>
                      </a:r>
                    </a:p>
                  </a:txBody>
                  <a:tcPr marL="63500" marR="63500" marT="63500" marB="63500"/>
                </a:tc>
                <a:extLst>
                  <a:ext uri="{0D108BD9-81ED-4DB2-BD59-A6C34878D82A}">
                    <a16:rowId xmlns:a16="http://schemas.microsoft.com/office/drawing/2014/main" val="2302209932"/>
                  </a:ext>
                </a:extLst>
              </a:tr>
              <a:tr h="0">
                <a:tc>
                  <a:txBody>
                    <a:bodyPr/>
                    <a:lstStyle/>
                    <a:p>
                      <a:pPr algn="l" fontAlgn="t">
                        <a:buNone/>
                      </a:pPr>
                      <a:r>
                        <a:rPr lang="en-US">
                          <a:effectLst/>
                        </a:rPr>
                        <a:t>3 Months</a:t>
                      </a:r>
                    </a:p>
                  </a:txBody>
                  <a:tcPr marL="63500" marR="63500" marT="63500" marB="63500"/>
                </a:tc>
                <a:tc>
                  <a:txBody>
                    <a:bodyPr/>
                    <a:lstStyle/>
                    <a:p>
                      <a:pPr algn="l" fontAlgn="t">
                        <a:buNone/>
                      </a:pPr>
                      <a:r>
                        <a:rPr lang="en-US">
                          <a:effectLst/>
                        </a:rPr>
                        <a:t>sqrt(3/12)</a:t>
                      </a:r>
                    </a:p>
                  </a:txBody>
                  <a:tcPr marL="63500" marR="63500" marT="63500" marB="63500"/>
                </a:tc>
                <a:tc>
                  <a:txBody>
                    <a:bodyPr/>
                    <a:lstStyle/>
                    <a:p>
                      <a:pPr algn="l" fontAlgn="t">
                        <a:buNone/>
                      </a:pPr>
                      <a:r>
                        <a:rPr lang="en-US">
                          <a:effectLst/>
                        </a:rPr>
                        <a:t>X / 2.00</a:t>
                      </a:r>
                    </a:p>
                  </a:txBody>
                  <a:tcPr marL="63500" marR="63500" marT="63500" marB="63500"/>
                </a:tc>
                <a:tc>
                  <a:txBody>
                    <a:bodyPr/>
                    <a:lstStyle/>
                    <a:p>
                      <a:pPr algn="l" fontAlgn="t">
                        <a:buNone/>
                      </a:pPr>
                      <a:r>
                        <a:rPr lang="en-US">
                          <a:effectLst/>
                        </a:rPr>
                        <a:t>X * 0.500</a:t>
                      </a:r>
                    </a:p>
                  </a:txBody>
                  <a:tcPr marL="63500" marR="63500" marT="63500" marB="63500"/>
                </a:tc>
                <a:extLst>
                  <a:ext uri="{0D108BD9-81ED-4DB2-BD59-A6C34878D82A}">
                    <a16:rowId xmlns:a16="http://schemas.microsoft.com/office/drawing/2014/main" val="3506016395"/>
                  </a:ext>
                </a:extLst>
              </a:tr>
              <a:tr h="0">
                <a:tc>
                  <a:txBody>
                    <a:bodyPr/>
                    <a:lstStyle/>
                    <a:p>
                      <a:pPr algn="l" fontAlgn="t">
                        <a:buNone/>
                      </a:pPr>
                      <a:r>
                        <a:rPr lang="en-US">
                          <a:effectLst/>
                        </a:rPr>
                        <a:t>4 Months</a:t>
                      </a:r>
                    </a:p>
                  </a:txBody>
                  <a:tcPr marL="63500" marR="63500" marT="63500" marB="63500"/>
                </a:tc>
                <a:tc>
                  <a:txBody>
                    <a:bodyPr/>
                    <a:lstStyle/>
                    <a:p>
                      <a:pPr algn="l" fontAlgn="t">
                        <a:buNone/>
                      </a:pPr>
                      <a:r>
                        <a:rPr lang="en-US">
                          <a:effectLst/>
                        </a:rPr>
                        <a:t>sqrt(4/12)</a:t>
                      </a:r>
                    </a:p>
                  </a:txBody>
                  <a:tcPr marL="63500" marR="63500" marT="63500" marB="63500"/>
                </a:tc>
                <a:tc>
                  <a:txBody>
                    <a:bodyPr/>
                    <a:lstStyle/>
                    <a:p>
                      <a:pPr algn="l" fontAlgn="t">
                        <a:buNone/>
                      </a:pPr>
                      <a:r>
                        <a:rPr lang="en-US">
                          <a:effectLst/>
                        </a:rPr>
                        <a:t>X / 1.73</a:t>
                      </a:r>
                    </a:p>
                  </a:txBody>
                  <a:tcPr marL="63500" marR="63500" marT="63500" marB="63500"/>
                </a:tc>
                <a:tc>
                  <a:txBody>
                    <a:bodyPr/>
                    <a:lstStyle/>
                    <a:p>
                      <a:pPr algn="l" fontAlgn="t">
                        <a:buNone/>
                      </a:pPr>
                      <a:r>
                        <a:rPr lang="en-US">
                          <a:effectLst/>
                        </a:rPr>
                        <a:t>X * 0.577</a:t>
                      </a:r>
                    </a:p>
                  </a:txBody>
                  <a:tcPr marL="63500" marR="63500" marT="63500" marB="63500"/>
                </a:tc>
                <a:extLst>
                  <a:ext uri="{0D108BD9-81ED-4DB2-BD59-A6C34878D82A}">
                    <a16:rowId xmlns:a16="http://schemas.microsoft.com/office/drawing/2014/main" val="3957975995"/>
                  </a:ext>
                </a:extLst>
              </a:tr>
              <a:tr h="0">
                <a:tc>
                  <a:txBody>
                    <a:bodyPr/>
                    <a:lstStyle/>
                    <a:p>
                      <a:pPr algn="l" fontAlgn="t">
                        <a:buNone/>
                      </a:pPr>
                      <a:r>
                        <a:rPr lang="en-US">
                          <a:effectLst/>
                        </a:rPr>
                        <a:t>6 Months</a:t>
                      </a:r>
                    </a:p>
                  </a:txBody>
                  <a:tcPr marL="63500" marR="63500" marT="63500" marB="63500"/>
                </a:tc>
                <a:tc>
                  <a:txBody>
                    <a:bodyPr/>
                    <a:lstStyle/>
                    <a:p>
                      <a:pPr algn="l" fontAlgn="t">
                        <a:buNone/>
                      </a:pPr>
                      <a:r>
                        <a:rPr lang="en-US">
                          <a:effectLst/>
                        </a:rPr>
                        <a:t>sqrt(6/12)</a:t>
                      </a:r>
                    </a:p>
                  </a:txBody>
                  <a:tcPr marL="63500" marR="63500" marT="63500" marB="63500"/>
                </a:tc>
                <a:tc>
                  <a:txBody>
                    <a:bodyPr/>
                    <a:lstStyle/>
                    <a:p>
                      <a:pPr algn="l" fontAlgn="t">
                        <a:buNone/>
                      </a:pPr>
                      <a:r>
                        <a:rPr lang="en-US">
                          <a:effectLst/>
                        </a:rPr>
                        <a:t>X / 1.41</a:t>
                      </a:r>
                    </a:p>
                  </a:txBody>
                  <a:tcPr marL="63500" marR="63500" marT="63500" marB="63500"/>
                </a:tc>
                <a:tc>
                  <a:txBody>
                    <a:bodyPr/>
                    <a:lstStyle/>
                    <a:p>
                      <a:pPr algn="l" fontAlgn="t">
                        <a:buNone/>
                      </a:pPr>
                      <a:r>
                        <a:rPr lang="en-US">
                          <a:effectLst/>
                        </a:rPr>
                        <a:t>X * 0.707</a:t>
                      </a:r>
                    </a:p>
                  </a:txBody>
                  <a:tcPr marL="63500" marR="63500" marT="63500" marB="63500"/>
                </a:tc>
                <a:extLst>
                  <a:ext uri="{0D108BD9-81ED-4DB2-BD59-A6C34878D82A}">
                    <a16:rowId xmlns:a16="http://schemas.microsoft.com/office/drawing/2014/main" val="963701994"/>
                  </a:ext>
                </a:extLst>
              </a:tr>
              <a:tr h="0">
                <a:tc>
                  <a:txBody>
                    <a:bodyPr/>
                    <a:lstStyle/>
                    <a:p>
                      <a:pPr algn="l" fontAlgn="t">
                        <a:buNone/>
                      </a:pPr>
                      <a:r>
                        <a:rPr lang="en-US">
                          <a:effectLst/>
                        </a:rPr>
                        <a:t>9 Months</a:t>
                      </a:r>
                    </a:p>
                  </a:txBody>
                  <a:tcPr marL="63500" marR="63500" marT="63500" marB="63500"/>
                </a:tc>
                <a:tc>
                  <a:txBody>
                    <a:bodyPr/>
                    <a:lstStyle/>
                    <a:p>
                      <a:pPr algn="l" fontAlgn="t">
                        <a:buNone/>
                      </a:pPr>
                      <a:r>
                        <a:rPr lang="en-US">
                          <a:effectLst/>
                        </a:rPr>
                        <a:t>sqrt(9/12)</a:t>
                      </a:r>
                    </a:p>
                  </a:txBody>
                  <a:tcPr marL="63500" marR="63500" marT="63500" marB="63500"/>
                </a:tc>
                <a:tc>
                  <a:txBody>
                    <a:bodyPr/>
                    <a:lstStyle/>
                    <a:p>
                      <a:pPr algn="l" fontAlgn="t">
                        <a:buNone/>
                      </a:pPr>
                      <a:r>
                        <a:rPr lang="en-US">
                          <a:effectLst/>
                        </a:rPr>
                        <a:t>X / 1.15</a:t>
                      </a:r>
                    </a:p>
                  </a:txBody>
                  <a:tcPr marL="63500" marR="63500" marT="63500" marB="63500"/>
                </a:tc>
                <a:tc>
                  <a:txBody>
                    <a:bodyPr/>
                    <a:lstStyle/>
                    <a:p>
                      <a:pPr algn="l" fontAlgn="t">
                        <a:buNone/>
                      </a:pPr>
                      <a:r>
                        <a:rPr lang="en-US" dirty="0">
                          <a:effectLst/>
                        </a:rPr>
                        <a:t>X * 0.866</a:t>
                      </a:r>
                    </a:p>
                  </a:txBody>
                  <a:tcPr marL="63500" marR="63500" marT="63500" marB="63500"/>
                </a:tc>
                <a:extLst>
                  <a:ext uri="{0D108BD9-81ED-4DB2-BD59-A6C34878D82A}">
                    <a16:rowId xmlns:a16="http://schemas.microsoft.com/office/drawing/2014/main" val="2823823154"/>
                  </a:ext>
                </a:extLst>
              </a:tr>
            </a:tbl>
          </a:graphicData>
        </a:graphic>
      </p:graphicFrame>
      <p:sp>
        <p:nvSpPr>
          <p:cNvPr id="18" name="Content Placeholder 2">
            <a:extLst>
              <a:ext uri="{FF2B5EF4-FFF2-40B4-BE49-F238E27FC236}">
                <a16:creationId xmlns:a16="http://schemas.microsoft.com/office/drawing/2014/main" id="{0BB865E3-9694-B427-14D6-D1CE639A869E}"/>
              </a:ext>
            </a:extLst>
          </p:cNvPr>
          <p:cNvSpPr txBox="1">
            <a:spLocks/>
          </p:cNvSpPr>
          <p:nvPr/>
        </p:nvSpPr>
        <p:spPr>
          <a:xfrm>
            <a:off x="285750" y="768096"/>
            <a:ext cx="10515600" cy="20370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Assume the annualized IV is X</a:t>
            </a:r>
          </a:p>
          <a:p>
            <a:pPr lvl="1"/>
            <a:r>
              <a:rPr lang="en-US" sz="1600" dirty="0"/>
              <a:t>IV is already adjusted to 1SD move</a:t>
            </a:r>
          </a:p>
          <a:p>
            <a:pPr lvl="1"/>
            <a:r>
              <a:rPr lang="en-US" sz="1600" dirty="0"/>
              <a:t>IV=X means that there is a 1 SD chance (~68%) chance that the stock will be within -X%...+X% of its current price. </a:t>
            </a:r>
          </a:p>
          <a:p>
            <a:pPr lvl="1"/>
            <a:r>
              <a:rPr lang="en-US" sz="1600" dirty="0"/>
              <a:t>IV=X means that in one year the 1 SD price of the stock is expected to be </a:t>
            </a:r>
            <a:r>
              <a:rPr lang="en-US" sz="1600" dirty="0" err="1"/>
              <a:t>curr</a:t>
            </a:r>
            <a:r>
              <a:rPr lang="en-US" sz="1600" dirty="0"/>
              <a:t>*(1-X%) to </a:t>
            </a:r>
            <a:r>
              <a:rPr lang="en-US" sz="1600" dirty="0" err="1"/>
              <a:t>curr</a:t>
            </a:r>
            <a:r>
              <a:rPr lang="en-US" sz="1600" dirty="0"/>
              <a:t>*(1+X%)</a:t>
            </a:r>
          </a:p>
          <a:p>
            <a:pPr lvl="1"/>
            <a:endParaRPr lang="en-US" sz="2000" dirty="0"/>
          </a:p>
          <a:p>
            <a:pPr lvl="1"/>
            <a:endParaRPr lang="en-US" dirty="0"/>
          </a:p>
        </p:txBody>
      </p:sp>
    </p:spTree>
    <p:extLst>
      <p:ext uri="{BB962C8B-B14F-4D97-AF65-F5344CB8AC3E}">
        <p14:creationId xmlns:p14="http://schemas.microsoft.com/office/powerpoint/2010/main" val="12275539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E31D5-9081-09F0-CF1A-25970B8CBF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BDA445-4146-D331-8DF6-116D4A85A19F}"/>
              </a:ext>
            </a:extLst>
          </p:cNvPr>
          <p:cNvSpPr>
            <a:spLocks noGrp="1"/>
          </p:cNvSpPr>
          <p:nvPr>
            <p:ph idx="1"/>
          </p:nvPr>
        </p:nvSpPr>
        <p:spPr/>
        <p:txBody>
          <a:bodyPr>
            <a:normAutofit/>
          </a:bodyPr>
          <a:lstStyle/>
          <a:p>
            <a:r>
              <a:rPr lang="en-US" b="1" dirty="0"/>
              <a:t>So, suppose the IV of a stock is 50%, then the 1 month IV is going to be 50*.289 = 14.45%. Am I understanding it right?</a:t>
            </a:r>
          </a:p>
          <a:p>
            <a:pPr lvl="1"/>
            <a:r>
              <a:rPr lang="en-US" b="1" dirty="0"/>
              <a:t>Yes, you are understanding it perfectly.</a:t>
            </a:r>
            <a:endParaRPr lang="en-US" dirty="0"/>
          </a:p>
          <a:p>
            <a:pPr lvl="1"/>
            <a:r>
              <a:rPr lang="en-US" dirty="0"/>
              <a:t>If a stock has an annualized IV of </a:t>
            </a:r>
            <a:r>
              <a:rPr lang="en-US" b="1" dirty="0"/>
              <a:t>50%</a:t>
            </a:r>
            <a:r>
              <a:rPr lang="en-US" dirty="0"/>
              <a:t>, its expected 1-month, 1-Standard Deviation move is </a:t>
            </a:r>
            <a:r>
              <a:rPr lang="en-US" b="1" dirty="0"/>
              <a:t>14.45%</a:t>
            </a:r>
            <a:r>
              <a:rPr lang="en-US" dirty="0"/>
              <a:t> (using the 50 * 0.289 shortcut).</a:t>
            </a:r>
          </a:p>
          <a:p>
            <a:pPr lvl="1"/>
            <a:r>
              <a:rPr lang="en-US" dirty="0"/>
              <a:t>This means the options market is pricing in a </a:t>
            </a:r>
            <a:r>
              <a:rPr lang="en-US" b="1" dirty="0"/>
              <a:t>68% probability</a:t>
            </a:r>
            <a:r>
              <a:rPr lang="en-US" dirty="0"/>
              <a:t> that the stock will trade within $\pm$14.45% of its current price over the next month. For example, if that stock is trading at exactly </a:t>
            </a:r>
            <a:r>
              <a:rPr lang="en-US" b="1" dirty="0"/>
              <a:t>$100</a:t>
            </a:r>
            <a:r>
              <a:rPr lang="en-US" dirty="0"/>
              <a:t>, the market expects it to stay between </a:t>
            </a:r>
            <a:r>
              <a:rPr lang="en-US" b="1" dirty="0"/>
              <a:t>$85.55 and $114.45</a:t>
            </a:r>
            <a:r>
              <a:rPr lang="en-US" dirty="0"/>
              <a:t> by the end of the month.</a:t>
            </a:r>
          </a:p>
          <a:p>
            <a:br>
              <a:rPr lang="en-US" dirty="0"/>
            </a:br>
            <a:endParaRPr lang="en-US" dirty="0"/>
          </a:p>
          <a:p>
            <a:endParaRPr lang="en-US" dirty="0"/>
          </a:p>
        </p:txBody>
      </p:sp>
    </p:spTree>
    <p:extLst>
      <p:ext uri="{BB962C8B-B14F-4D97-AF65-F5344CB8AC3E}">
        <p14:creationId xmlns:p14="http://schemas.microsoft.com/office/powerpoint/2010/main" val="154009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60742</TotalTime>
  <Words>15633</Words>
  <Application>Microsoft Office PowerPoint</Application>
  <PresentationFormat>Widescreen</PresentationFormat>
  <Paragraphs>1376</Paragraphs>
  <Slides>65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65</vt:i4>
      </vt:variant>
    </vt:vector>
  </HeadingPairs>
  <TitlesOfParts>
    <vt:vector size="75" baseType="lpstr">
      <vt:lpstr>Aptos</vt:lpstr>
      <vt:lpstr>Aptos Display</vt:lpstr>
      <vt:lpstr>Aptos Narrow</vt:lpstr>
      <vt:lpstr>Arial</vt:lpstr>
      <vt:lpstr>Calibri</vt:lpstr>
      <vt:lpstr>Cambria Math</vt:lpstr>
      <vt:lpstr>Google Sans</vt:lpstr>
      <vt:lpstr>Google Sans Text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Short Strangles – Expire 1/16/2026 – 65DTE, Today’s date 11/12/2026</vt:lpstr>
      <vt:lpstr>Short Strangles – Expire 1/16/2026 – 65DTE, Today’s date 11/12/2026</vt:lpstr>
      <vt:lpstr>PowerPoint Presentation</vt:lpstr>
      <vt:lpstr>Tracking Michelle</vt:lpstr>
      <vt:lpstr>PowerPoint Presentation</vt:lpstr>
      <vt:lpstr>BMNR – Sell Long dated Puts to buy Shares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Understanding Options Pricing</vt:lpstr>
      <vt:lpstr>Short (Selling) PUTS</vt:lpstr>
      <vt:lpstr>Implied Volatility (IV) – Basic Calculation</vt:lpstr>
      <vt:lpstr>Implied Volatility (IV) – Basic Calculation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Sundeep Chadha</dc:creator>
  <cp:lastModifiedBy>Sundeep Chadha</cp:lastModifiedBy>
  <cp:revision>281</cp:revision>
  <dcterms:created xsi:type="dcterms:W3CDTF">2025-10-28T18:37:50Z</dcterms:created>
  <dcterms:modified xsi:type="dcterms:W3CDTF">2026-09-29T15:16:25Z</dcterms:modified>
</cp:coreProperties>
</file>